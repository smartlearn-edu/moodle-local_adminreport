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heme/theme2.xml" ContentType="application/vnd.openxmlformats-officedocument.theme+xml"/>
  <Override PartName="/ppt/tags/tag6.xml" ContentType="application/vnd.openxmlformats-officedocument.presentationml.tags+xml"/>
  <Override PartName="/ppt/theme/theme3.xml" ContentType="application/vnd.openxmlformats-officedocument.theme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notesSlides/notesSlide1.xml" ContentType="application/vnd.openxmlformats-officedocument.presentationml.notesSlide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notesSlides/notesSlide2.xml" ContentType="application/vnd.openxmlformats-officedocument.presentationml.notesSlide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notesSlides/notesSlide3.xml" ContentType="application/vnd.openxmlformats-officedocument.presentationml.notesSlide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notesSlides/notesSlide5.xml" ContentType="application/vnd.openxmlformats-officedocument.presentationml.notesSlid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drawings/drawing1.xml" ContentType="application/vnd.openxmlformats-officedocument.drawingml.chartshapes+xml"/>
  <Override PartName="/ppt/charts/chart7.xml" ContentType="application/vnd.openxmlformats-officedocument.drawingml.chart+xml"/>
  <Override PartName="/ppt/charts/style7.xml" ContentType="application/vnd.ms-office.chartstyle+xml"/>
  <Override PartName="/ppt/charts/colors7.xml" ContentType="application/vnd.ms-office.chartcolorstyle+xml"/>
  <Override PartName="/ppt/drawings/drawing2.xml" ContentType="application/vnd.openxmlformats-officedocument.drawingml.chartshapes+xml"/>
  <Override PartName="/ppt/charts/chart8.xml" ContentType="application/vnd.openxmlformats-officedocument.drawingml.chart+xml"/>
  <Override PartName="/ppt/charts/style8.xml" ContentType="application/vnd.ms-office.chartstyle+xml"/>
  <Override PartName="/ppt/charts/colors8.xml" ContentType="application/vnd.ms-office.chartcolorstyle+xml"/>
  <Override PartName="/ppt/drawings/drawing3.xml" ContentType="application/vnd.openxmlformats-officedocument.drawingml.chartshapes+xml"/>
  <Override PartName="/ppt/charts/chart9.xml" ContentType="application/vnd.openxmlformats-officedocument.drawingml.chart+xml"/>
  <Override PartName="/ppt/charts/style9.xml" ContentType="application/vnd.ms-office.chartstyle+xml"/>
  <Override PartName="/ppt/charts/colors9.xml" ContentType="application/vnd.ms-office.chartcolorstyle+xml"/>
  <Override PartName="/ppt/drawings/drawing4.xml" ContentType="application/vnd.openxmlformats-officedocument.drawingml.chartshapes+xml"/>
  <Override PartName="/ppt/charts/chart10.xml" ContentType="application/vnd.openxmlformats-officedocument.drawingml.chart+xml"/>
  <Override PartName="/ppt/charts/style10.xml" ContentType="application/vnd.ms-office.chartstyle+xml"/>
  <Override PartName="/ppt/charts/colors10.xml" ContentType="application/vnd.ms-office.chartcolorstyle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notesSlides/notesSlide6.xml" ContentType="application/vnd.openxmlformats-officedocument.presentationml.notesSlide+xml"/>
  <Override PartName="/ppt/charts/chart11.xml" ContentType="application/vnd.openxmlformats-officedocument.drawingml.chart+xml"/>
  <Override PartName="/ppt/charts/style11.xml" ContentType="application/vnd.ms-office.chartstyle+xml"/>
  <Override PartName="/ppt/charts/colors11.xml" ContentType="application/vnd.ms-office.chartcolorstyle+xml"/>
  <Override PartName="/ppt/charts/chart12.xml" ContentType="application/vnd.openxmlformats-officedocument.drawingml.chart+xml"/>
  <Override PartName="/ppt/charts/style12.xml" ContentType="application/vnd.ms-office.chartstyle+xml"/>
  <Override PartName="/ppt/charts/colors12.xml" ContentType="application/vnd.ms-office.chartcolorstyle+xml"/>
  <Override PartName="/ppt/drawings/drawing5.xml" ContentType="application/vnd.openxmlformats-officedocument.drawingml.chartshapes+xml"/>
  <Override PartName="/ppt/charts/chart13.xml" ContentType="application/vnd.openxmlformats-officedocument.drawingml.chart+xml"/>
  <Override PartName="/ppt/charts/style13.xml" ContentType="application/vnd.ms-office.chartstyle+xml"/>
  <Override PartName="/ppt/charts/colors13.xml" ContentType="application/vnd.ms-office.chartcolorstyle+xml"/>
  <Override PartName="/ppt/charts/chart14.xml" ContentType="application/vnd.openxmlformats-officedocument.drawingml.chart+xml"/>
  <Override PartName="/ppt/charts/style14.xml" ContentType="application/vnd.ms-office.chartstyle+xml"/>
  <Override PartName="/ppt/charts/colors14.xml" ContentType="application/vnd.ms-office.chartcolorstyle+xml"/>
  <Override PartName="/ppt/drawings/drawing6.xml" ContentType="application/vnd.openxmlformats-officedocument.drawingml.chartshapes+xml"/>
  <Override PartName="/ppt/charts/chart15.xml" ContentType="application/vnd.openxmlformats-officedocument.drawingml.chart+xml"/>
  <Override PartName="/ppt/charts/style15.xml" ContentType="application/vnd.ms-office.chartstyle+xml"/>
  <Override PartName="/ppt/charts/colors15.xml" ContentType="application/vnd.ms-office.chartcolorstyle+xml"/>
  <Override PartName="/ppt/charts/chart16.xml" ContentType="application/vnd.openxmlformats-officedocument.drawingml.chart+xml"/>
  <Override PartName="/ppt/charts/style16.xml" ContentType="application/vnd.ms-office.chartstyle+xml"/>
  <Override PartName="/ppt/charts/colors16.xml" ContentType="application/vnd.ms-office.chartcolorstyle+xml"/>
  <Override PartName="/ppt/drawings/drawing7.xml" ContentType="application/vnd.openxmlformats-officedocument.drawingml.chartshapes+xml"/>
  <Override PartName="/ppt/charts/chart17.xml" ContentType="application/vnd.openxmlformats-officedocument.drawingml.chart+xml"/>
  <Override PartName="/ppt/charts/style17.xml" ContentType="application/vnd.ms-office.chartstyle+xml"/>
  <Override PartName="/ppt/charts/colors17.xml" ContentType="application/vnd.ms-office.chartcolorstyle+xml"/>
  <Override PartName="/ppt/drawings/drawing8.xml" ContentType="application/vnd.openxmlformats-officedocument.drawingml.chartshape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1" r:id="rId2"/>
  </p:sldMasterIdLst>
  <p:notesMasterIdLst>
    <p:notesMasterId r:id="rId9"/>
  </p:notesMasterIdLst>
  <p:handoutMasterIdLst>
    <p:handoutMasterId r:id="rId10"/>
  </p:handoutMasterIdLst>
  <p:sldIdLst>
    <p:sldId id="486" r:id="rId3"/>
    <p:sldId id="627" r:id="rId4"/>
    <p:sldId id="628" r:id="rId5"/>
    <p:sldId id="492" r:id="rId6"/>
    <p:sldId id="625" r:id="rId7"/>
    <p:sldId id="626" r:id="rId8"/>
  </p:sldIdLst>
  <p:sldSz cx="7559675" cy="10691813"/>
  <p:notesSz cx="6858000" cy="9144000"/>
  <p:custDataLst>
    <p:tags r:id="rId11"/>
  </p:custDataLst>
  <p:defaultTextStyle>
    <a:defPPr>
      <a:defRPr lang="en-SA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11EF0F21-ADE2-4440-BB2F-3AACC5212A3D}">
          <p14:sldIdLst>
            <p14:sldId id="486"/>
          </p14:sldIdLst>
        </p14:section>
        <p14:section name="التدريب" id="{3010C057-FE8C-4C49-9817-9500D1EFD671}">
          <p14:sldIdLst>
            <p14:sldId id="627"/>
            <p14:sldId id="628"/>
            <p14:sldId id="492"/>
            <p14:sldId id="625"/>
            <p14:sldId id="626"/>
          </p14:sldIdLst>
        </p14:section>
        <p14:section name="مركز الإختبارات" id="{1811314C-8BB1-BC47-A721-69DE55B2EF5C}">
          <p14:sldIdLst/>
        </p14:section>
        <p14:section name="فرع المدينة المنورة" id="{AEB3BE04-985C-4BAD-9C61-0AEE8B60292E}">
          <p14:sldIdLst/>
        </p14:section>
        <p14:section name="فرع رابغ" id="{0BF9284F-5654-554A-9BF4-37E56DF16EB2}">
          <p14:sldIdLst/>
        </p14:section>
        <p14:section name="البرامج العالمية" id="{B754981A-16D2-46E5-9BFD-A04A09F167BF}">
          <p14:sldIdLst/>
        </p14:section>
        <p14:section name="تطوير الأعمال" id="{D3989D00-FC4B-CB44-9133-34BD0C2A12D6}">
          <p14:sldIdLst/>
        </p14:section>
        <p14:section name="خدمات الدعم اللوجستي" id="{963143BB-7AA3-47A4-B58D-B65F55B040BF}">
          <p14:sldIdLst/>
        </p14:section>
        <p14:section name="الموارد البشرية" id="{E72AA284-1A8E-4C6C-9A65-364DFFCDE15C}">
          <p14:sldIdLst/>
        </p14:section>
        <p14:section name="تقنية المعلومات" id="{5A77157B-CECA-49FB-AA4E-32AAED76D210}">
          <p14:sldIdLst/>
        </p14:section>
        <p14:section name="العمل التطوعي" id="{6173F5CB-6586-44D7-80E9-423DBFE5E7DD}">
          <p14:sldIdLst/>
        </p14:section>
      </p14:sectionLst>
    </p:ext>
    <p:ext uri="{EFAFB233-063F-42B5-8137-9DF3F51BA10A}">
      <p15:sldGuideLst xmlns:p15="http://schemas.microsoft.com/office/powerpoint/2012/main">
        <p15:guide id="1" orient="horz" pos="6384" userDrawn="1">
          <p15:clr>
            <a:srgbClr val="A4A3A4"/>
          </p15:clr>
        </p15:guide>
        <p15:guide id="2" pos="4626" userDrawn="1">
          <p15:clr>
            <a:srgbClr val="A4A3A4"/>
          </p15:clr>
        </p15:guide>
        <p15:guide id="3" pos="90" userDrawn="1">
          <p15:clr>
            <a:srgbClr val="A4A3A4"/>
          </p15:clr>
        </p15:guide>
        <p15:guide id="4" orient="horz" pos="510" userDrawn="1">
          <p15:clr>
            <a:srgbClr val="A4A3A4"/>
          </p15:clr>
        </p15:guide>
        <p15:guide id="5" orient="horz" pos="328" userDrawn="1">
          <p15:clr>
            <a:srgbClr val="A4A3A4"/>
          </p15:clr>
        </p15:guide>
        <p15:guide id="6" orient="horz" pos="147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ohammed Jameel Shuhaiban Alotaibi" initials="MJSA" lastIdx="1" clrIdx="0">
    <p:extLst>
      <p:ext uri="{19B8F6BF-5375-455C-9EA6-DF929625EA0E}">
        <p15:presenceInfo xmlns:p15="http://schemas.microsoft.com/office/powerpoint/2012/main" userId="S-1-5-21-1123561945-1715567821-682003330-8226" providerId="AD"/>
      </p:ext>
    </p:extLst>
  </p:cmAuthor>
  <p:cmAuthor id="2" name="Mohmed Saad Saeed al Ghtani" initials="MSSaG" lastIdx="0" clrIdx="1">
    <p:extLst>
      <p:ext uri="{19B8F6BF-5375-455C-9EA6-DF929625EA0E}">
        <p15:presenceInfo xmlns:p15="http://schemas.microsoft.com/office/powerpoint/2012/main" userId="S-1-5-21-1123561945-1715567821-682003330-8108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1F5FF"/>
    <a:srgbClr val="000000"/>
    <a:srgbClr val="7030A0"/>
    <a:srgbClr val="D7E5FF"/>
    <a:srgbClr val="D7E2FD"/>
    <a:srgbClr val="CFD5EA"/>
    <a:srgbClr val="E9EBF5"/>
    <a:srgbClr val="4878C9"/>
    <a:srgbClr val="B4BECC"/>
    <a:srgbClr val="00349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نمط متوسط 2 - تميي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نمط فاتح 2 - تمييز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8EC20E35-A176-4012-BC5E-935CFFF8708E}" styleName="النمط المتوسط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A488322-F2BA-4B5B-9748-0D474271808F}" styleName="نمط متوسط 3 - تمييز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7994" autoAdjust="0"/>
    <p:restoredTop sz="90331" autoAdjust="0"/>
  </p:normalViewPr>
  <p:slideViewPr>
    <p:cSldViewPr>
      <p:cViewPr varScale="1">
        <p:scale>
          <a:sx n="51" d="100"/>
          <a:sy n="51" d="100"/>
        </p:scale>
        <p:origin x="1865" y="14"/>
      </p:cViewPr>
      <p:guideLst>
        <p:guide orient="horz" pos="6384"/>
        <p:guide pos="4626"/>
        <p:guide pos="90"/>
        <p:guide orient="horz" pos="510"/>
        <p:guide orient="horz" pos="328"/>
        <p:guide orient="horz" pos="147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50" d="100"/>
        <a:sy n="5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86" d="100"/>
          <a:sy n="86" d="100"/>
        </p:scale>
        <p:origin x="3864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presProps" Target="pres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commentAuthors" Target="commentAuthors.xml"/><Relationship Id="rId2" Type="http://schemas.openxmlformats.org/officeDocument/2006/relationships/slideMaster" Target="slideMasters/slideMaster1.xml"/><Relationship Id="rId16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4.xml"/><Relationship Id="rId11" Type="http://schemas.openxmlformats.org/officeDocument/2006/relationships/tags" Target="tags/tag1.xml"/><Relationship Id="rId5" Type="http://schemas.openxmlformats.org/officeDocument/2006/relationships/slide" Target="slides/slide3.xml"/><Relationship Id="rId15" Type="http://schemas.openxmlformats.org/officeDocument/2006/relationships/theme" Target="theme/theme1.xml"/><Relationship Id="rId10" Type="http://schemas.openxmlformats.org/officeDocument/2006/relationships/handoutMaster" Target="handoutMasters/handoutMaster1.xml"/><Relationship Id="rId4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3.xlsx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4.xlsx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oleObject" Target="NULL" TargetMode="External"/><Relationship Id="rId2" Type="http://schemas.microsoft.com/office/2011/relationships/chartColorStyle" Target="colors6.xml"/><Relationship Id="rId1" Type="http://schemas.microsoft.com/office/2011/relationships/chartStyle" Target="style6.xml"/><Relationship Id="rId4" Type="http://schemas.openxmlformats.org/officeDocument/2006/relationships/chartUserShapes" Target="../drawings/drawing1.xml"/></Relationships>
</file>

<file path=ppt/charts/_rels/chart7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5.xlsx"/><Relationship Id="rId2" Type="http://schemas.microsoft.com/office/2011/relationships/chartColorStyle" Target="colors7.xml"/><Relationship Id="rId1" Type="http://schemas.microsoft.com/office/2011/relationships/chartStyle" Target="style7.xml"/><Relationship Id="rId4" Type="http://schemas.openxmlformats.org/officeDocument/2006/relationships/chartUserShapes" Target="../drawings/drawing2.xml"/></Relationships>
</file>

<file path=ppt/charts/_rels/chart8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6.xlsx"/><Relationship Id="rId2" Type="http://schemas.microsoft.com/office/2011/relationships/chartColorStyle" Target="colors8.xml"/><Relationship Id="rId1" Type="http://schemas.microsoft.com/office/2011/relationships/chartStyle" Target="style8.xml"/><Relationship Id="rId4" Type="http://schemas.openxmlformats.org/officeDocument/2006/relationships/chartUserShapes" Target="../drawings/drawing3.xml"/></Relationships>
</file>

<file path=ppt/charts/_rels/chart9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7.xlsx"/><Relationship Id="rId2" Type="http://schemas.microsoft.com/office/2011/relationships/chartColorStyle" Target="colors9.xml"/><Relationship Id="rId1" Type="http://schemas.microsoft.com/office/2011/relationships/chartStyle" Target="style9.xml"/><Relationship Id="rId4" Type="http://schemas.openxmlformats.org/officeDocument/2006/relationships/chartUserShapes" Target="../drawings/drawing4.xml"/></Relationships>
</file>

<file path=ppt/charts/_rels/chart10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8.xlsx"/><Relationship Id="rId2" Type="http://schemas.microsoft.com/office/2011/relationships/chartColorStyle" Target="colors10.xml"/><Relationship Id="rId1" Type="http://schemas.microsoft.com/office/2011/relationships/chartStyle" Target="style10.xml"/></Relationships>
</file>

<file path=ppt/charts/_rels/chart1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9.xlsx"/><Relationship Id="rId2" Type="http://schemas.microsoft.com/office/2011/relationships/chartColorStyle" Target="colors11.xml"/><Relationship Id="rId1" Type="http://schemas.microsoft.com/office/2011/relationships/chartStyle" Target="style11.xml"/></Relationships>
</file>

<file path=ppt/charts/_rels/chart12.xml.rels><?xml version="1.0" encoding="UTF-8" standalone="yes"?>
<Relationships xmlns="http://schemas.openxmlformats.org/package/2006/relationships"><Relationship Id="rId3" Type="http://schemas.openxmlformats.org/officeDocument/2006/relationships/oleObject" Target="NULL" TargetMode="External"/><Relationship Id="rId2" Type="http://schemas.microsoft.com/office/2011/relationships/chartColorStyle" Target="colors12.xml"/><Relationship Id="rId1" Type="http://schemas.microsoft.com/office/2011/relationships/chartStyle" Target="style12.xml"/><Relationship Id="rId4" Type="http://schemas.openxmlformats.org/officeDocument/2006/relationships/chartUserShapes" Target="../drawings/drawing5.xml"/></Relationships>
</file>

<file path=ppt/charts/_rels/chart1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0.xlsx"/><Relationship Id="rId2" Type="http://schemas.microsoft.com/office/2011/relationships/chartColorStyle" Target="colors13.xml"/><Relationship Id="rId1" Type="http://schemas.microsoft.com/office/2011/relationships/chartStyle" Target="style13.xml"/></Relationships>
</file>

<file path=ppt/charts/_rels/chart1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1.xlsx"/><Relationship Id="rId2" Type="http://schemas.microsoft.com/office/2011/relationships/chartColorStyle" Target="colors14.xml"/><Relationship Id="rId1" Type="http://schemas.microsoft.com/office/2011/relationships/chartStyle" Target="style14.xml"/><Relationship Id="rId4" Type="http://schemas.openxmlformats.org/officeDocument/2006/relationships/chartUserShapes" Target="../drawings/drawing6.xml"/></Relationships>
</file>

<file path=ppt/charts/_rels/chart1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2.xlsx"/><Relationship Id="rId2" Type="http://schemas.microsoft.com/office/2011/relationships/chartColorStyle" Target="colors15.xml"/><Relationship Id="rId1" Type="http://schemas.microsoft.com/office/2011/relationships/chartStyle" Target="style15.xml"/></Relationships>
</file>

<file path=ppt/charts/_rels/chart1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3.xlsx"/><Relationship Id="rId2" Type="http://schemas.microsoft.com/office/2011/relationships/chartColorStyle" Target="colors16.xml"/><Relationship Id="rId1" Type="http://schemas.microsoft.com/office/2011/relationships/chartStyle" Target="style16.xml"/><Relationship Id="rId4" Type="http://schemas.openxmlformats.org/officeDocument/2006/relationships/chartUserShapes" Target="../drawings/drawing7.xml"/></Relationships>
</file>

<file path=ppt/charts/_rels/chart17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4.xlsx"/><Relationship Id="rId2" Type="http://schemas.microsoft.com/office/2011/relationships/chartColorStyle" Target="colors17.xml"/><Relationship Id="rId1" Type="http://schemas.microsoft.com/office/2011/relationships/chartStyle" Target="style17.xml"/><Relationship Id="rId4" Type="http://schemas.openxmlformats.org/officeDocument/2006/relationships/chartUserShapes" Target="../drawings/drawing8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ar-SA" dirty="0"/>
              <a:t>عدد الدورات المخططة</a:t>
            </a:r>
            <a:endParaRPr lang="en-US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view3D>
      <c:rotX val="30"/>
      <c:rotY val="0"/>
      <c:depthPercent val="100"/>
      <c:rAngAx val="0"/>
    </c:view3D>
    <c:floor>
      <c:thickness val="0"/>
      <c:spPr>
        <a:noFill/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/>
      <c:pie3DChart>
        <c:varyColors val="1"/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</c:pie3D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2200" b="1" i="0" u="none" strike="noStrike" kern="1200" baseline="0">
                <a:solidFill>
                  <a:schemeClr val="dk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ar-SA" b="1" i="0" dirty="0">
                <a:latin typeface="IBM Plex Sans Arabic" panose="020B0503050203000203" pitchFamily="34" charset="-78"/>
                <a:cs typeface="IBM Plex Sans Arabic" panose="020B0503050203000203" pitchFamily="34" charset="-78"/>
              </a:rPr>
              <a:t>عدد البرامج المبرمجة</a:t>
            </a:r>
            <a:endParaRPr lang="en-US" b="1" i="0" dirty="0">
              <a:latin typeface="IBM Plex Sans Arabic" panose="020B0503050203000203" pitchFamily="34" charset="-78"/>
              <a:cs typeface="IBM Plex Sans Arabic" panose="020B0503050203000203" pitchFamily="34" charset="-78"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200" b="1" i="0" u="none" strike="noStrike" kern="1200" baseline="0">
              <a:solidFill>
                <a:schemeClr val="dk1">
                  <a:lumMod val="75000"/>
                  <a:lumOff val="2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Sheet1!$A$2</c:f>
              <c:strCache>
                <c:ptCount val="1"/>
                <c:pt idx="0">
                  <c:v>الجبيل </c:v>
                </c:pt>
              </c:strCache>
            </c:strRef>
          </c:tx>
          <c:spPr>
            <a:solidFill>
              <a:schemeClr val="accent1">
                <a:alpha val="85000"/>
              </a:schemeClr>
            </a:solidFill>
            <a:ln w="9525" cap="flat" cmpd="sng" algn="ctr">
              <a:solidFill>
                <a:schemeClr val="lt1">
                  <a:alpha val="50000"/>
                </a:schemeClr>
              </a:solidFill>
              <a:round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1" i="0" u="none" strike="noStrike" kern="1200" baseline="0">
                    <a:solidFill>
                      <a:schemeClr val="lt1"/>
                    </a:solidFill>
                    <a:latin typeface="IBM Plex Sans Medium" panose="020B0603050203000203" pitchFamily="34" charset="0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dk1">
                          <a:lumMod val="50000"/>
                          <a:lumOff val="50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Sheet1!$B$1</c:f>
              <c:strCache>
                <c:ptCount val="1"/>
                <c:pt idx="0">
                  <c:v>عدد الدورات</c:v>
                </c:pt>
              </c:strCache>
            </c:strRef>
          </c:cat>
          <c:val>
            <c:numRef>
              <c:f>Sheet1!$B$2</c:f>
              <c:numCache>
                <c:formatCode>General</c:formatCode>
                <c:ptCount val="1"/>
                <c:pt idx="0">
                  <c:v>14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0BA-F041-B4FD-8ABC80B9F59F}"/>
            </c:ext>
          </c:extLst>
        </c:ser>
        <c:ser>
          <c:idx val="1"/>
          <c:order val="1"/>
          <c:tx>
            <c:strRef>
              <c:f>Sheet1!$A$3</c:f>
              <c:strCache>
                <c:ptCount val="1"/>
                <c:pt idx="0">
                  <c:v>الرياض</c:v>
                </c:pt>
              </c:strCache>
            </c:strRef>
          </c:tx>
          <c:spPr>
            <a:solidFill>
              <a:schemeClr val="accent2">
                <a:alpha val="85000"/>
              </a:schemeClr>
            </a:solidFill>
            <a:ln w="9525" cap="flat" cmpd="sng" algn="ctr">
              <a:solidFill>
                <a:schemeClr val="lt1">
                  <a:alpha val="50000"/>
                </a:schemeClr>
              </a:solidFill>
              <a:round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1" i="0" u="none" strike="noStrike" kern="1200" baseline="0">
                    <a:solidFill>
                      <a:schemeClr val="lt1"/>
                    </a:solidFill>
                    <a:latin typeface="IBM Plex Sans Arabic" panose="020B0503050203000203" pitchFamily="34" charset="-78"/>
                    <a:ea typeface="+mn-ea"/>
                    <a:cs typeface="IBM Plex Sans Arabic" panose="020B0503050203000203" pitchFamily="34" charset="-78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dk1">
                          <a:lumMod val="50000"/>
                          <a:lumOff val="50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Sheet1!$B$1</c:f>
              <c:strCache>
                <c:ptCount val="1"/>
                <c:pt idx="0">
                  <c:v>عدد الدورات</c:v>
                </c:pt>
              </c:strCache>
            </c:strRef>
          </c:cat>
          <c:val>
            <c:numRef>
              <c:f>Sheet1!$B$3</c:f>
              <c:numCache>
                <c:formatCode>General</c:formatCode>
                <c:ptCount val="1"/>
                <c:pt idx="0">
                  <c:v>11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B0BA-F041-B4FD-8ABC80B9F59F}"/>
            </c:ext>
          </c:extLst>
        </c:ser>
        <c:ser>
          <c:idx val="2"/>
          <c:order val="2"/>
          <c:tx>
            <c:strRef>
              <c:f>Sheet1!$A$4</c:f>
              <c:strCache>
                <c:ptCount val="1"/>
                <c:pt idx="0">
                  <c:v>أبها</c:v>
                </c:pt>
              </c:strCache>
            </c:strRef>
          </c:tx>
          <c:spPr>
            <a:solidFill>
              <a:schemeClr val="accent3">
                <a:alpha val="85000"/>
              </a:schemeClr>
            </a:solidFill>
            <a:ln w="9525" cap="flat" cmpd="sng" algn="ctr">
              <a:solidFill>
                <a:schemeClr val="lt1">
                  <a:alpha val="50000"/>
                </a:schemeClr>
              </a:solidFill>
              <a:round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1" i="0" u="none" strike="noStrike" kern="1200" baseline="0">
                    <a:solidFill>
                      <a:schemeClr val="lt1"/>
                    </a:solidFill>
                    <a:latin typeface="IBM Plex Sans Medium" panose="020B0603050203000203" pitchFamily="34" charset="0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dk1">
                          <a:lumMod val="50000"/>
                          <a:lumOff val="50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Sheet1!$B$1</c:f>
              <c:strCache>
                <c:ptCount val="1"/>
                <c:pt idx="0">
                  <c:v>عدد الدورات</c:v>
                </c:pt>
              </c:strCache>
            </c:strRef>
          </c:cat>
          <c:val>
            <c:numRef>
              <c:f>Sheet1!$B$4</c:f>
              <c:numCache>
                <c:formatCode>General</c:formatCode>
                <c:ptCount val="1"/>
                <c:pt idx="0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B0BA-F041-B4FD-8ABC80B9F59F}"/>
            </c:ext>
          </c:extLst>
        </c:ser>
        <c:ser>
          <c:idx val="3"/>
          <c:order val="3"/>
          <c:tx>
            <c:strRef>
              <c:f>Sheet1!$A$5</c:f>
              <c:strCache>
                <c:ptCount val="1"/>
                <c:pt idx="0">
                  <c:v>نيوم</c:v>
                </c:pt>
              </c:strCache>
            </c:strRef>
          </c:tx>
          <c:spPr>
            <a:solidFill>
              <a:schemeClr val="accent4">
                <a:alpha val="85000"/>
              </a:schemeClr>
            </a:solidFill>
            <a:ln w="9525" cap="flat" cmpd="sng" algn="ctr">
              <a:solidFill>
                <a:schemeClr val="lt1">
                  <a:alpha val="50000"/>
                </a:schemeClr>
              </a:solidFill>
              <a:round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1" i="0" u="none" strike="noStrike" kern="1200" baseline="0">
                    <a:solidFill>
                      <a:schemeClr val="lt1"/>
                    </a:solidFill>
                    <a:latin typeface="IBM Plex Sans Medium" panose="020B0603050203000203" pitchFamily="34" charset="0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dk1">
                          <a:lumMod val="50000"/>
                          <a:lumOff val="50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Sheet1!$B$1</c:f>
              <c:strCache>
                <c:ptCount val="1"/>
                <c:pt idx="0">
                  <c:v>عدد الدورات</c:v>
                </c:pt>
              </c:strCache>
            </c:strRef>
          </c:cat>
          <c:val>
            <c:numRef>
              <c:f>Sheet1!$B$5</c:f>
              <c:numCache>
                <c:formatCode>General</c:formatCode>
                <c:ptCount val="1"/>
                <c:pt idx="0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B0BA-F041-B4FD-8ABC80B9F59F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40"/>
        <c:overlap val="100"/>
        <c:axId val="2023931951"/>
        <c:axId val="2023933663"/>
      </c:barChart>
      <c:catAx>
        <c:axId val="2023931951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19050" cap="flat" cmpd="sng" algn="ctr">
            <a:solidFill>
              <a:schemeClr val="dk1">
                <a:lumMod val="75000"/>
                <a:lumOff val="2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1" i="0" u="none" strike="noStrike" kern="1200" cap="all" baseline="0">
                <a:solidFill>
                  <a:srgbClr val="365DA4"/>
                </a:solidFill>
                <a:latin typeface="IBM Plex Sans Arabic SemiBold" panose="020B0503050203000203" pitchFamily="34" charset="-78"/>
                <a:ea typeface="+mn-ea"/>
                <a:cs typeface="IBM Plex Sans Arabic SemiBold" panose="020B0503050203000203" pitchFamily="34" charset="-78"/>
              </a:defRPr>
            </a:pPr>
            <a:endParaRPr lang="en-US"/>
          </a:p>
        </c:txPr>
        <c:crossAx val="2023933663"/>
        <c:crosses val="autoZero"/>
        <c:auto val="1"/>
        <c:lblAlgn val="ctr"/>
        <c:lblOffset val="100"/>
        <c:noMultiLvlLbl val="0"/>
      </c:catAx>
      <c:valAx>
        <c:axId val="2023933663"/>
        <c:scaling>
          <c:orientation val="minMax"/>
        </c:scaling>
        <c:delete val="1"/>
        <c:axPos val="b"/>
        <c:majorGridlines>
          <c:spPr>
            <a:ln w="9525" cap="flat" cmpd="sng" algn="ctr">
              <a:gradFill>
                <a:gsLst>
                  <a:gs pos="100000">
                    <a:schemeClr val="dk1">
                      <a:lumMod val="95000"/>
                      <a:lumOff val="5000"/>
                      <a:alpha val="42000"/>
                    </a:schemeClr>
                  </a:gs>
                  <a:gs pos="0">
                    <a:schemeClr val="lt1">
                      <a:lumMod val="75000"/>
                      <a:alpha val="36000"/>
                    </a:schemeClr>
                  </a:gs>
                </a:gsLst>
                <a:lin ang="5400000" scaled="0"/>
              </a:gra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crossAx val="2023931951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egendEntry>
        <c:idx val="0"/>
        <c:txPr>
          <a:bodyPr rot="0" spcFirstLastPara="1" vertOverflow="ellipsis" vert="horz" wrap="square" anchor="ctr" anchorCtr="1"/>
          <a:lstStyle/>
          <a:p>
            <a:pPr>
              <a:defRPr sz="1600" b="1" i="0" u="none" strike="noStrike" kern="1200" baseline="0">
                <a:solidFill>
                  <a:srgbClr val="4878C9"/>
                </a:solidFill>
                <a:latin typeface="IBM Plex Sans Arabic" panose="020B0503050203000203" pitchFamily="34" charset="-78"/>
                <a:ea typeface="+mn-ea"/>
                <a:cs typeface="IBM Plex Sans Arabic" panose="020B0503050203000203" pitchFamily="34" charset="-78"/>
              </a:defRPr>
            </a:pPr>
            <a:endParaRPr lang="en-US"/>
          </a:p>
        </c:txPr>
      </c:legendEntry>
      <c:legendEntry>
        <c:idx val="1"/>
        <c:txPr>
          <a:bodyPr rot="0" spcFirstLastPara="1" vertOverflow="ellipsis" vert="horz" wrap="square" anchor="ctr" anchorCtr="1"/>
          <a:lstStyle/>
          <a:p>
            <a:pPr>
              <a:defRPr sz="1600" b="1" i="0" u="none" strike="noStrike" kern="1200" baseline="0">
                <a:solidFill>
                  <a:srgbClr val="7A9FDB"/>
                </a:solidFill>
                <a:latin typeface="IBM Plex Sans Arabic" panose="020B0503050203000203" pitchFamily="34" charset="-78"/>
                <a:ea typeface="+mn-ea"/>
                <a:cs typeface="IBM Plex Sans Arabic" panose="020B0503050203000203" pitchFamily="34" charset="-78"/>
              </a:defRPr>
            </a:pPr>
            <a:endParaRPr lang="en-US"/>
          </a:p>
        </c:txPr>
      </c:legendEntry>
      <c:legendEntry>
        <c:idx val="2"/>
        <c:txPr>
          <a:bodyPr rot="0" spcFirstLastPara="1" vertOverflow="ellipsis" vert="horz" wrap="square" anchor="ctr" anchorCtr="1"/>
          <a:lstStyle/>
          <a:p>
            <a:pPr>
              <a:defRPr sz="1600" b="1" i="0" u="none" strike="noStrike" kern="1200" baseline="0">
                <a:solidFill>
                  <a:schemeClr val="bg2">
                    <a:lumMod val="50000"/>
                  </a:schemeClr>
                </a:solidFill>
                <a:latin typeface="IBM Plex Sans Arabic" panose="020B0503050203000203" pitchFamily="34" charset="-78"/>
                <a:ea typeface="+mn-ea"/>
                <a:cs typeface="IBM Plex Sans Arabic" panose="020B0503050203000203" pitchFamily="34" charset="-78"/>
              </a:defRPr>
            </a:pPr>
            <a:endParaRPr lang="en-US"/>
          </a:p>
        </c:txPr>
      </c:legendEntry>
      <c:legendEntry>
        <c:idx val="3"/>
        <c:txPr>
          <a:bodyPr rot="0" spcFirstLastPara="1" vertOverflow="ellipsis" vert="horz" wrap="square" anchor="ctr" anchorCtr="1"/>
          <a:lstStyle/>
          <a:p>
            <a:pPr>
              <a:defRPr sz="1600" b="1" i="0" u="none" strike="noStrike" kern="1200" baseline="0">
                <a:solidFill>
                  <a:srgbClr val="99B7E5"/>
                </a:solidFill>
                <a:latin typeface="IBM Plex Sans Arabic" panose="020B0503050203000203" pitchFamily="34" charset="-78"/>
                <a:ea typeface="+mn-ea"/>
                <a:cs typeface="IBM Plex Sans Arabic" panose="020B0503050203000203" pitchFamily="34" charset="-78"/>
              </a:defRPr>
            </a:pPr>
            <a:endParaRPr lang="en-US"/>
          </a:p>
        </c:txPr>
      </c:legendEntry>
      <c:layout>
        <c:manualLayout>
          <c:xMode val="edge"/>
          <c:yMode val="edge"/>
          <c:x val="0.16460916658270122"/>
          <c:y val="0.80240456503816104"/>
          <c:w val="0.658443605622825"/>
          <c:h val="0.15637246522014797"/>
        </c:manualLayout>
      </c:layout>
      <c:overlay val="0"/>
      <c:spPr>
        <a:solidFill>
          <a:schemeClr val="lt1">
            <a:lumMod val="95000"/>
            <a:alpha val="39000"/>
          </a:schemeClr>
        </a:solidFill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1" i="0" u="none" strike="noStrike" kern="1200" baseline="0">
              <a:solidFill>
                <a:schemeClr val="dk1">
                  <a:lumMod val="75000"/>
                  <a:lumOff val="25000"/>
                </a:schemeClr>
              </a:solidFill>
              <a:latin typeface="IBM Plex Sans Arabic" panose="020B0503050203000203" pitchFamily="34" charset="-78"/>
              <a:ea typeface="+mn-ea"/>
              <a:cs typeface="IBM Plex Sans Arabic" panose="020B0503050203000203" pitchFamily="34" charset="-78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gradFill flip="none" rotWithShape="1">
      <a:gsLst>
        <a:gs pos="0">
          <a:schemeClr val="accent3">
            <a:lumMod val="0"/>
            <a:lumOff val="100000"/>
          </a:schemeClr>
        </a:gs>
        <a:gs pos="29000">
          <a:schemeClr val="accent3">
            <a:lumMod val="0"/>
            <a:lumOff val="100000"/>
          </a:schemeClr>
        </a:gs>
        <a:gs pos="100000">
          <a:schemeClr val="accent3">
            <a:lumMod val="100000"/>
          </a:schemeClr>
        </a:gs>
      </a:gsLst>
      <a:path path="circle">
        <a:fillToRect l="50000" t="-80000" r="50000" b="180000"/>
      </a:path>
      <a:tileRect/>
    </a:gradFill>
    <a:ln w="9525" cap="flat" cmpd="sng" algn="ctr">
      <a:solidFill>
        <a:schemeClr val="dk1">
          <a:lumMod val="25000"/>
          <a:lumOff val="75000"/>
        </a:schemeClr>
      </a:solidFill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2128" b="1" i="0" u="none" strike="noStrike" kern="1200" spc="100" baseline="0">
                <a:solidFill>
                  <a:schemeClr val="lt1">
                    <a:lumMod val="95000"/>
                  </a:schemeClr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  <a:cs typeface="+mn-cs"/>
              </a:defRPr>
            </a:pPr>
            <a:r>
              <a:rPr lang="ar-SA" b="1" i="0" dirty="0">
                <a:latin typeface="IBM Plex Sans Arabic" panose="020B0503050203000203" pitchFamily="34" charset="-78"/>
                <a:cs typeface="IBM Plex Sans Arabic" panose="020B0503050203000203" pitchFamily="34" charset="-78"/>
              </a:rPr>
              <a:t>عدد المتدربين المخطط حضورهم</a:t>
            </a:r>
            <a:endParaRPr lang="en-US" b="1" i="0" dirty="0">
              <a:latin typeface="IBM Plex Sans Arabic" panose="020B0503050203000203" pitchFamily="34" charset="-78"/>
              <a:cs typeface="IBM Plex Sans Arabic" panose="020B0503050203000203" pitchFamily="34" charset="-78"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128" b="1" i="0" u="none" strike="noStrike" kern="1200" spc="100" baseline="0">
              <a:solidFill>
                <a:schemeClr val="lt1">
                  <a:lumMod val="95000"/>
                </a:schemeClr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0.12994766247898956"/>
          <c:y val="0.353071323851473"/>
          <c:w val="0.84049387212024629"/>
          <c:h val="0.23408811254863282"/>
        </c:manualLayout>
      </c:layout>
      <c:barChart>
        <c:barDir val="bar"/>
        <c:grouping val="stacked"/>
        <c:varyColors val="0"/>
        <c:ser>
          <c:idx val="0"/>
          <c:order val="0"/>
          <c:tx>
            <c:strRef>
              <c:f>Sheet1!$A$3</c:f>
              <c:strCache>
                <c:ptCount val="1"/>
                <c:pt idx="0">
                  <c:v>الرياض</c:v>
                </c:pt>
              </c:strCache>
            </c:strRef>
          </c:tx>
          <c:spPr>
            <a:gradFill rotWithShape="1">
              <a:gsLst>
                <a:gs pos="0">
                  <a:schemeClr val="accent1">
                    <a:satMod val="103000"/>
                    <a:lumMod val="102000"/>
                    <a:tint val="94000"/>
                  </a:schemeClr>
                </a:gs>
                <a:gs pos="50000">
                  <a:schemeClr val="accent1">
                    <a:satMod val="110000"/>
                    <a:lumMod val="100000"/>
                    <a:shade val="100000"/>
                  </a:schemeClr>
                </a:gs>
                <a:gs pos="100000">
                  <a:schemeClr val="accent1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1" i="0" u="none" strike="noStrike" kern="1200" baseline="0">
                    <a:solidFill>
                      <a:schemeClr val="lt1">
                        <a:lumMod val="85000"/>
                      </a:schemeClr>
                    </a:solidFill>
                    <a:latin typeface="IBM Plex Sans Arabic Medium" panose="020B0503050203000203" pitchFamily="34" charset="-78"/>
                    <a:ea typeface="+mn-ea"/>
                    <a:cs typeface="IBM Plex Sans Arabic Medium" panose="020B0503050203000203" pitchFamily="34" charset="-78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lt1">
                          <a:lumMod val="95000"/>
                          <a:alpha val="54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Sheet1!$B$1</c:f>
              <c:strCache>
                <c:ptCount val="1"/>
                <c:pt idx="0">
                  <c:v>عدد المتدربين</c:v>
                </c:pt>
              </c:strCache>
            </c:strRef>
          </c:cat>
          <c:val>
            <c:numRef>
              <c:f>Sheet1!$B$3</c:f>
              <c:numCache>
                <c:formatCode>General</c:formatCode>
                <c:ptCount val="1"/>
                <c:pt idx="0">
                  <c:v>220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D08-E049-AACC-BCDD24298ABE}"/>
            </c:ext>
          </c:extLst>
        </c:ser>
        <c:ser>
          <c:idx val="1"/>
          <c:order val="1"/>
          <c:tx>
            <c:strRef>
              <c:f>Sheet1!$A$7</c:f>
              <c:strCache>
                <c:ptCount val="1"/>
              </c:strCache>
            </c:strRef>
          </c:tx>
          <c:spPr>
            <a:gradFill rotWithShape="1">
              <a:gsLst>
                <a:gs pos="0">
                  <a:schemeClr val="accent2">
                    <a:satMod val="103000"/>
                    <a:lumMod val="102000"/>
                    <a:tint val="94000"/>
                  </a:schemeClr>
                </a:gs>
                <a:gs pos="50000">
                  <a:schemeClr val="accent2">
                    <a:satMod val="110000"/>
                    <a:lumMod val="100000"/>
                    <a:shade val="100000"/>
                  </a:schemeClr>
                </a:gs>
                <a:gs pos="100000">
                  <a:schemeClr val="accent2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lt1">
                        <a:lumMod val="8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lt1">
                          <a:lumMod val="95000"/>
                          <a:alpha val="54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Sheet1!$B$1</c:f>
              <c:strCache>
                <c:ptCount val="1"/>
                <c:pt idx="0">
                  <c:v>عدد المتدربين</c:v>
                </c:pt>
              </c:strCache>
            </c:strRef>
          </c:cat>
          <c:val>
            <c:numRef>
              <c:f>Sheet1!$B$7</c:f>
              <c:numCache>
                <c:formatCode>General</c:formatCode>
                <c:ptCount val="1"/>
              </c:numCache>
            </c:numRef>
          </c:val>
          <c:extLst>
            <c:ext xmlns:c16="http://schemas.microsoft.com/office/drawing/2014/chart" uri="{C3380CC4-5D6E-409C-BE32-E72D297353CC}">
              <c16:uniqueId val="{00000001-ED08-E049-AACC-BCDD24298ABE}"/>
            </c:ext>
          </c:extLst>
        </c:ser>
        <c:ser>
          <c:idx val="2"/>
          <c:order val="2"/>
          <c:tx>
            <c:strRef>
              <c:f>Sheet1!$A$8</c:f>
              <c:strCache>
                <c:ptCount val="1"/>
              </c:strCache>
            </c:strRef>
          </c:tx>
          <c:spPr>
            <a:gradFill rotWithShape="1">
              <a:gsLst>
                <a:gs pos="0">
                  <a:schemeClr val="accent3">
                    <a:satMod val="103000"/>
                    <a:lumMod val="102000"/>
                    <a:tint val="94000"/>
                  </a:schemeClr>
                </a:gs>
                <a:gs pos="50000">
                  <a:schemeClr val="accent3">
                    <a:satMod val="110000"/>
                    <a:lumMod val="100000"/>
                    <a:shade val="100000"/>
                  </a:schemeClr>
                </a:gs>
                <a:gs pos="100000">
                  <a:schemeClr val="accent3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lt1">
                        <a:lumMod val="8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lt1">
                          <a:lumMod val="95000"/>
                          <a:alpha val="54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Sheet1!$B$1</c:f>
              <c:strCache>
                <c:ptCount val="1"/>
                <c:pt idx="0">
                  <c:v>عدد المتدربين</c:v>
                </c:pt>
              </c:strCache>
            </c:strRef>
          </c:cat>
          <c:val>
            <c:numRef>
              <c:f>Sheet1!$B$8</c:f>
              <c:numCache>
                <c:formatCode>General</c:formatCode>
                <c:ptCount val="1"/>
              </c:numCache>
            </c:numRef>
          </c:val>
          <c:extLst>
            <c:ext xmlns:c16="http://schemas.microsoft.com/office/drawing/2014/chart" uri="{C3380CC4-5D6E-409C-BE32-E72D297353CC}">
              <c16:uniqueId val="{00000002-ED08-E049-AACC-BCDD24298ABE}"/>
            </c:ext>
          </c:extLst>
        </c:ser>
        <c:ser>
          <c:idx val="3"/>
          <c:order val="3"/>
          <c:tx>
            <c:strRef>
              <c:f>Sheet1!$A$9</c:f>
              <c:strCache>
                <c:ptCount val="1"/>
              </c:strCache>
            </c:strRef>
          </c:tx>
          <c:spPr>
            <a:gradFill rotWithShape="1">
              <a:gsLst>
                <a:gs pos="0">
                  <a:schemeClr val="accent4">
                    <a:satMod val="103000"/>
                    <a:lumMod val="102000"/>
                    <a:tint val="94000"/>
                  </a:schemeClr>
                </a:gs>
                <a:gs pos="50000">
                  <a:schemeClr val="accent4">
                    <a:satMod val="110000"/>
                    <a:lumMod val="100000"/>
                    <a:shade val="100000"/>
                  </a:schemeClr>
                </a:gs>
                <a:gs pos="100000">
                  <a:schemeClr val="accent4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lt1">
                        <a:lumMod val="8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lt1">
                          <a:lumMod val="95000"/>
                          <a:alpha val="54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Sheet1!$B$1</c:f>
              <c:strCache>
                <c:ptCount val="1"/>
                <c:pt idx="0">
                  <c:v>عدد المتدربين</c:v>
                </c:pt>
              </c:strCache>
            </c:strRef>
          </c:cat>
          <c:val>
            <c:numRef>
              <c:f>Sheet1!$B$9</c:f>
              <c:numCache>
                <c:formatCode>General</c:formatCode>
                <c:ptCount val="1"/>
              </c:numCache>
            </c:numRef>
          </c:val>
          <c:extLst>
            <c:ext xmlns:c16="http://schemas.microsoft.com/office/drawing/2014/chart" uri="{C3380CC4-5D6E-409C-BE32-E72D297353CC}">
              <c16:uniqueId val="{00000003-ED08-E049-AACC-BCDD24298ABE}"/>
            </c:ext>
          </c:extLst>
        </c:ser>
        <c:ser>
          <c:idx val="4"/>
          <c:order val="4"/>
          <c:tx>
            <c:strRef>
              <c:f>Sheet1!$A$10</c:f>
              <c:strCache>
                <c:ptCount val="1"/>
              </c:strCache>
            </c:strRef>
          </c:tx>
          <c:spPr>
            <a:gradFill rotWithShape="1">
              <a:gsLst>
                <a:gs pos="0">
                  <a:schemeClr val="accent5">
                    <a:satMod val="103000"/>
                    <a:lumMod val="102000"/>
                    <a:tint val="94000"/>
                  </a:schemeClr>
                </a:gs>
                <a:gs pos="50000">
                  <a:schemeClr val="accent5">
                    <a:satMod val="110000"/>
                    <a:lumMod val="100000"/>
                    <a:shade val="100000"/>
                  </a:schemeClr>
                </a:gs>
                <a:gs pos="100000">
                  <a:schemeClr val="accent5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lt1">
                        <a:lumMod val="8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lt1">
                          <a:lumMod val="95000"/>
                          <a:alpha val="54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Sheet1!$B$1</c:f>
              <c:strCache>
                <c:ptCount val="1"/>
                <c:pt idx="0">
                  <c:v>عدد المتدربين</c:v>
                </c:pt>
              </c:strCache>
            </c:strRef>
          </c:cat>
          <c:val>
            <c:numRef>
              <c:f>Sheet1!$B$10</c:f>
              <c:numCache>
                <c:formatCode>General</c:formatCode>
                <c:ptCount val="1"/>
              </c:numCache>
            </c:numRef>
          </c:val>
          <c:extLst>
            <c:ext xmlns:c16="http://schemas.microsoft.com/office/drawing/2014/chart" uri="{C3380CC4-5D6E-409C-BE32-E72D297353CC}">
              <c16:uniqueId val="{00000000-D911-4222-B5E5-A20D5691CCBB}"/>
            </c:ext>
          </c:extLst>
        </c:ser>
        <c:ser>
          <c:idx val="5"/>
          <c:order val="5"/>
          <c:tx>
            <c:strRef>
              <c:f>Sheet1!$A$11</c:f>
              <c:strCache>
                <c:ptCount val="1"/>
              </c:strCache>
            </c:strRef>
          </c:tx>
          <c:spPr>
            <a:gradFill rotWithShape="1">
              <a:gsLst>
                <a:gs pos="0">
                  <a:schemeClr val="accent6">
                    <a:satMod val="103000"/>
                    <a:lumMod val="102000"/>
                    <a:tint val="94000"/>
                  </a:schemeClr>
                </a:gs>
                <a:gs pos="50000">
                  <a:schemeClr val="accent6">
                    <a:satMod val="110000"/>
                    <a:lumMod val="100000"/>
                    <a:shade val="100000"/>
                  </a:schemeClr>
                </a:gs>
                <a:gs pos="100000">
                  <a:schemeClr val="accent6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rgbClr val="00349C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lt1">
                          <a:lumMod val="95000"/>
                          <a:alpha val="54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Sheet1!$B$1</c:f>
              <c:strCache>
                <c:ptCount val="1"/>
                <c:pt idx="0">
                  <c:v>عدد المتدربين</c:v>
                </c:pt>
              </c:strCache>
            </c:strRef>
          </c:cat>
          <c:val>
            <c:numRef>
              <c:f>Sheet1!$B$11</c:f>
              <c:numCache>
                <c:formatCode>General</c:formatCode>
                <c:ptCount val="1"/>
              </c:numCache>
            </c:numRef>
          </c:val>
          <c:extLst>
            <c:ext xmlns:c16="http://schemas.microsoft.com/office/drawing/2014/chart" uri="{C3380CC4-5D6E-409C-BE32-E72D297353CC}">
              <c16:uniqueId val="{00000001-D911-4222-B5E5-A20D5691CCBB}"/>
            </c:ext>
          </c:extLst>
        </c:ser>
        <c:ser>
          <c:idx val="6"/>
          <c:order val="6"/>
          <c:tx>
            <c:strRef>
              <c:f>Sheet1!$A$12</c:f>
              <c:strCache>
                <c:ptCount val="1"/>
              </c:strCache>
            </c:strRef>
          </c:tx>
          <c:spPr>
            <a:gradFill rotWithShape="1">
              <a:gsLst>
                <a:gs pos="0">
                  <a:schemeClr val="accent1">
                    <a:lumMod val="60000"/>
                    <a:satMod val="103000"/>
                    <a:lumMod val="102000"/>
                    <a:tint val="94000"/>
                  </a:schemeClr>
                </a:gs>
                <a:gs pos="50000">
                  <a:schemeClr val="accent1">
                    <a:lumMod val="60000"/>
                    <a:satMod val="110000"/>
                    <a:lumMod val="100000"/>
                    <a:shade val="100000"/>
                  </a:schemeClr>
                </a:gs>
                <a:gs pos="100000">
                  <a:schemeClr val="accent1">
                    <a:lumMod val="60000"/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lt1">
                        <a:lumMod val="8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lt1">
                          <a:lumMod val="95000"/>
                          <a:alpha val="54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Sheet1!$B$1</c:f>
              <c:strCache>
                <c:ptCount val="1"/>
                <c:pt idx="0">
                  <c:v>عدد المتدربين</c:v>
                </c:pt>
              </c:strCache>
            </c:strRef>
          </c:cat>
          <c:val>
            <c:numRef>
              <c:f>Sheet1!$B$12</c:f>
              <c:numCache>
                <c:formatCode>General</c:formatCode>
                <c:ptCount val="1"/>
              </c:numCache>
            </c:numRef>
          </c:val>
          <c:extLst>
            <c:ext xmlns:c16="http://schemas.microsoft.com/office/drawing/2014/chart" uri="{C3380CC4-5D6E-409C-BE32-E72D297353CC}">
              <c16:uniqueId val="{00000002-D911-4222-B5E5-A20D5691CCBB}"/>
            </c:ext>
          </c:extLst>
        </c:ser>
        <c:ser>
          <c:idx val="7"/>
          <c:order val="7"/>
          <c:tx>
            <c:strRef>
              <c:f>Sheet1!$A$5</c:f>
              <c:strCache>
                <c:ptCount val="1"/>
                <c:pt idx="0">
                  <c:v>نيوم</c:v>
                </c:pt>
              </c:strCache>
            </c:strRef>
          </c:tx>
          <c:spPr>
            <a:gradFill rotWithShape="1">
              <a:gsLst>
                <a:gs pos="0">
                  <a:schemeClr val="accent2">
                    <a:lumMod val="60000"/>
                    <a:satMod val="103000"/>
                    <a:lumMod val="102000"/>
                    <a:tint val="94000"/>
                  </a:schemeClr>
                </a:gs>
                <a:gs pos="50000">
                  <a:schemeClr val="accent2">
                    <a:lumMod val="60000"/>
                    <a:satMod val="110000"/>
                    <a:lumMod val="100000"/>
                    <a:shade val="100000"/>
                  </a:schemeClr>
                </a:gs>
                <a:gs pos="100000">
                  <a:schemeClr val="accent2">
                    <a:lumMod val="60000"/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lt1">
                        <a:lumMod val="8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lt1">
                          <a:lumMod val="95000"/>
                          <a:alpha val="54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Sheet1!$B$1</c:f>
              <c:strCache>
                <c:ptCount val="1"/>
                <c:pt idx="0">
                  <c:v>عدد المتدربين</c:v>
                </c:pt>
              </c:strCache>
            </c:strRef>
          </c:cat>
          <c:val>
            <c:numRef>
              <c:f>Sheet1!$B$5</c:f>
              <c:numCache>
                <c:formatCode>General</c:formatCode>
                <c:ptCount val="1"/>
                <c:pt idx="0">
                  <c:v>30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D911-4222-B5E5-A20D5691CCBB}"/>
            </c:ext>
          </c:extLst>
        </c:ser>
        <c:ser>
          <c:idx val="8"/>
          <c:order val="8"/>
          <c:tx>
            <c:strRef>
              <c:f>Sheet1!$A$13</c:f>
              <c:strCache>
                <c:ptCount val="1"/>
              </c:strCache>
            </c:strRef>
          </c:tx>
          <c:spPr>
            <a:gradFill rotWithShape="1">
              <a:gsLst>
                <a:gs pos="0">
                  <a:schemeClr val="accent3">
                    <a:lumMod val="60000"/>
                    <a:satMod val="103000"/>
                    <a:lumMod val="102000"/>
                    <a:tint val="94000"/>
                  </a:schemeClr>
                </a:gs>
                <a:gs pos="50000">
                  <a:schemeClr val="accent3">
                    <a:lumMod val="60000"/>
                    <a:satMod val="110000"/>
                    <a:lumMod val="100000"/>
                    <a:shade val="100000"/>
                  </a:schemeClr>
                </a:gs>
                <a:gs pos="100000">
                  <a:schemeClr val="accent3">
                    <a:lumMod val="60000"/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lt1">
                        <a:lumMod val="8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lt1">
                          <a:lumMod val="95000"/>
                          <a:alpha val="54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Sheet1!$B$1</c:f>
              <c:strCache>
                <c:ptCount val="1"/>
                <c:pt idx="0">
                  <c:v>عدد المتدربين</c:v>
                </c:pt>
              </c:strCache>
            </c:strRef>
          </c:cat>
          <c:val>
            <c:numRef>
              <c:f>Sheet1!$B$13</c:f>
              <c:numCache>
                <c:formatCode>General</c:formatCode>
                <c:ptCount val="1"/>
              </c:numCache>
            </c:numRef>
          </c:val>
          <c:extLst>
            <c:ext xmlns:c16="http://schemas.microsoft.com/office/drawing/2014/chart" uri="{C3380CC4-5D6E-409C-BE32-E72D297353CC}">
              <c16:uniqueId val="{00000004-D911-4222-B5E5-A20D5691CCBB}"/>
            </c:ext>
          </c:extLst>
        </c:ser>
        <c:ser>
          <c:idx val="9"/>
          <c:order val="9"/>
          <c:tx>
            <c:strRef>
              <c:f>Sheet1!#REF!</c:f>
              <c:strCache>
                <c:ptCount val="1"/>
                <c:pt idx="0">
                  <c:v>#REF!</c:v>
                </c:pt>
              </c:strCache>
            </c:strRef>
          </c:tx>
          <c:spPr>
            <a:gradFill rotWithShape="1">
              <a:gsLst>
                <a:gs pos="0">
                  <a:schemeClr val="accent4">
                    <a:lumMod val="60000"/>
                    <a:satMod val="103000"/>
                    <a:lumMod val="102000"/>
                    <a:tint val="94000"/>
                  </a:schemeClr>
                </a:gs>
                <a:gs pos="50000">
                  <a:schemeClr val="accent4">
                    <a:lumMod val="60000"/>
                    <a:satMod val="110000"/>
                    <a:lumMod val="100000"/>
                    <a:shade val="100000"/>
                  </a:schemeClr>
                </a:gs>
                <a:gs pos="100000">
                  <a:schemeClr val="accent4">
                    <a:lumMod val="60000"/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lt1">
                        <a:lumMod val="8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lt1">
                          <a:lumMod val="95000"/>
                          <a:alpha val="54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Sheet1!$B$1</c:f>
              <c:strCache>
                <c:ptCount val="1"/>
                <c:pt idx="0">
                  <c:v>عدد المتدربين</c:v>
                </c:pt>
              </c:strCache>
            </c:strRef>
          </c:cat>
          <c:val>
            <c:numRef>
              <c:f>Sheet1!#REF!</c:f>
              <c:numCache>
                <c:formatCode>General</c:formatCode>
                <c:ptCount val="1"/>
                <c:pt idx="0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D911-4222-B5E5-A20D5691CCBB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63"/>
        <c:overlap val="100"/>
        <c:axId val="2023931951"/>
        <c:axId val="2023933663"/>
      </c:barChart>
      <c:catAx>
        <c:axId val="2023931951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12700" cap="flat" cmpd="sng" algn="ctr">
            <a:solidFill>
              <a:schemeClr val="lt1">
                <a:lumMod val="95000"/>
                <a:alpha val="54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1" i="0" u="none" strike="noStrike" kern="1200" baseline="0">
                <a:solidFill>
                  <a:schemeClr val="lt1">
                    <a:lumMod val="85000"/>
                  </a:schemeClr>
                </a:solidFill>
                <a:latin typeface="IBM Plex Sans Arabic SemiBold" panose="020B0503050203000203" pitchFamily="34" charset="-78"/>
                <a:ea typeface="+mn-ea"/>
                <a:cs typeface="IBM Plex Sans Arabic SemiBold" panose="020B0503050203000203" pitchFamily="34" charset="-78"/>
              </a:defRPr>
            </a:pPr>
            <a:endParaRPr lang="en-US"/>
          </a:p>
        </c:txPr>
        <c:crossAx val="2023933663"/>
        <c:crosses val="autoZero"/>
        <c:auto val="1"/>
        <c:lblAlgn val="ctr"/>
        <c:lblOffset val="100"/>
        <c:noMultiLvlLbl val="0"/>
      </c:catAx>
      <c:valAx>
        <c:axId val="2023933663"/>
        <c:scaling>
          <c:orientation val="minMax"/>
          <c:max val="500"/>
          <c:min val="0"/>
        </c:scaling>
        <c:delete val="0"/>
        <c:axPos val="b"/>
        <c:majorGridlines>
          <c:spPr>
            <a:ln w="9525" cap="flat" cmpd="sng" algn="ctr">
              <a:solidFill>
                <a:schemeClr val="lt1">
                  <a:lumMod val="95000"/>
                  <a:alpha val="10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lt1">
                    <a:lumMod val="85000"/>
                  </a:schemeClr>
                </a:solidFill>
                <a:latin typeface="IBM Plex Sans Arabic" panose="020B0503050203000203" pitchFamily="34" charset="-78"/>
                <a:ea typeface="+mn-ea"/>
                <a:cs typeface="IBM Plex Sans Arabic" panose="020B0503050203000203" pitchFamily="34" charset="-78"/>
              </a:defRPr>
            </a:pPr>
            <a:endParaRPr lang="en-US"/>
          </a:p>
        </c:txPr>
        <c:crossAx val="2023931951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egendEntry>
        <c:idx val="0"/>
        <c:txPr>
          <a:bodyPr rot="0" spcFirstLastPara="1" vertOverflow="ellipsis" vert="horz" wrap="square" anchor="ctr" anchorCtr="1"/>
          <a:lstStyle/>
          <a:p>
            <a:pPr rtl="0">
              <a:defRPr sz="1050" b="1" i="0" u="none" strike="noStrike" kern="1200" baseline="0">
                <a:solidFill>
                  <a:srgbClr val="6998EC"/>
                </a:solidFill>
                <a:latin typeface="IBM Plex Sans Arabic" panose="020B0503050203000203" pitchFamily="34" charset="-78"/>
                <a:ea typeface="+mn-ea"/>
                <a:cs typeface="IBM Plex Sans Arabic" panose="020B0503050203000203" pitchFamily="34" charset="-78"/>
              </a:defRPr>
            </a:pPr>
            <a:endParaRPr lang="en-US"/>
          </a:p>
        </c:txPr>
      </c:legendEntry>
      <c:legendEntry>
        <c:idx val="1"/>
        <c:txPr>
          <a:bodyPr rot="0" spcFirstLastPara="1" vertOverflow="ellipsis" vert="horz" wrap="square" anchor="ctr" anchorCtr="1"/>
          <a:lstStyle/>
          <a:p>
            <a:pPr rtl="0">
              <a:defRPr sz="1050" b="1" i="0" u="none" strike="noStrike" kern="1200" baseline="0">
                <a:solidFill>
                  <a:srgbClr val="9CB3DC"/>
                </a:solidFill>
                <a:latin typeface="IBM Plex Sans Arabic" panose="020B0503050203000203" pitchFamily="34" charset="-78"/>
                <a:ea typeface="+mn-ea"/>
                <a:cs typeface="IBM Plex Sans Arabic" panose="020B0503050203000203" pitchFamily="34" charset="-78"/>
              </a:defRPr>
            </a:pPr>
            <a:endParaRPr lang="en-US"/>
          </a:p>
        </c:txPr>
      </c:legendEntry>
      <c:legendEntry>
        <c:idx val="2"/>
        <c:delete val="1"/>
      </c:legendEntry>
      <c:legendEntry>
        <c:idx val="9"/>
        <c:delete val="1"/>
      </c:legendEntry>
      <c:layout>
        <c:manualLayout>
          <c:xMode val="edge"/>
          <c:yMode val="edge"/>
          <c:x val="0"/>
          <c:y val="0.77701832224403311"/>
          <c:w val="1"/>
          <c:h val="0.1821799068948567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 rtl="0">
            <a:defRPr sz="1050" b="1" i="0" u="none" strike="noStrike" kern="1200" baseline="0">
              <a:solidFill>
                <a:schemeClr val="lt1">
                  <a:lumMod val="85000"/>
                </a:schemeClr>
              </a:solidFill>
              <a:latin typeface="IBM Plex Sans Arabic" panose="020B0503050203000203" pitchFamily="34" charset="-78"/>
              <a:ea typeface="+mn-ea"/>
              <a:cs typeface="IBM Plex Sans Arabic" panose="020B0503050203000203" pitchFamily="34" charset="-78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gradFill flip="none" rotWithShape="1">
      <a:gsLst>
        <a:gs pos="94000">
          <a:schemeClr val="tx1"/>
        </a:gs>
        <a:gs pos="51000">
          <a:srgbClr val="0561E9"/>
        </a:gs>
        <a:gs pos="0">
          <a:srgbClr val="00349C"/>
        </a:gs>
      </a:gsLst>
      <a:lin ang="5400000" scaled="1"/>
      <a:tileRect/>
    </a:gradFill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2200" b="1" i="0" u="none" strike="noStrike" kern="1200" baseline="0">
                <a:solidFill>
                  <a:schemeClr val="dk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ar-SA" sz="1800" b="1" i="0" baseline="0" dirty="0">
                <a:solidFill>
                  <a:schemeClr val="bg1"/>
                </a:solidFill>
                <a:effectLst>
                  <a:outerShdw blurRad="50800" dist="38100" dir="5400000" algn="t" rotWithShape="0">
                    <a:srgbClr val="000000">
                      <a:alpha val="40000"/>
                    </a:srgbClr>
                  </a:outerShdw>
                </a:effectLst>
                <a:latin typeface="IBM Plex Sans Arabic" panose="020B0503050203000203" pitchFamily="34" charset="-78"/>
                <a:cs typeface="IBM Plex Sans Arabic" panose="020B0503050203000203" pitchFamily="34" charset="-78"/>
              </a:rPr>
              <a:t>عدد المتدربين المخطط حضورهم</a:t>
            </a:r>
            <a:endParaRPr lang="en-GB" dirty="0">
              <a:solidFill>
                <a:schemeClr val="bg1"/>
              </a:solidFill>
              <a:effectLst/>
              <a:latin typeface="IBM Plex Sans Arabic" panose="020B0503050203000203" pitchFamily="34" charset="-78"/>
              <a:cs typeface="IBM Plex Sans Arabic" panose="020B0503050203000203" pitchFamily="34" charset="-78"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200" b="1" i="0" u="none" strike="noStrike" kern="1200" baseline="0">
              <a:solidFill>
                <a:schemeClr val="dk1">
                  <a:lumMod val="75000"/>
                  <a:lumOff val="25000"/>
                </a:schemeClr>
              </a:solidFill>
              <a:latin typeface="+mn-lt"/>
              <a:ea typeface="+mn-ea"/>
              <a:cs typeface="+mn-cs"/>
            </a:defRPr>
          </a:pPr>
          <a:endParaRPr lang="en-GB"/>
        </a:p>
      </c:txPr>
    </c:title>
    <c:autoTitleDeleted val="0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Sheet1!$A$2</c:f>
              <c:strCache>
                <c:ptCount val="1"/>
                <c:pt idx="0">
                  <c:v>الجبيل </c:v>
                </c:pt>
              </c:strCache>
            </c:strRef>
          </c:tx>
          <c:spPr>
            <a:solidFill>
              <a:schemeClr val="accent1">
                <a:alpha val="85000"/>
              </a:schemeClr>
            </a:solidFill>
            <a:ln w="9525" cap="flat" cmpd="sng" algn="ctr">
              <a:solidFill>
                <a:schemeClr val="lt1">
                  <a:alpha val="50000"/>
                </a:schemeClr>
              </a:solidFill>
              <a:round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1" i="0" u="none" strike="noStrike" kern="1200" baseline="0">
                    <a:solidFill>
                      <a:schemeClr val="lt1"/>
                    </a:solidFill>
                    <a:latin typeface="IBM Plex Sans Medium" panose="020B0603050203000203" pitchFamily="34" charset="0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dk1">
                          <a:lumMod val="50000"/>
                          <a:lumOff val="50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Sheet1!$B$1</c:f>
              <c:strCache>
                <c:ptCount val="1"/>
                <c:pt idx="0">
                  <c:v>عدد المتدربين</c:v>
                </c:pt>
              </c:strCache>
            </c:strRef>
          </c:cat>
          <c:val>
            <c:numRef>
              <c:f>Sheet1!$B$2</c:f>
              <c:numCache>
                <c:formatCode>General</c:formatCode>
                <c:ptCount val="1"/>
                <c:pt idx="0">
                  <c:v>242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024-493A-93DD-BD8992FFF3F7}"/>
            </c:ext>
          </c:extLst>
        </c:ser>
        <c:ser>
          <c:idx val="1"/>
          <c:order val="1"/>
          <c:tx>
            <c:strRef>
              <c:f>Sheet1!$A$3</c:f>
              <c:strCache>
                <c:ptCount val="1"/>
                <c:pt idx="0">
                  <c:v>الرياض</c:v>
                </c:pt>
              </c:strCache>
            </c:strRef>
          </c:tx>
          <c:spPr>
            <a:solidFill>
              <a:schemeClr val="accent2">
                <a:alpha val="85000"/>
              </a:schemeClr>
            </a:solidFill>
            <a:ln w="9525" cap="flat" cmpd="sng" algn="ctr">
              <a:solidFill>
                <a:schemeClr val="lt1">
                  <a:alpha val="50000"/>
                </a:schemeClr>
              </a:solidFill>
              <a:round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1" i="0" u="none" strike="noStrike" kern="1200" baseline="0">
                    <a:solidFill>
                      <a:schemeClr val="lt1"/>
                    </a:solidFill>
                    <a:latin typeface="IBM Plex Sans Medium" panose="020B0603050203000203" pitchFamily="34" charset="0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dk1">
                          <a:lumMod val="50000"/>
                          <a:lumOff val="50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Sheet1!$B$1</c:f>
              <c:strCache>
                <c:ptCount val="1"/>
                <c:pt idx="0">
                  <c:v>عدد المتدربين</c:v>
                </c:pt>
              </c:strCache>
            </c:strRef>
          </c:cat>
          <c:val>
            <c:numRef>
              <c:f>Sheet1!$B$3</c:f>
              <c:numCache>
                <c:formatCode>General</c:formatCode>
                <c:ptCount val="1"/>
                <c:pt idx="0">
                  <c:v>220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D024-493A-93DD-BD8992FFF3F7}"/>
            </c:ext>
          </c:extLst>
        </c:ser>
        <c:ser>
          <c:idx val="2"/>
          <c:order val="2"/>
          <c:tx>
            <c:strRef>
              <c:f>Sheet1!$A$4</c:f>
              <c:strCache>
                <c:ptCount val="1"/>
                <c:pt idx="0">
                  <c:v>أبها</c:v>
                </c:pt>
              </c:strCache>
            </c:strRef>
          </c:tx>
          <c:spPr>
            <a:solidFill>
              <a:schemeClr val="accent3">
                <a:alpha val="85000"/>
              </a:schemeClr>
            </a:solidFill>
            <a:ln w="9525" cap="flat" cmpd="sng" algn="ctr">
              <a:solidFill>
                <a:schemeClr val="lt1">
                  <a:alpha val="50000"/>
                </a:schemeClr>
              </a:solidFill>
              <a:round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1" i="0" u="none" strike="noStrike" kern="1200" baseline="0">
                    <a:solidFill>
                      <a:schemeClr val="lt1"/>
                    </a:solidFill>
                    <a:latin typeface="IBM Plex Sans Medium" panose="020B0603050203000203" pitchFamily="34" charset="0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dk1">
                          <a:lumMod val="50000"/>
                          <a:lumOff val="50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Sheet1!$B$1</c:f>
              <c:strCache>
                <c:ptCount val="1"/>
                <c:pt idx="0">
                  <c:v>عدد المتدربين</c:v>
                </c:pt>
              </c:strCache>
            </c:strRef>
          </c:cat>
          <c:val>
            <c:numRef>
              <c:f>Sheet1!$B$4</c:f>
              <c:numCache>
                <c:formatCode>General</c:formatCode>
                <c:ptCount val="1"/>
                <c:pt idx="0">
                  <c:v>18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D024-493A-93DD-BD8992FFF3F7}"/>
            </c:ext>
          </c:extLst>
        </c:ser>
        <c:ser>
          <c:idx val="3"/>
          <c:order val="3"/>
          <c:tx>
            <c:strRef>
              <c:f>Sheet1!$A$5</c:f>
              <c:strCache>
                <c:ptCount val="1"/>
                <c:pt idx="0">
                  <c:v>نيوم</c:v>
                </c:pt>
              </c:strCache>
            </c:strRef>
          </c:tx>
          <c:spPr>
            <a:solidFill>
              <a:schemeClr val="accent4">
                <a:alpha val="85000"/>
              </a:schemeClr>
            </a:solidFill>
            <a:ln w="9525" cap="flat" cmpd="sng" algn="ctr">
              <a:solidFill>
                <a:schemeClr val="lt1">
                  <a:alpha val="50000"/>
                </a:schemeClr>
              </a:solidFill>
              <a:round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1" i="0" u="none" strike="noStrike" kern="1200" baseline="0">
                    <a:solidFill>
                      <a:schemeClr val="lt1"/>
                    </a:solidFill>
                    <a:latin typeface="IBM Plex Sans Medium" panose="020B0603050203000203" pitchFamily="34" charset="0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dk1">
                          <a:lumMod val="50000"/>
                          <a:lumOff val="50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Sheet1!$B$1</c:f>
              <c:strCache>
                <c:ptCount val="1"/>
                <c:pt idx="0">
                  <c:v>عدد المتدربين</c:v>
                </c:pt>
              </c:strCache>
            </c:strRef>
          </c:cat>
          <c:val>
            <c:numRef>
              <c:f>Sheet1!$B$5</c:f>
              <c:numCache>
                <c:formatCode>General</c:formatCode>
                <c:ptCount val="1"/>
                <c:pt idx="0">
                  <c:v>30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D024-493A-93DD-BD8992FFF3F7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60"/>
        <c:overlap val="100"/>
        <c:axId val="2023931951"/>
        <c:axId val="2023933663"/>
      </c:barChart>
      <c:catAx>
        <c:axId val="2023931951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19050" cap="flat" cmpd="sng" algn="ctr">
            <a:solidFill>
              <a:schemeClr val="dk1">
                <a:lumMod val="75000"/>
                <a:lumOff val="2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1" i="0" u="none" strike="noStrike" kern="1200" cap="all" baseline="0">
                <a:solidFill>
                  <a:schemeClr val="bg1"/>
                </a:solidFill>
                <a:latin typeface="IBM Plex Sans Arabic SemiBold" panose="020B0503050203000203" pitchFamily="34" charset="-78"/>
                <a:ea typeface="+mn-ea"/>
                <a:cs typeface="IBM Plex Sans Arabic SemiBold" panose="020B0503050203000203" pitchFamily="34" charset="-78"/>
              </a:defRPr>
            </a:pPr>
            <a:endParaRPr lang="en-US"/>
          </a:p>
        </c:txPr>
        <c:crossAx val="2023933663"/>
        <c:crosses val="autoZero"/>
        <c:auto val="1"/>
        <c:lblAlgn val="ctr"/>
        <c:lblOffset val="100"/>
        <c:noMultiLvlLbl val="0"/>
      </c:catAx>
      <c:valAx>
        <c:axId val="2023933663"/>
        <c:scaling>
          <c:orientation val="minMax"/>
        </c:scaling>
        <c:delete val="1"/>
        <c:axPos val="b"/>
        <c:majorGridlines>
          <c:spPr>
            <a:ln w="9525" cap="flat" cmpd="sng" algn="ctr">
              <a:gradFill>
                <a:gsLst>
                  <a:gs pos="100000">
                    <a:schemeClr val="dk1">
                      <a:lumMod val="95000"/>
                      <a:lumOff val="5000"/>
                      <a:alpha val="42000"/>
                    </a:schemeClr>
                  </a:gs>
                  <a:gs pos="0">
                    <a:schemeClr val="lt1">
                      <a:lumMod val="75000"/>
                      <a:alpha val="36000"/>
                    </a:schemeClr>
                  </a:gs>
                </a:gsLst>
                <a:lin ang="5400000" scaled="0"/>
              </a:gra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crossAx val="2023931951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egendEntry>
        <c:idx val="0"/>
        <c:txPr>
          <a:bodyPr rot="0" spcFirstLastPara="1" vertOverflow="ellipsis" vert="horz" wrap="square" anchor="ctr" anchorCtr="1"/>
          <a:lstStyle/>
          <a:p>
            <a:pPr>
              <a:defRPr sz="1600" b="1" i="0" u="none" strike="noStrike" kern="1200" baseline="0">
                <a:solidFill>
                  <a:srgbClr val="4878C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IBM Plex Sans Arabic" panose="020B0503050203000203" pitchFamily="34" charset="-78"/>
                <a:ea typeface="+mn-ea"/>
                <a:cs typeface="IBM Plex Sans Arabic" panose="020B0503050203000203" pitchFamily="34" charset="-78"/>
              </a:defRPr>
            </a:pPr>
            <a:endParaRPr lang="en-US"/>
          </a:p>
        </c:txPr>
      </c:legendEntry>
      <c:legendEntry>
        <c:idx val="1"/>
        <c:txPr>
          <a:bodyPr rot="0" spcFirstLastPara="1" vertOverflow="ellipsis" vert="horz" wrap="square" anchor="ctr" anchorCtr="1"/>
          <a:lstStyle/>
          <a:p>
            <a:pPr>
              <a:defRPr sz="1600" b="1" i="0" u="none" strike="noStrike" kern="1200" baseline="0">
                <a:solidFill>
                  <a:srgbClr val="99B7E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IBM Plex Sans Arabic" panose="020B0503050203000203" pitchFamily="34" charset="-78"/>
                <a:ea typeface="+mn-ea"/>
                <a:cs typeface="IBM Plex Sans Arabic" panose="020B0503050203000203" pitchFamily="34" charset="-78"/>
              </a:defRPr>
            </a:pPr>
            <a:endParaRPr lang="en-US"/>
          </a:p>
        </c:txPr>
      </c:legendEntry>
      <c:legendEntry>
        <c:idx val="2"/>
        <c:txPr>
          <a:bodyPr rot="0" spcFirstLastPara="1" vertOverflow="ellipsis" vert="horz" wrap="square" anchor="ctr" anchorCtr="1"/>
          <a:lstStyle/>
          <a:p>
            <a:pPr>
              <a:defRPr sz="1600" b="1" i="0" u="none" strike="noStrike" kern="1200" baseline="0">
                <a:solidFill>
                  <a:schemeClr val="bg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IBM Plex Sans Arabic" panose="020B0503050203000203" pitchFamily="34" charset="-78"/>
                <a:ea typeface="+mn-ea"/>
                <a:cs typeface="IBM Plex Sans Arabic" panose="020B0503050203000203" pitchFamily="34" charset="-78"/>
              </a:defRPr>
            </a:pPr>
            <a:endParaRPr lang="en-US"/>
          </a:p>
        </c:txPr>
      </c:legendEntry>
      <c:legendEntry>
        <c:idx val="3"/>
        <c:txPr>
          <a:bodyPr rot="0" spcFirstLastPara="1" vertOverflow="ellipsis" vert="horz" wrap="square" anchor="ctr" anchorCtr="1"/>
          <a:lstStyle/>
          <a:p>
            <a:pPr>
              <a:defRPr sz="1600" b="1" i="0" u="none" strike="noStrike" kern="1200" baseline="0">
                <a:solidFill>
                  <a:srgbClr val="99B7E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IBM Plex Sans Arabic" panose="020B0503050203000203" pitchFamily="34" charset="-78"/>
                <a:ea typeface="+mn-ea"/>
                <a:cs typeface="IBM Plex Sans Arabic" panose="020B0503050203000203" pitchFamily="34" charset="-78"/>
              </a:defRPr>
            </a:pPr>
            <a:endParaRPr lang="en-US"/>
          </a:p>
        </c:txPr>
      </c:legendEntry>
      <c:layout>
        <c:manualLayout>
          <c:xMode val="edge"/>
          <c:yMode val="edge"/>
          <c:x val="0.17536270985459962"/>
          <c:y val="0.794654971317036"/>
          <c:w val="0.63693638029318789"/>
          <c:h val="0.16412205894127294"/>
        </c:manualLayout>
      </c:layout>
      <c:overlay val="0"/>
      <c:spPr>
        <a:solidFill>
          <a:schemeClr val="bg1">
            <a:alpha val="39000"/>
          </a:schemeClr>
        </a:solidFill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1" i="0" u="none" strike="noStrike" kern="1200" baseline="0">
              <a:solidFill>
                <a:schemeClr val="dk1">
                  <a:lumMod val="75000"/>
                  <a:lumOff val="2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IBM Plex Sans Arabic" panose="020B0503050203000203" pitchFamily="34" charset="-78"/>
              <a:ea typeface="+mn-ea"/>
              <a:cs typeface="IBM Plex Sans Arabic" panose="020B0503050203000203" pitchFamily="34" charset="-78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gradFill flip="none" rotWithShape="1">
      <a:gsLst>
        <a:gs pos="0">
          <a:srgbClr val="00349C"/>
        </a:gs>
        <a:gs pos="48000">
          <a:srgbClr val="0561E9"/>
        </a:gs>
        <a:gs pos="100000">
          <a:schemeClr val="tx1"/>
        </a:gs>
      </a:gsLst>
      <a:path path="circle">
        <a:fillToRect l="50000" t="-80000" r="50000" b="180000"/>
      </a:path>
      <a:tileRect/>
    </a:gradFill>
    <a:ln w="9525" cap="flat" cmpd="sng" algn="ctr">
      <a:solidFill>
        <a:schemeClr val="dk1">
          <a:lumMod val="25000"/>
          <a:lumOff val="75000"/>
        </a:schemeClr>
      </a:solidFill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2128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IBM Plex Sans Arabic" panose="020B0503050203000203" pitchFamily="34" charset="-78"/>
                <a:ea typeface="+mn-ea"/>
                <a:cs typeface="IBM Plex Sans Arabic" panose="020B0503050203000203" pitchFamily="34" charset="-78"/>
              </a:defRPr>
            </a:pPr>
            <a:r>
              <a:rPr lang="ar-SA"/>
              <a:t>الدورات والبرامج المنجزة خلال فترة</a:t>
            </a:r>
            <a:r>
              <a:rPr lang="en-US"/>
              <a:t> </a:t>
            </a:r>
            <a:r>
              <a:rPr lang="ar-SA"/>
              <a:t>2024 (تراكمي)</a:t>
            </a:r>
          </a:p>
        </c:rich>
      </c:tx>
      <c:layout>
        <c:manualLayout>
          <c:xMode val="edge"/>
          <c:yMode val="edge"/>
          <c:x val="0.18788348058987986"/>
          <c:y val="3.7799239015005406E-3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128" b="1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IBM Plex Sans Arabic" panose="020B0503050203000203" pitchFamily="34" charset="-78"/>
              <a:ea typeface="+mn-ea"/>
              <a:cs typeface="IBM Plex Sans Arabic" panose="020B0503050203000203" pitchFamily="34" charset="-78"/>
            </a:defRPr>
          </a:pPr>
          <a:endParaRPr lang="en-US"/>
        </a:p>
      </c:txPr>
    </c:title>
    <c:autoTitleDeleted val="0"/>
    <c:view3D>
      <c:rotX val="15"/>
      <c:rotY val="20"/>
      <c:depthPercent val="100"/>
      <c:rAngAx val="1"/>
    </c:view3D>
    <c:floor>
      <c:thickness val="0"/>
      <c:spPr>
        <a:noFill/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/>
      <c:bar3DChart>
        <c:barDir val="col"/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عدد الدورات</c:v>
                </c:pt>
              </c:strCache>
            </c:strRef>
          </c:tx>
          <c:spPr>
            <a:gradFill rotWithShape="1">
              <a:gsLst>
                <a:gs pos="0">
                  <a:schemeClr val="accent1">
                    <a:satMod val="103000"/>
                    <a:lumMod val="102000"/>
                    <a:tint val="94000"/>
                  </a:schemeClr>
                </a:gs>
                <a:gs pos="50000">
                  <a:schemeClr val="accent1">
                    <a:satMod val="110000"/>
                    <a:lumMod val="100000"/>
                    <a:shade val="100000"/>
                  </a:schemeClr>
                </a:gs>
                <a:gs pos="100000">
                  <a:schemeClr val="accent1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  <a:sp3d/>
          </c:spPr>
          <c:invertIfNegative val="0"/>
          <c:dLbls>
            <c:dLbl>
              <c:idx val="0"/>
              <c:layout>
                <c:manualLayout>
                  <c:x val="0"/>
                  <c:y val="-3.779923901500544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717C-412F-B021-26E7067A9D34}"/>
                </c:ext>
              </c:extLst>
            </c:dLbl>
            <c:dLbl>
              <c:idx val="1"/>
              <c:layout>
                <c:manualLayout>
                  <c:x val="-6.7331097357718325E-3"/>
                  <c:y val="-2.2679543409003383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717C-412F-B021-26E7067A9D34}"/>
                </c:ext>
              </c:extLst>
            </c:dLbl>
            <c:dLbl>
              <c:idx val="3"/>
              <c:layout>
                <c:manualLayout>
                  <c:x val="-6.1719459589444559E-17"/>
                  <c:y val="-1.5119695606002301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717C-412F-B021-26E7067A9D34}"/>
                </c:ext>
              </c:extLst>
            </c:dLbl>
            <c:dLbl>
              <c:idx val="4"/>
              <c:layout>
                <c:manualLayout>
                  <c:x val="-3.3665548678859162E-3"/>
                  <c:y val="-1.1339771704501622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DF36-F347-8F37-359BA6178AA4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IBM Plex Sans Arabic" panose="020B0503050203000203" pitchFamily="34" charset="-78"/>
                    <a:ea typeface="+mn-ea"/>
                    <a:cs typeface="IBM Plex Sans Arabic" panose="020B0503050203000203" pitchFamily="34" charset="-78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Sheet1!$A$2:$A$6</c:f>
              <c:strCache>
                <c:ptCount val="5"/>
                <c:pt idx="0">
                  <c:v>دورة تطويرية</c:v>
                </c:pt>
                <c:pt idx="1">
                  <c:v>دورة تأهيلية</c:v>
                </c:pt>
                <c:pt idx="2">
                  <c:v>ديبلوم مساعد</c:v>
                </c:pt>
                <c:pt idx="3">
                  <c:v>برنامج تأهيلي</c:v>
                </c:pt>
                <c:pt idx="4">
                  <c:v>ديبلوم تدريبي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115</c:v>
                </c:pt>
                <c:pt idx="1">
                  <c:v>3</c:v>
                </c:pt>
                <c:pt idx="2">
                  <c:v>0</c:v>
                </c:pt>
                <c:pt idx="3">
                  <c:v>0</c:v>
                </c:pt>
                <c:pt idx="4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77B-7447-B59F-341474EA41A2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عدد المتدربين</c:v>
                </c:pt>
              </c:strCache>
            </c:strRef>
          </c:tx>
          <c:spPr>
            <a:gradFill rotWithShape="1">
              <a:gsLst>
                <a:gs pos="0">
                  <a:schemeClr val="accent2">
                    <a:satMod val="103000"/>
                    <a:lumMod val="102000"/>
                    <a:tint val="94000"/>
                  </a:schemeClr>
                </a:gs>
                <a:gs pos="50000">
                  <a:schemeClr val="accent2">
                    <a:satMod val="110000"/>
                    <a:lumMod val="100000"/>
                    <a:shade val="100000"/>
                  </a:schemeClr>
                </a:gs>
                <a:gs pos="100000">
                  <a:schemeClr val="accent2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  <a:sp3d/>
          </c:spPr>
          <c:invertIfNegative val="0"/>
          <c:dLbls>
            <c:dLbl>
              <c:idx val="0"/>
              <c:layout>
                <c:manualLayout>
                  <c:x val="6.7331097357718325E-3"/>
                  <c:y val="-6.0478782424008663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separator>, </c:separator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717C-412F-B021-26E7067A9D34}"/>
                </c:ext>
              </c:extLst>
            </c:dLbl>
            <c:dLbl>
              <c:idx val="1"/>
              <c:layout>
                <c:manualLayout>
                  <c:x val="1.3551870584971296E-2"/>
                  <c:y val="-4.5359086818006489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separator>, </c:separator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077B-7447-B59F-341474EA41A2}"/>
                </c:ext>
              </c:extLst>
            </c:dLbl>
            <c:dLbl>
              <c:idx val="3"/>
              <c:layout>
                <c:manualLayout>
                  <c:x val="-3.3665548678859162E-3"/>
                  <c:y val="-3.4019315113504867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separator>, </c:separator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077B-7447-B59F-341474EA41A2}"/>
                </c:ext>
              </c:extLst>
            </c:dLbl>
            <c:dLbl>
              <c:idx val="4"/>
              <c:layout>
                <c:manualLayout>
                  <c:x val="1.5245854408092707E-2"/>
                  <c:y val="-4.1579162916505978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separator>, </c:separator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DF36-F347-8F37-359BA6178AA4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IBM Plex Sans Arabic" panose="020B0503050203000203" pitchFamily="34" charset="-78"/>
                    <a:ea typeface="+mn-ea"/>
                    <a:cs typeface="IBM Plex Sans Arabic" panose="020B0503050203000203" pitchFamily="34" charset="-78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eparator>, </c:separator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Sheet1!$A$2:$A$6</c:f>
              <c:strCache>
                <c:ptCount val="5"/>
                <c:pt idx="0">
                  <c:v>دورة تطويرية</c:v>
                </c:pt>
                <c:pt idx="1">
                  <c:v>دورة تأهيلية</c:v>
                </c:pt>
                <c:pt idx="2">
                  <c:v>ديبلوم مساعد</c:v>
                </c:pt>
                <c:pt idx="3">
                  <c:v>برنامج تأهيلي</c:v>
                </c:pt>
                <c:pt idx="4">
                  <c:v>ديبلوم تدريبي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1887</c:v>
                </c:pt>
                <c:pt idx="1">
                  <c:v>137</c:v>
                </c:pt>
                <c:pt idx="2">
                  <c:v>0</c:v>
                </c:pt>
                <c:pt idx="3">
                  <c:v>0</c:v>
                </c:pt>
                <c:pt idx="4">
                  <c:v>16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077B-7447-B59F-341474EA41A2}"/>
            </c:ext>
          </c:extLst>
        </c:ser>
        <c:dLbls>
          <c:showLegendKey val="0"/>
          <c:showVal val="0"/>
          <c:showCatName val="0"/>
          <c:showSerName val="0"/>
          <c:showPercent val="1"/>
          <c:showBubbleSize val="0"/>
        </c:dLbls>
        <c:gapWidth val="150"/>
        <c:shape val="box"/>
        <c:axId val="899653280"/>
        <c:axId val="1716953872"/>
        <c:axId val="1274654896"/>
      </c:bar3DChart>
      <c:catAx>
        <c:axId val="899653280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12700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IBM Plex Sans Arabic" panose="020B0503050203000203" pitchFamily="34" charset="-78"/>
                <a:ea typeface="+mn-ea"/>
                <a:cs typeface="IBM Plex Sans Arabic" panose="020B0503050203000203" pitchFamily="34" charset="-78"/>
              </a:defRPr>
            </a:pPr>
            <a:endParaRPr lang="en-US"/>
          </a:p>
        </c:txPr>
        <c:crossAx val="1716953872"/>
        <c:crosses val="autoZero"/>
        <c:auto val="1"/>
        <c:lblAlgn val="ctr"/>
        <c:lblOffset val="100"/>
        <c:noMultiLvlLbl val="0"/>
      </c:catAx>
      <c:valAx>
        <c:axId val="1716953872"/>
        <c:scaling>
          <c:orientation val="minMax"/>
          <c:max val="100"/>
        </c:scaling>
        <c:delete val="1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crossAx val="899653280"/>
        <c:crosses val="autoZero"/>
        <c:crossBetween val="between"/>
        <c:majorUnit val="10"/>
      </c:valAx>
      <c:serAx>
        <c:axId val="1274654896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noFill/>
          <a:ln w="12700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IBM Plex Sans Arabic" panose="020B0503050203000203" pitchFamily="34" charset="-78"/>
                <a:ea typeface="+mn-ea"/>
                <a:cs typeface="IBM Plex Sans Arabic" panose="020B0503050203000203" pitchFamily="34" charset="-78"/>
              </a:defRPr>
            </a:pPr>
            <a:endParaRPr lang="en-US"/>
          </a:p>
        </c:txPr>
        <c:crossAx val="1716953872"/>
        <c:crosses val="autoZero"/>
      </c:ser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>
      <a:softEdge rad="0"/>
    </a:effectLst>
  </c:spPr>
  <c:txPr>
    <a:bodyPr/>
    <a:lstStyle/>
    <a:p>
      <a:pPr rtl="1">
        <a:defRPr>
          <a:latin typeface="IBM Plex Sans Arabic" panose="020B0503050203000203" pitchFamily="34" charset="-78"/>
          <a:cs typeface="IBM Plex Sans Arabic" panose="020B0503050203000203" pitchFamily="34" charset="-78"/>
        </a:defRPr>
      </a:pPr>
      <a:endParaRPr lang="en-US"/>
    </a:p>
  </c:txPr>
  <c:externalData r:id="rId3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2311300376805735"/>
          <c:y val="0.31463706112197126"/>
          <c:w val="0.60453243546673552"/>
          <c:h val="0.57609767121049393"/>
        </c:manualLayout>
      </c:layout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عدد الدورات</c:v>
                </c:pt>
              </c:strCache>
            </c:strRef>
          </c:tx>
          <c:dPt>
            <c:idx val="0"/>
            <c:bubble3D val="0"/>
            <c:spPr>
              <a:solidFill>
                <a:srgbClr val="035FB2"/>
              </a:solidFill>
              <a:ln>
                <a:noFill/>
              </a:ln>
              <a:effectLst/>
              <a:scene3d>
                <a:camera prst="orthographicFront"/>
                <a:lightRig rig="brightRoom" dir="t"/>
              </a:scene3d>
              <a:sp3d prstMaterial="flat">
                <a:bevelT w="50800" h="101600" prst="angle"/>
                <a:contourClr>
                  <a:srgbClr val="000000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1-FD57-FE4F-8A1F-BF491A59939C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>
                <a:noFill/>
              </a:ln>
              <a:effectLst/>
              <a:scene3d>
                <a:camera prst="orthographicFront"/>
                <a:lightRig rig="brightRoom" dir="t"/>
              </a:scene3d>
              <a:sp3d prstMaterial="flat">
                <a:bevelT w="50800" h="101600" prst="angle"/>
                <a:contourClr>
                  <a:srgbClr val="000000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3-FD57-FE4F-8A1F-BF491A59939C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>
                <a:noFill/>
              </a:ln>
              <a:effectLst/>
              <a:scene3d>
                <a:camera prst="orthographicFront"/>
                <a:lightRig rig="brightRoom" dir="t"/>
              </a:scene3d>
              <a:sp3d prstMaterial="flat">
                <a:bevelT w="50800" h="101600" prst="angle"/>
                <a:contourClr>
                  <a:srgbClr val="000000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5-FD57-FE4F-8A1F-BF491A59939C}"/>
              </c:ext>
            </c:extLst>
          </c:dPt>
          <c:dPt>
            <c:idx val="3"/>
            <c:bubble3D val="0"/>
            <c:spPr>
              <a:solidFill>
                <a:srgbClr val="008EE1"/>
              </a:solidFill>
              <a:ln>
                <a:noFill/>
              </a:ln>
              <a:effectLst/>
              <a:scene3d>
                <a:camera prst="orthographicFront"/>
                <a:lightRig rig="brightRoom" dir="t"/>
              </a:scene3d>
              <a:sp3d prstMaterial="flat">
                <a:bevelT w="50800" h="101600" prst="angle"/>
                <a:contourClr>
                  <a:srgbClr val="000000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7-FD57-FE4F-8A1F-BF491A59939C}"/>
              </c:ext>
            </c:extLst>
          </c:dPt>
          <c:dPt>
            <c:idx val="4"/>
            <c:bubble3D val="0"/>
            <c:spPr>
              <a:solidFill>
                <a:srgbClr val="873CC1"/>
              </a:solidFill>
              <a:ln>
                <a:noFill/>
              </a:ln>
              <a:effectLst/>
              <a:scene3d>
                <a:camera prst="orthographicFront"/>
                <a:lightRig rig="brightRoom" dir="t"/>
              </a:scene3d>
              <a:sp3d prstMaterial="flat">
                <a:bevelT w="50800" h="101600" prst="angle"/>
                <a:contourClr>
                  <a:srgbClr val="000000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9-FD57-FE4F-8A1F-BF491A59939C}"/>
              </c:ext>
            </c:extLst>
          </c:dPt>
          <c:dLbls>
            <c:dLbl>
              <c:idx val="0"/>
              <c:layout>
                <c:manualLayout>
                  <c:x val="-0.29056475640326151"/>
                  <c:y val="-0.21860218298733028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noAutofit/>
                </a:bodyPr>
                <a:lstStyle/>
                <a:p>
                  <a:pPr rtl="1">
                    <a:defRPr sz="2000" b="1" i="0" u="none" strike="noStrike" kern="1200" baseline="0">
                      <a:solidFill>
                        <a:schemeClr val="bg1"/>
                      </a:solidFill>
                      <a:latin typeface="IBM Plex Sans Arabic SemiBold" panose="020B0503050203000203" pitchFamily="34" charset="-78"/>
                      <a:ea typeface="+mn-ea"/>
                      <a:cs typeface="IBM Plex Sans Arabic SemiBold" panose="020B0503050203000203" pitchFamily="34" charset="-78"/>
                    </a:defRPr>
                  </a:pPr>
                  <a:endParaRPr lang="en-US"/>
                </a:p>
              </c:txPr>
              <c:dLblPos val="bestFit"/>
              <c:showLegendKey val="1"/>
              <c:showVal val="0"/>
              <c:showCatName val="0"/>
              <c:showSerName val="0"/>
              <c:showPercent val="1"/>
              <c:showBubbleSize val="0"/>
              <c:separator>, </c:separator>
              <c:extLst>
                <c:ext xmlns:c15="http://schemas.microsoft.com/office/drawing/2012/chart" uri="{CE6537A1-D6FC-4f65-9D91-7224C49458BB}">
                  <c15:layout>
                    <c:manualLayout>
                      <c:w val="0.20511458808019103"/>
                      <c:h val="0.1102951380116038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1-FD57-FE4F-8A1F-BF491A59939C}"/>
                </c:ext>
              </c:extLst>
            </c:dLbl>
            <c:dLbl>
              <c:idx val="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FD57-FE4F-8A1F-BF491A59939C}"/>
                </c:ext>
              </c:extLst>
            </c:dLbl>
            <c:dLbl>
              <c:idx val="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FD57-FE4F-8A1F-BF491A59939C}"/>
                </c:ext>
              </c:extLst>
            </c:dLbl>
            <c:dLbl>
              <c:idx val="3"/>
              <c:layout>
                <c:manualLayout>
                  <c:x val="-4.9566817408699497E-2"/>
                  <c:y val="-1.1211661465513868E-2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noAutofit/>
                </a:bodyPr>
                <a:lstStyle/>
                <a:p>
                  <a:pPr rtl="1">
                    <a:defRPr sz="2000" b="1" i="0" u="none" strike="noStrike" kern="1200" baseline="0">
                      <a:solidFill>
                        <a:srgbClr val="008DE0"/>
                      </a:solidFill>
                      <a:latin typeface="IBM Plex Sans Arabic SemiBold" panose="020B0503050203000203" pitchFamily="34" charset="-78"/>
                      <a:ea typeface="+mn-ea"/>
                      <a:cs typeface="IBM Plex Sans Arabic SemiBold" panose="020B0503050203000203" pitchFamily="34" charset="-78"/>
                    </a:defRPr>
                  </a:pPr>
                  <a:endParaRPr lang="en-US"/>
                </a:p>
              </c:txPr>
              <c:dLblPos val="bestFit"/>
              <c:showLegendKey val="1"/>
              <c:showVal val="0"/>
              <c:showCatName val="0"/>
              <c:showSerName val="0"/>
              <c:showPercent val="1"/>
              <c:showBubbleSize val="0"/>
              <c:separator>, </c:separator>
              <c:extLst>
                <c:ext xmlns:c15="http://schemas.microsoft.com/office/drawing/2012/chart" uri="{CE6537A1-D6FC-4f65-9D91-7224C49458BB}">
                  <c15:layout>
                    <c:manualLayout>
                      <c:w val="0.15332163178228114"/>
                      <c:h val="0.10557243048482889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7-FD57-FE4F-8A1F-BF491A59939C}"/>
                </c:ext>
              </c:extLst>
            </c:dLbl>
            <c:dLbl>
              <c:idx val="4"/>
              <c:layout>
                <c:manualLayout>
                  <c:x val="0.19143085241968283"/>
                  <c:y val="1.0399233676928894E-2"/>
                </c:manualLayout>
              </c:layout>
              <c:tx>
                <c:rich>
                  <a:bodyPr rot="0" spcFirstLastPara="1" vertOverflow="ellipsis" vert="horz" wrap="square" lIns="38100" tIns="19050" rIns="38100" bIns="19050" anchor="ctr" anchorCtr="1">
                    <a:noAutofit/>
                  </a:bodyPr>
                  <a:lstStyle/>
                  <a:p>
                    <a:pPr rtl="1">
                      <a:defRPr sz="2000" b="1" i="0" u="none" strike="noStrike" kern="1200" baseline="0">
                        <a:solidFill>
                          <a:srgbClr val="528AC0"/>
                        </a:solidFill>
                        <a:latin typeface="IBM Plex Sans Arabic SemiBold" panose="020B0503050203000203" pitchFamily="34" charset="-78"/>
                        <a:ea typeface="+mn-ea"/>
                        <a:cs typeface="IBM Plex Sans Arabic SemiBold" panose="020B0503050203000203" pitchFamily="34" charset="-78"/>
                      </a:defRPr>
                    </a:pPr>
                    <a:fld id="{03815C51-F0CE-CE48-A4D9-0D5CA3ADDFCD}" type="PERCENTAGE">
                      <a:rPr lang="en-US" sz="2000" b="1" i="0">
                        <a:solidFill>
                          <a:srgbClr val="7936AD"/>
                        </a:solidFill>
                        <a:latin typeface="IBM Plex Sans Arabic SemiBold" panose="020B0503050203000203" pitchFamily="34" charset="-78"/>
                        <a:cs typeface="IBM Plex Sans Arabic SemiBold" panose="020B0503050203000203" pitchFamily="34" charset="-78"/>
                      </a:rPr>
                      <a:pPr rtl="1">
                        <a:defRPr sz="2000">
                          <a:solidFill>
                            <a:srgbClr val="528AC0"/>
                          </a:solidFill>
                          <a:latin typeface="IBM Plex Sans Arabic SemiBold" panose="020B0503050203000203" pitchFamily="34" charset="-78"/>
                          <a:cs typeface="IBM Plex Sans Arabic SemiBold" panose="020B0503050203000203" pitchFamily="34" charset="-78"/>
                        </a:defRPr>
                      </a:pPr>
                      <a:t>[PERCENTAGE]</a:t>
                    </a:fld>
                    <a:endParaRPr lang="en-US"/>
                  </a:p>
                </c:rich>
              </c:tx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noAutofit/>
                </a:bodyPr>
                <a:lstStyle/>
                <a:p>
                  <a:pPr rtl="1">
                    <a:defRPr sz="2000" b="1" i="0" u="none" strike="noStrike" kern="1200" baseline="0">
                      <a:solidFill>
                        <a:srgbClr val="528AC0"/>
                      </a:solidFill>
                      <a:latin typeface="IBM Plex Sans Arabic SemiBold" panose="020B0503050203000203" pitchFamily="34" charset="-78"/>
                      <a:ea typeface="+mn-ea"/>
                      <a:cs typeface="IBM Plex Sans Arabic SemiBold" panose="020B0503050203000203" pitchFamily="34" charset="-78"/>
                    </a:defRPr>
                  </a:pPr>
                  <a:endParaRPr lang="en-US"/>
                </a:p>
              </c:txPr>
              <c:dLblPos val="bestFit"/>
              <c:showLegendKey val="1"/>
              <c:showVal val="0"/>
              <c:showCatName val="0"/>
              <c:showSerName val="0"/>
              <c:showPercent val="1"/>
              <c:showBubbleSize val="0"/>
              <c:separator>, </c:separator>
              <c:extLst>
                <c:ext xmlns:c15="http://schemas.microsoft.com/office/drawing/2012/chart" uri="{CE6537A1-D6FC-4f65-9D91-7224C49458BB}">
                  <c15:layout>
                    <c:manualLayout>
                      <c:w val="0.13430907867915845"/>
                      <c:h val="0.10631389755747686"/>
                    </c:manualLayout>
                  </c15:layout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9-FD57-FE4F-8A1F-BF491A59939C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 rtl="1">
                  <a:defRPr sz="2000" b="1" i="0" u="none" strike="noStrike" kern="1200" baseline="0">
                    <a:solidFill>
                      <a:schemeClr val="tx1">
                        <a:lumMod val="75000"/>
                      </a:schemeClr>
                    </a:solidFill>
                    <a:latin typeface="IBM Plex Sans Arabic SemiBold" panose="020B0503050203000203" pitchFamily="34" charset="-78"/>
                    <a:ea typeface="+mn-ea"/>
                    <a:cs typeface="IBM Plex Sans Arabic SemiBold" panose="020B0503050203000203" pitchFamily="34" charset="-78"/>
                  </a:defRPr>
                </a:pPr>
                <a:endParaRPr lang="en-US"/>
              </a:p>
            </c:txPr>
            <c:dLblPos val="bestFit"/>
            <c:showLegendKey val="1"/>
            <c:showVal val="0"/>
            <c:showCatName val="0"/>
            <c:showSerName val="0"/>
            <c:showPercent val="1"/>
            <c:showBubbleSize val="0"/>
            <c:separator>, </c:separator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Sheet1!$A$2:$A$6</c:f>
              <c:strCache>
                <c:ptCount val="5"/>
                <c:pt idx="0">
                  <c:v>دورة تطويرية</c:v>
                </c:pt>
                <c:pt idx="1">
                  <c:v>دورة تأهيلية</c:v>
                </c:pt>
                <c:pt idx="2">
                  <c:v>برنامج عالمي</c:v>
                </c:pt>
                <c:pt idx="3">
                  <c:v>برنامج تأهيلي</c:v>
                </c:pt>
                <c:pt idx="4">
                  <c:v>ديبلوم تدريبي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19</c:v>
                </c:pt>
                <c:pt idx="1">
                  <c:v>0</c:v>
                </c:pt>
                <c:pt idx="2">
                  <c:v>0</c:v>
                </c:pt>
                <c:pt idx="3">
                  <c:v>2</c:v>
                </c:pt>
                <c:pt idx="4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FD57-FE4F-8A1F-BF491A59939C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عدد المتدربين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>
                <a:noFill/>
              </a:ln>
              <a:effectLst/>
              <a:scene3d>
                <a:camera prst="orthographicFront"/>
                <a:lightRig rig="brightRoom" dir="t"/>
              </a:scene3d>
              <a:sp3d prstMaterial="flat">
                <a:bevelT w="50800" h="101600" prst="angle"/>
                <a:contourClr>
                  <a:srgbClr val="000000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C-FD57-FE4F-8A1F-BF491A59939C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>
                <a:noFill/>
              </a:ln>
              <a:effectLst/>
              <a:scene3d>
                <a:camera prst="orthographicFront"/>
                <a:lightRig rig="brightRoom" dir="t"/>
              </a:scene3d>
              <a:sp3d prstMaterial="flat">
                <a:bevelT w="50800" h="101600" prst="angle"/>
                <a:contourClr>
                  <a:srgbClr val="000000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E-FD57-FE4F-8A1F-BF491A59939C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>
                <a:noFill/>
              </a:ln>
              <a:effectLst/>
              <a:scene3d>
                <a:camera prst="orthographicFront"/>
                <a:lightRig rig="brightRoom" dir="t"/>
              </a:scene3d>
              <a:sp3d prstMaterial="flat">
                <a:bevelT w="50800" h="101600" prst="angle"/>
                <a:contourClr>
                  <a:srgbClr val="000000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10-FD57-FE4F-8A1F-BF491A59939C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>
                <a:noFill/>
              </a:ln>
              <a:effectLst/>
              <a:scene3d>
                <a:camera prst="orthographicFront"/>
                <a:lightRig rig="brightRoom" dir="t"/>
              </a:scene3d>
              <a:sp3d prstMaterial="flat">
                <a:bevelT w="50800" h="101600" prst="angle"/>
                <a:contourClr>
                  <a:srgbClr val="000000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12-FD57-FE4F-8A1F-BF491A59939C}"/>
              </c:ext>
            </c:extLst>
          </c:dPt>
          <c:dPt>
            <c:idx val="4"/>
            <c:bubble3D val="0"/>
            <c:spPr>
              <a:solidFill>
                <a:schemeClr val="accent5"/>
              </a:solidFill>
              <a:ln>
                <a:noFill/>
              </a:ln>
              <a:effectLst/>
              <a:scene3d>
                <a:camera prst="orthographicFront"/>
                <a:lightRig rig="brightRoom" dir="t"/>
              </a:scene3d>
              <a:sp3d prstMaterial="flat">
                <a:bevelT w="50800" h="101600" prst="angle"/>
                <a:contourClr>
                  <a:srgbClr val="000000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14-FD57-FE4F-8A1F-BF491A59939C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inEnd"/>
            <c:showLegendKey val="0"/>
            <c:showVal val="0"/>
            <c:showCatName val="0"/>
            <c:showSerName val="0"/>
            <c:showPercent val="1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Sheet1!$A$2:$A$6</c:f>
              <c:strCache>
                <c:ptCount val="5"/>
                <c:pt idx="0">
                  <c:v>دورة تطويرية</c:v>
                </c:pt>
                <c:pt idx="1">
                  <c:v>دورة تأهيلية</c:v>
                </c:pt>
                <c:pt idx="2">
                  <c:v>برنامج عالمي</c:v>
                </c:pt>
                <c:pt idx="3">
                  <c:v>برنامج تأهيلي</c:v>
                </c:pt>
                <c:pt idx="4">
                  <c:v>ديبلوم تدريبي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314</c:v>
                </c:pt>
                <c:pt idx="1">
                  <c:v>0</c:v>
                </c:pt>
                <c:pt idx="2">
                  <c:v>0</c:v>
                </c:pt>
                <c:pt idx="3">
                  <c:v>94</c:v>
                </c:pt>
                <c:pt idx="4">
                  <c:v>16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5-FD57-FE4F-8A1F-BF491A59939C}"/>
            </c:ext>
          </c:extLst>
        </c:ser>
        <c:dLbls>
          <c:dLblPos val="inEnd"/>
          <c:showLegendKey val="0"/>
          <c:showVal val="0"/>
          <c:showCatName val="0"/>
          <c:showSerName val="0"/>
          <c:showPercent val="1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t"/>
      <c:legendEntry>
        <c:idx val="0"/>
        <c:txPr>
          <a:bodyPr rot="0" spcFirstLastPara="1" vertOverflow="ellipsis" vert="horz" wrap="square" anchor="ctr" anchorCtr="1"/>
          <a:lstStyle/>
          <a:p>
            <a:pPr>
              <a:defRPr sz="1400" b="1" i="0" u="none" strike="noStrike" kern="1200" baseline="0">
                <a:solidFill>
                  <a:srgbClr val="3C65B1"/>
                </a:solidFill>
                <a:latin typeface="IBM Plex Sans Arabic SemiBold" panose="020B0503050203000203" pitchFamily="34" charset="-78"/>
                <a:ea typeface="+mn-ea"/>
                <a:cs typeface="IBM Plex Sans Arabic SemiBold" panose="020B0503050203000203" pitchFamily="34" charset="-78"/>
              </a:defRPr>
            </a:pPr>
            <a:endParaRPr lang="en-US"/>
          </a:p>
        </c:txPr>
      </c:legendEntry>
      <c:legendEntry>
        <c:idx val="1"/>
        <c:delete val="1"/>
      </c:legendEntry>
      <c:legendEntry>
        <c:idx val="2"/>
        <c:delete val="1"/>
      </c:legendEntry>
      <c:legendEntry>
        <c:idx val="3"/>
        <c:txPr>
          <a:bodyPr rot="0" spcFirstLastPara="1" vertOverflow="ellipsis" vert="horz" wrap="square" anchor="ctr" anchorCtr="1"/>
          <a:lstStyle/>
          <a:p>
            <a:pPr>
              <a:defRPr sz="1400" b="1" i="0" u="none" strike="noStrike" kern="1200" baseline="0">
                <a:solidFill>
                  <a:srgbClr val="90A0BC"/>
                </a:solidFill>
                <a:latin typeface="IBM Plex Sans Arabic SemiBold" panose="020B0503050203000203" pitchFamily="34" charset="-78"/>
                <a:ea typeface="+mn-ea"/>
                <a:cs typeface="IBM Plex Sans Arabic SemiBold" panose="020B0503050203000203" pitchFamily="34" charset="-78"/>
              </a:defRPr>
            </a:pPr>
            <a:endParaRPr lang="en-US"/>
          </a:p>
        </c:txPr>
      </c:legendEntry>
      <c:legendEntry>
        <c:idx val="4"/>
        <c:txPr>
          <a:bodyPr rot="0" spcFirstLastPara="1" vertOverflow="ellipsis" vert="horz" wrap="square" anchor="ctr" anchorCtr="1"/>
          <a:lstStyle/>
          <a:p>
            <a:pPr>
              <a:defRPr sz="1400" b="1" i="0" u="none" strike="noStrike" kern="1200" baseline="0">
                <a:solidFill>
                  <a:srgbClr val="853CBF"/>
                </a:solidFill>
                <a:latin typeface="IBM Plex Sans Arabic SemiBold" panose="020B0503050203000203" pitchFamily="34" charset="-78"/>
                <a:ea typeface="+mn-ea"/>
                <a:cs typeface="IBM Plex Sans Arabic SemiBold" panose="020B0503050203000203" pitchFamily="34" charset="-78"/>
              </a:defRPr>
            </a:pPr>
            <a:endParaRPr lang="en-US"/>
          </a:p>
        </c:txPr>
      </c:legendEntry>
      <c:layout>
        <c:manualLayout>
          <c:xMode val="edge"/>
          <c:yMode val="edge"/>
          <c:x val="0"/>
          <c:y val="0.89995347906212686"/>
          <c:w val="0.98758686329076639"/>
          <c:h val="9.303386917539222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1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IBM Plex Sans Arabic SemiBold" panose="020B0503050203000203" pitchFamily="34" charset="-78"/>
              <a:ea typeface="+mn-ea"/>
              <a:cs typeface="IBM Plex Sans Arabic SemiBold" panose="020B0503050203000203" pitchFamily="34" charset="-78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bg1">
        <a:lumMod val="95000"/>
        <a:alpha val="10276"/>
      </a:schemeClr>
    </a:solidFill>
    <a:ln>
      <a:solidFill>
        <a:schemeClr val="tx1">
          <a:lumMod val="20000"/>
          <a:lumOff val="80000"/>
        </a:schemeClr>
      </a:solidFill>
    </a:ln>
    <a:effectLst>
      <a:outerShdw blurRad="50800" dist="50800" dir="5400000" sx="99572" sy="99572" algn="ctr" rotWithShape="0">
        <a:schemeClr val="bg1">
          <a:lumMod val="85000"/>
        </a:schemeClr>
      </a:outerShdw>
    </a:effectLst>
  </c:spPr>
  <c:txPr>
    <a:bodyPr/>
    <a:lstStyle/>
    <a:p>
      <a:pPr>
        <a:defRPr/>
      </a:pPr>
      <a:endParaRPr lang="en-US"/>
    </a:p>
  </c:txPr>
  <c:externalData r:id="rId3">
    <c:autoUpdate val="0"/>
  </c:externalData>
  <c:userShapes r:id="rId4"/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822006650669851"/>
          <c:y val="0.2871761925287063"/>
          <c:w val="0.6423872494439512"/>
          <c:h val="0.61374091725277669"/>
        </c:manualLayout>
      </c:layout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عدد المتدربين</c:v>
                </c:pt>
              </c:strCache>
            </c:strRef>
          </c:tx>
          <c:spPr>
            <a:solidFill>
              <a:srgbClr val="005EB1"/>
            </a:solidFill>
          </c:spPr>
          <c:explosion val="7"/>
          <c:dPt>
            <c:idx val="0"/>
            <c:bubble3D val="0"/>
            <c:spPr>
              <a:solidFill>
                <a:srgbClr val="005EB1"/>
              </a:solidFill>
              <a:ln>
                <a:noFill/>
              </a:ln>
              <a:effectLst/>
              <a:scene3d>
                <a:camera prst="orthographicFront"/>
                <a:lightRig rig="brightRoom" dir="t"/>
              </a:scene3d>
              <a:sp3d prstMaterial="flat">
                <a:bevelT w="50800" h="101600" prst="angle"/>
                <a:contourClr>
                  <a:srgbClr val="000000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1-BE8B-7F48-9BC9-869BC48CDC33}"/>
              </c:ext>
            </c:extLst>
          </c:dPt>
          <c:dPt>
            <c:idx val="1"/>
            <c:bubble3D val="0"/>
            <c:spPr>
              <a:solidFill>
                <a:srgbClr val="0089D9"/>
              </a:solidFill>
              <a:ln>
                <a:noFill/>
              </a:ln>
              <a:effectLst/>
              <a:scene3d>
                <a:camera prst="orthographicFront"/>
                <a:lightRig rig="brightRoom" dir="t"/>
              </a:scene3d>
              <a:sp3d prstMaterial="flat">
                <a:bevelT w="50800" h="101600" prst="angle"/>
                <a:contourClr>
                  <a:srgbClr val="000000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3-BE8B-7F48-9BC9-869BC48CDC33}"/>
              </c:ext>
            </c:extLst>
          </c:dPt>
          <c:dPt>
            <c:idx val="2"/>
            <c:bubble3D val="0"/>
            <c:spPr>
              <a:solidFill>
                <a:srgbClr val="008DE0"/>
              </a:solidFill>
              <a:ln>
                <a:noFill/>
              </a:ln>
              <a:effectLst/>
              <a:scene3d>
                <a:camera prst="orthographicFront"/>
                <a:lightRig rig="brightRoom" dir="t"/>
              </a:scene3d>
              <a:sp3d prstMaterial="flat">
                <a:bevelT w="50800" h="101600" prst="angle"/>
                <a:contourClr>
                  <a:srgbClr val="000000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5-BE8B-7F48-9BC9-869BC48CDC33}"/>
              </c:ext>
            </c:extLst>
          </c:dPt>
          <c:dPt>
            <c:idx val="3"/>
            <c:bubble3D val="0"/>
            <c:spPr>
              <a:solidFill>
                <a:srgbClr val="00B0F0"/>
              </a:solidFill>
              <a:ln>
                <a:noFill/>
              </a:ln>
              <a:effectLst/>
              <a:scene3d>
                <a:camera prst="orthographicFront"/>
                <a:lightRig rig="brightRoom" dir="t"/>
              </a:scene3d>
              <a:sp3d prstMaterial="flat">
                <a:bevelT w="50800" h="101600" prst="angle"/>
                <a:contourClr>
                  <a:srgbClr val="000000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7-BE8B-7F48-9BC9-869BC48CDC33}"/>
              </c:ext>
            </c:extLst>
          </c:dPt>
          <c:dLbls>
            <c:dLbl>
              <c:idx val="0"/>
              <c:layout>
                <c:manualLayout>
                  <c:x val="-0.18668593839283854"/>
                  <c:y val="-0.20158949353151104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noAutofit/>
                </a:bodyPr>
                <a:lstStyle/>
                <a:p>
                  <a:pPr rtl="1">
                    <a:defRPr sz="2000" b="1" i="0" u="none" strike="noStrike" kern="1200" baseline="0">
                      <a:solidFill>
                        <a:schemeClr val="bg1"/>
                      </a:solidFill>
                      <a:latin typeface="IBM Plex Sans Arabic" panose="020B0503050203000203" pitchFamily="34" charset="-78"/>
                      <a:ea typeface="+mn-ea"/>
                      <a:cs typeface="IBM Plex Sans Arabic" panose="020B0503050203000203" pitchFamily="34" charset="-78"/>
                    </a:defRPr>
                  </a:pPr>
                  <a:endParaRPr lang="en-US"/>
                </a:p>
              </c:txPr>
              <c:dLblPos val="bestFit"/>
              <c:showLegendKey val="1"/>
              <c:showVal val="0"/>
              <c:showCatName val="0"/>
              <c:showSerName val="0"/>
              <c:showPercent val="1"/>
              <c:showBubbleSize val="0"/>
              <c:separator>, </c:separator>
              <c:extLst>
                <c:ext xmlns:c15="http://schemas.microsoft.com/office/drawing/2012/chart" uri="{CE6537A1-D6FC-4f65-9D91-7224C49458BB}">
                  <c15:layout>
                    <c:manualLayout>
                      <c:w val="0.18775741144511754"/>
                      <c:h val="0.10473783877089517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1-BE8B-7F48-9BC9-869BC48CDC33}"/>
                </c:ext>
              </c:extLst>
            </c:dLbl>
            <c:dLbl>
              <c:idx val="1"/>
              <c:layout>
                <c:manualLayout>
                  <c:x val="-4.4125767256489104E-2"/>
                  <c:y val="-3.7929470693138477E-2"/>
                </c:manualLayout>
              </c:layout>
              <c:tx>
                <c:rich>
                  <a:bodyPr/>
                  <a:lstStyle/>
                  <a:p>
                    <a:fld id="{299D4519-CB65-484A-832E-DED7B066D44C}" type="PERCENTAGE">
                      <a:rPr lang="en-SA">
                        <a:solidFill>
                          <a:srgbClr val="0087D8"/>
                        </a:solidFill>
                      </a:rPr>
                      <a:pPr/>
                      <a:t>[PERCENTAGE]</a:t>
                    </a:fld>
                    <a:endParaRPr lang="en-US"/>
                  </a:p>
                </c:rich>
              </c:tx>
              <c:showLegendKey val="1"/>
              <c:showVal val="0"/>
              <c:showCatName val="0"/>
              <c:showSerName val="0"/>
              <c:showPercent val="1"/>
              <c:showBubbleSize val="0"/>
              <c:separator>, </c:separator>
              <c:extLst>
                <c:ext xmlns:c15="http://schemas.microsoft.com/office/drawing/2012/chart" uri="{CE6537A1-D6FC-4f65-9D91-7224C49458BB}">
                  <c15:layout>
                    <c:manualLayout>
                      <c:w val="0.18812062717922759"/>
                      <c:h val="6.392829200432254E-2"/>
                    </c:manualLayout>
                  </c15:layout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3-BE8B-7F48-9BC9-869BC48CDC33}"/>
                </c:ext>
              </c:extLst>
            </c:dLbl>
            <c:dLbl>
              <c:idx val="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BE8B-7F48-9BC9-869BC48CDC33}"/>
                </c:ext>
              </c:extLst>
            </c:dLbl>
            <c:dLbl>
              <c:idx val="3"/>
              <c:layout>
                <c:manualLayout>
                  <c:x val="0.21384025670452408"/>
                  <c:y val="-1.6989869813105303E-2"/>
                </c:manualLayout>
              </c:layout>
              <c:tx>
                <c:rich>
                  <a:bodyPr rot="0" spcFirstLastPara="1" vertOverflow="ellipsis" vert="horz" wrap="square" lIns="38100" tIns="19050" rIns="38100" bIns="19050" anchor="ctr" anchorCtr="1">
                    <a:noAutofit/>
                  </a:bodyPr>
                  <a:lstStyle/>
                  <a:p>
                    <a:pPr rtl="1">
                      <a:defRPr sz="2000" b="1" i="0" u="none" strike="noStrike" kern="1200" baseline="0">
                        <a:solidFill>
                          <a:srgbClr val="00B0F0"/>
                        </a:solidFill>
                        <a:latin typeface="IBM Plex Sans Arabic" panose="020B0503050203000203" pitchFamily="34" charset="-78"/>
                        <a:ea typeface="+mn-ea"/>
                        <a:cs typeface="IBM Plex Sans Arabic" panose="020B0503050203000203" pitchFamily="34" charset="-78"/>
                      </a:defRPr>
                    </a:pPr>
                    <a:fld id="{2762193F-F4DF-D442-AA59-28E38DDEE0F9}" type="PERCENTAGE">
                      <a:rPr lang="ar-SA" sz="2000" b="1" i="0">
                        <a:solidFill>
                          <a:srgbClr val="00B0F0"/>
                        </a:solidFill>
                        <a:latin typeface="IBM Plex Sans Arabic" panose="020B0503050203000203" pitchFamily="34" charset="-78"/>
                        <a:cs typeface="IBM Plex Sans Arabic" panose="020B0503050203000203" pitchFamily="34" charset="-78"/>
                      </a:rPr>
                      <a:pPr rtl="1">
                        <a:defRPr sz="2000">
                          <a:solidFill>
                            <a:srgbClr val="00B0F0"/>
                          </a:solidFill>
                          <a:latin typeface="IBM Plex Sans Arabic" panose="020B0503050203000203" pitchFamily="34" charset="-78"/>
                          <a:cs typeface="IBM Plex Sans Arabic" panose="020B0503050203000203" pitchFamily="34" charset="-78"/>
                        </a:defRPr>
                      </a:pPr>
                      <a:t>[PERCENTAGE]</a:t>
                    </a:fld>
                    <a:endParaRPr lang="en-US"/>
                  </a:p>
                </c:rich>
              </c:tx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noAutofit/>
                </a:bodyPr>
                <a:lstStyle/>
                <a:p>
                  <a:pPr rtl="1">
                    <a:defRPr sz="2000" b="1" i="0" u="none" strike="noStrike" kern="1200" baseline="0">
                      <a:solidFill>
                        <a:srgbClr val="00B0F0"/>
                      </a:solidFill>
                      <a:latin typeface="IBM Plex Sans Arabic" panose="020B0503050203000203" pitchFamily="34" charset="-78"/>
                      <a:ea typeface="+mn-ea"/>
                      <a:cs typeface="IBM Plex Sans Arabic" panose="020B0503050203000203" pitchFamily="34" charset="-78"/>
                    </a:defRPr>
                  </a:pPr>
                  <a:endParaRPr lang="en-US"/>
                </a:p>
              </c:txPr>
              <c:showLegendKey val="1"/>
              <c:showVal val="0"/>
              <c:showCatName val="0"/>
              <c:showSerName val="0"/>
              <c:showPercent val="1"/>
              <c:showBubbleSize val="0"/>
              <c:separator>, </c:separator>
              <c:extLst>
                <c:ext xmlns:c15="http://schemas.microsoft.com/office/drawing/2012/chart" uri="{CE6537A1-D6FC-4f65-9D91-7224C49458BB}">
                  <c15:layout>
                    <c:manualLayout>
                      <c:w val="0.14799424200163674"/>
                      <c:h val="7.8563337670853703E-2"/>
                    </c:manualLayout>
                  </c15:layout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7-BE8B-7F48-9BC9-869BC48CDC33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 rtl="1">
                  <a:defRPr sz="2000" b="1" i="0" u="none" strike="noStrike" kern="1200" baseline="0">
                    <a:solidFill>
                      <a:srgbClr val="A1B3D1"/>
                    </a:solidFill>
                    <a:latin typeface="IBM Plex Sans Arabic" panose="020B0503050203000203" pitchFamily="34" charset="-78"/>
                    <a:ea typeface="+mn-ea"/>
                    <a:cs typeface="IBM Plex Sans Arabic" panose="020B0503050203000203" pitchFamily="34" charset="-78"/>
                  </a:defRPr>
                </a:pPr>
                <a:endParaRPr lang="en-US"/>
              </a:p>
            </c:txPr>
            <c:showLegendKey val="1"/>
            <c:showVal val="0"/>
            <c:showCatName val="0"/>
            <c:showSerName val="0"/>
            <c:showPercent val="1"/>
            <c:showBubbleSize val="0"/>
            <c:separator>, </c:separator>
            <c:showLeaderLines val="1"/>
            <c:leaderLines>
              <c:spPr>
                <a:ln w="12700" cap="flat" cmpd="sng" algn="ctr">
                  <a:solidFill>
                    <a:schemeClr val="tx2">
                      <a:lumMod val="7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Sheet1!$A$2:$A$5</c:f>
              <c:strCache>
                <c:ptCount val="4"/>
                <c:pt idx="0">
                  <c:v>دورة تطويرية</c:v>
                </c:pt>
                <c:pt idx="1">
                  <c:v>دورة تأهيلية</c:v>
                </c:pt>
                <c:pt idx="2">
                  <c:v>برنامج تأهيلي</c:v>
                </c:pt>
                <c:pt idx="3">
                  <c:v>ديبلوم تدريبي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435</c:v>
                </c:pt>
                <c:pt idx="1">
                  <c:v>27</c:v>
                </c:pt>
                <c:pt idx="2">
                  <c:v>0</c:v>
                </c:pt>
                <c:pt idx="3">
                  <c:v>15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BE8B-7F48-9BC9-869BC48CDC33}"/>
            </c:ext>
          </c:extLst>
        </c:ser>
        <c:dLbls>
          <c:showLegendKey val="0"/>
          <c:showVal val="0"/>
          <c:showCatName val="0"/>
          <c:showSerName val="0"/>
          <c:showPercent val="1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b"/>
      <c:legendEntry>
        <c:idx val="2"/>
        <c:delete val="1"/>
      </c:legendEntry>
      <c:layout>
        <c:manualLayout>
          <c:xMode val="edge"/>
          <c:yMode val="edge"/>
          <c:x val="0"/>
          <c:y val="0.91542448118285613"/>
          <c:w val="1"/>
          <c:h val="7.8089666147117529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1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IBM Plex Sans Arabic SemiBold" panose="020B0503050203000203" pitchFamily="34" charset="-78"/>
              <a:ea typeface="+mn-ea"/>
              <a:cs typeface="IBM Plex Sans Arabic SemiBold" panose="020B0503050203000203" pitchFamily="34" charset="-78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bg1">
        <a:lumMod val="95000"/>
        <a:alpha val="9809"/>
      </a:schemeClr>
    </a:solidFill>
    <a:ln>
      <a:solidFill>
        <a:schemeClr val="tx1">
          <a:lumMod val="20000"/>
          <a:lumOff val="80000"/>
        </a:schemeClr>
      </a:solidFill>
    </a:ln>
    <a:effectLst>
      <a:outerShdw blurRad="50800" dist="50800" dir="5400000" algn="ctr" rotWithShape="0">
        <a:schemeClr val="bg1">
          <a:lumMod val="85000"/>
        </a:schemeClr>
      </a:outerShdw>
    </a:effectLst>
  </c:spPr>
  <c:txPr>
    <a:bodyPr/>
    <a:lstStyle/>
    <a:p>
      <a:pPr>
        <a:defRPr/>
      </a:pPr>
      <a:endParaRPr lang="en-US"/>
    </a:p>
  </c:txPr>
  <c:externalData r:id="rId3">
    <c:autoUpdate val="0"/>
  </c:externalData>
  <c:userShapes r:id="rId4"/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26895992601162044"/>
          <c:y val="0.28922315323094716"/>
          <c:w val="0.61625957087385852"/>
          <c:h val="0.58682871703546047"/>
        </c:manualLayout>
      </c:layout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Column1</c:v>
                </c:pt>
              </c:strCache>
            </c:strRef>
          </c:tx>
          <c:dPt>
            <c:idx val="0"/>
            <c:bubble3D val="0"/>
            <c:explosion val="3"/>
            <c:spPr>
              <a:solidFill>
                <a:srgbClr val="005EB1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7A6F-144D-A523-74EACED98B86}"/>
              </c:ext>
            </c:extLst>
          </c:dPt>
          <c:dPt>
            <c:idx val="1"/>
            <c:bubble3D val="0"/>
            <c:explosion val="14"/>
            <c:spPr>
              <a:solidFill>
                <a:srgbClr val="0089D9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7A6F-144D-A523-74EACED98B86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7A6F-144D-A523-74EACED98B86}"/>
              </c:ext>
            </c:extLst>
          </c:dPt>
          <c:dPt>
            <c:idx val="3"/>
            <c:bubble3D val="0"/>
            <c:explosion val="8"/>
            <c:spPr>
              <a:solidFill>
                <a:srgbClr val="00B0F0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7A6F-144D-A523-74EACED98B86}"/>
              </c:ext>
            </c:extLst>
          </c:dPt>
          <c:dLbls>
            <c:dLbl>
              <c:idx val="0"/>
              <c:layout>
                <c:manualLayout>
                  <c:x val="-0.13194038078390866"/>
                  <c:y val="-0.18569382107357099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2000" b="1" i="0" u="none" strike="noStrike" kern="1200" baseline="0">
                      <a:solidFill>
                        <a:schemeClr val="bg1"/>
                      </a:solidFill>
                      <a:latin typeface="IBM Plex Sans Arabic SemiBold" panose="020B0503050203000203" pitchFamily="34" charset="-78"/>
                      <a:ea typeface="+mn-ea"/>
                      <a:cs typeface="IBM Plex Sans Arabic SemiBold" panose="020B0503050203000203" pitchFamily="34" charset="-78"/>
                    </a:defRPr>
                  </a:pPr>
                  <a:endParaRPr lang="en-US"/>
                </a:p>
              </c:txPr>
              <c:dLblPos val="bestFit"/>
              <c:showLegendKey val="1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7A6F-144D-A523-74EACED98B86}"/>
                </c:ext>
              </c:extLst>
            </c:dLbl>
            <c:dLbl>
              <c:idx val="1"/>
              <c:layout>
                <c:manualLayout>
                  <c:x val="-8.1561502571343827E-2"/>
                  <c:y val="1.6966538280247381E-2"/>
                </c:manualLayout>
              </c:layout>
              <c:showLegendKey val="1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7A6F-144D-A523-74EACED98B86}"/>
                </c:ext>
              </c:extLst>
            </c:dLbl>
            <c:dLbl>
              <c:idx val="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7A6F-144D-A523-74EACED98B86}"/>
                </c:ext>
              </c:extLst>
            </c:dLbl>
            <c:dLbl>
              <c:idx val="3"/>
              <c:layout>
                <c:manualLayout>
                  <c:x val="0.234838276927781"/>
                  <c:y val="8.50492746000708E-3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2000" b="1" i="0" u="none" strike="noStrike" kern="1200" baseline="0">
                      <a:solidFill>
                        <a:srgbClr val="00B0F0"/>
                      </a:solidFill>
                      <a:latin typeface="IBM Plex Sans Arabic SemiBold" panose="020B0503050203000203" pitchFamily="34" charset="-78"/>
                      <a:ea typeface="+mn-ea"/>
                      <a:cs typeface="IBM Plex Sans Arabic SemiBold" panose="020B0503050203000203" pitchFamily="34" charset="-78"/>
                    </a:defRPr>
                  </a:pPr>
                  <a:endParaRPr lang="en-US"/>
                </a:p>
              </c:txPr>
              <c:dLblPos val="bestFit"/>
              <c:showLegendKey val="1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7A6F-144D-A523-74EACED98B86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20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IBM Plex Sans Arabic SemiBold" panose="020B0503050203000203" pitchFamily="34" charset="-78"/>
                    <a:ea typeface="+mn-ea"/>
                    <a:cs typeface="IBM Plex Sans Arabic SemiBold" panose="020B0503050203000203" pitchFamily="34" charset="-78"/>
                  </a:defRPr>
                </a:pPr>
                <a:endParaRPr lang="en-US"/>
              </a:p>
            </c:txPr>
            <c:dLblPos val="bestFit"/>
            <c:showLegendKey val="1"/>
            <c:showVal val="0"/>
            <c:showCatName val="0"/>
            <c:showSerName val="0"/>
            <c:showPercent val="1"/>
            <c:showBubbleSize val="0"/>
            <c:showLeaderLines val="1"/>
            <c:leaderLines>
              <c:spPr>
                <a:ln w="12700" cap="flat" cmpd="sng" algn="ctr">
                  <a:solidFill>
                    <a:schemeClr val="tx2">
                      <a:lumMod val="7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Sheet1!$A$2:$A$5</c:f>
              <c:strCache>
                <c:ptCount val="4"/>
                <c:pt idx="0">
                  <c:v>دورة تطويرية</c:v>
                </c:pt>
                <c:pt idx="1">
                  <c:v>دورة تأهيلية</c:v>
                </c:pt>
                <c:pt idx="2">
                  <c:v>برنامج تأهيلي</c:v>
                </c:pt>
                <c:pt idx="3">
                  <c:v>ديبلوم تدريبي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28</c:v>
                </c:pt>
                <c:pt idx="1">
                  <c:v>2</c:v>
                </c:pt>
                <c:pt idx="2">
                  <c:v>0</c:v>
                </c:pt>
                <c:pt idx="3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7A6F-144D-A523-74EACED98B86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Column2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A-7A6F-144D-A523-74EACED98B86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C-7A6F-144D-A523-74EACED98B86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E-7A6F-144D-A523-74EACED98B86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10-7A6F-144D-A523-74EACED98B86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0"/>
            <c:showCatName val="0"/>
            <c:showSerName val="0"/>
            <c:showPercent val="1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Sheet1!$A$2:$A$5</c:f>
              <c:strCache>
                <c:ptCount val="4"/>
                <c:pt idx="0">
                  <c:v>دورة تطويرية</c:v>
                </c:pt>
                <c:pt idx="1">
                  <c:v>دورة تأهيلية</c:v>
                </c:pt>
                <c:pt idx="2">
                  <c:v>برنامج تأهيلي</c:v>
                </c:pt>
                <c:pt idx="3">
                  <c:v>ديبلوم تدريبي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435</c:v>
                </c:pt>
                <c:pt idx="1">
                  <c:v>27</c:v>
                </c:pt>
                <c:pt idx="2">
                  <c:v>0</c:v>
                </c:pt>
                <c:pt idx="3">
                  <c:v>15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1-7A6F-144D-A523-74EACED98B86}"/>
            </c:ext>
          </c:extLst>
        </c:ser>
        <c:dLbls>
          <c:showLegendKey val="0"/>
          <c:showVal val="0"/>
          <c:showCatName val="0"/>
          <c:showSerName val="0"/>
          <c:showPercent val="1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b"/>
      <c:legendEntry>
        <c:idx val="0"/>
        <c:txPr>
          <a:bodyPr rot="0" spcFirstLastPara="1" vertOverflow="ellipsis" vert="horz" wrap="square" anchor="ctr" anchorCtr="1"/>
          <a:lstStyle/>
          <a:p>
            <a:pPr>
              <a:defRPr sz="1400" b="1" i="0" u="none" strike="noStrike" kern="1200" baseline="0">
                <a:solidFill>
                  <a:srgbClr val="005EB1"/>
                </a:solidFill>
                <a:latin typeface="IBM Plex Sans Arabic SemiBold" panose="020B0503050203000203" pitchFamily="34" charset="-78"/>
                <a:ea typeface="+mn-ea"/>
                <a:cs typeface="IBM Plex Sans Arabic SemiBold" panose="020B0503050203000203" pitchFamily="34" charset="-78"/>
              </a:defRPr>
            </a:pPr>
            <a:endParaRPr lang="en-US"/>
          </a:p>
        </c:txPr>
      </c:legendEntry>
      <c:legendEntry>
        <c:idx val="1"/>
        <c:txPr>
          <a:bodyPr rot="0" spcFirstLastPara="1" vertOverflow="ellipsis" vert="horz" wrap="square" anchor="ctr" anchorCtr="1"/>
          <a:lstStyle/>
          <a:p>
            <a:pPr>
              <a:defRPr sz="1400" b="1" i="0" u="none" strike="noStrike" kern="1200" baseline="0">
                <a:solidFill>
                  <a:srgbClr val="0089D9"/>
                </a:solidFill>
                <a:latin typeface="IBM Plex Sans Arabic SemiBold" panose="020B0503050203000203" pitchFamily="34" charset="-78"/>
                <a:ea typeface="+mn-ea"/>
                <a:cs typeface="IBM Plex Sans Arabic SemiBold" panose="020B0503050203000203" pitchFamily="34" charset="-78"/>
              </a:defRPr>
            </a:pPr>
            <a:endParaRPr lang="en-US"/>
          </a:p>
        </c:txPr>
      </c:legendEntry>
      <c:legendEntry>
        <c:idx val="2"/>
        <c:delete val="1"/>
      </c:legendEntry>
      <c:legendEntry>
        <c:idx val="3"/>
        <c:txPr>
          <a:bodyPr rot="0" spcFirstLastPara="1" vertOverflow="ellipsis" vert="horz" wrap="square" anchor="ctr" anchorCtr="1"/>
          <a:lstStyle/>
          <a:p>
            <a:pPr>
              <a:defRPr sz="1400" b="1" i="0" u="none" strike="noStrike" kern="1200" baseline="0">
                <a:solidFill>
                  <a:srgbClr val="00B0F0"/>
                </a:solidFill>
                <a:latin typeface="IBM Plex Sans Arabic SemiBold" panose="020B0503050203000203" pitchFamily="34" charset="-78"/>
                <a:ea typeface="+mn-ea"/>
                <a:cs typeface="IBM Plex Sans Arabic SemiBold" panose="020B0503050203000203" pitchFamily="34" charset="-78"/>
              </a:defRPr>
            </a:pPr>
            <a:endParaRPr lang="en-US"/>
          </a:p>
        </c:txPr>
      </c:legendEntry>
      <c:layout>
        <c:manualLayout>
          <c:xMode val="edge"/>
          <c:yMode val="edge"/>
          <c:x val="2.9632496747127595E-3"/>
          <c:y val="0.88906429137693854"/>
          <c:w val="0.99361834076321509"/>
          <c:h val="0.1109357086230614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1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IBM Plex Sans Arabic SemiBold" panose="020B0503050203000203" pitchFamily="34" charset="-78"/>
              <a:ea typeface="+mn-ea"/>
              <a:cs typeface="IBM Plex Sans Arabic SemiBold" panose="020B0503050203000203" pitchFamily="34" charset="-78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rgbClr val="FAFAFA"/>
    </a:solidFill>
    <a:ln>
      <a:solidFill>
        <a:schemeClr val="tx1">
          <a:lumMod val="20000"/>
          <a:lumOff val="80000"/>
        </a:schemeClr>
      </a:solidFill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userShapes r:id="rId4"/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1932230671374013"/>
          <c:y val="0.18302808760289035"/>
          <c:w val="0.75607471865874298"/>
          <c:h val="0.70211538504484083"/>
        </c:manualLayout>
      </c:layout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عدد المتدربين</c:v>
                </c:pt>
              </c:strCache>
            </c:strRef>
          </c:tx>
          <c:dPt>
            <c:idx val="0"/>
            <c:bubble3D val="0"/>
            <c:spPr>
              <a:solidFill>
                <a:srgbClr val="00B0F0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5CB8-4A78-8C90-0DDFDCABA86E}"/>
              </c:ext>
            </c:extLst>
          </c:dPt>
          <c:dPt>
            <c:idx val="1"/>
            <c:bubble3D val="0"/>
            <c:spPr>
              <a:solidFill>
                <a:srgbClr val="005EB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5CB8-4A78-8C90-0DDFDCABA86E}"/>
              </c:ext>
            </c:extLst>
          </c:dPt>
          <c:dPt>
            <c:idx val="2"/>
            <c:bubble3D val="0"/>
            <c:spPr>
              <a:solidFill>
                <a:srgbClr val="008DE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5CB8-4A78-8C90-0DDFDCABA86E}"/>
              </c:ext>
            </c:extLst>
          </c:dPt>
          <c:dPt>
            <c:idx val="3"/>
            <c:bubble3D val="0"/>
            <c:spPr>
              <a:gradFill>
                <a:gsLst>
                  <a:gs pos="100000">
                    <a:schemeClr val="accent4">
                      <a:lumMod val="60000"/>
                      <a:lumOff val="40000"/>
                    </a:schemeClr>
                  </a:gs>
                  <a:gs pos="0">
                    <a:schemeClr val="accent4"/>
                  </a:gs>
                </a:gsLst>
                <a:lin ang="5400000" scaled="0"/>
              </a:gra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5CB8-4A78-8C90-0DDFDCABA86E}"/>
              </c:ext>
            </c:extLst>
          </c:dPt>
          <c:dLbls>
            <c:dLbl>
              <c:idx val="0"/>
              <c:layout>
                <c:manualLayout>
                  <c:x val="3.9919637014534861E-4"/>
                  <c:y val="-0.24783889456881997"/>
                </c:manualLayout>
              </c:layout>
              <c:dLblPos val="bestFit"/>
              <c:showLegendKey val="1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5CB8-4A78-8C90-0DDFDCABA86E}"/>
                </c:ext>
              </c:extLst>
            </c:dLbl>
            <c:dLbl>
              <c:idx val="1"/>
              <c:layout>
                <c:manualLayout>
                  <c:x val="4.7508108843268337E-2"/>
                  <c:y val="0.1958479306951961"/>
                </c:manualLayout>
              </c:layout>
              <c:dLblPos val="bestFit"/>
              <c:showLegendKey val="1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5CB8-4A78-8C90-0DDFDCABA86E}"/>
                </c:ext>
              </c:extLst>
            </c:dLbl>
            <c:dLbl>
              <c:idx val="2"/>
              <c:layout>
                <c:manualLayout>
                  <c:x val="-8.8047916390003644E-2"/>
                  <c:y val="-0.15567241868284423"/>
                </c:manualLayout>
              </c:layout>
              <c:numFmt formatCode="0%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noAutofit/>
                </a:bodyPr>
                <a:lstStyle/>
                <a:p>
                  <a:pPr>
                    <a:defRPr sz="1600" b="1" i="0" u="none" strike="noStrike" kern="1200" baseline="0">
                      <a:solidFill>
                        <a:srgbClr val="0087D8"/>
                      </a:solidFill>
                      <a:latin typeface="IBM Plex Sans Arabic SemiBold" panose="020B0503050203000203" pitchFamily="34" charset="-78"/>
                      <a:ea typeface="+mn-ea"/>
                      <a:cs typeface="IBM Plex Sans Arabic SemiBold" panose="020B0503050203000203" pitchFamily="34" charset="-78"/>
                    </a:defRPr>
                  </a:pPr>
                  <a:endParaRPr lang="en-US"/>
                </a:p>
              </c:txPr>
              <c:showLegendKey val="1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14238858907596727"/>
                      <c:h val="5.818736887096216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5-5CB8-4A78-8C90-0DDFDCABA86E}"/>
                </c:ext>
              </c:extLst>
            </c:dLbl>
            <c:dLbl>
              <c:idx val="3"/>
              <c:layout>
                <c:manualLayout>
                  <c:x val="0.21924057032175387"/>
                  <c:y val="2.8869951308859391E-2"/>
                </c:manualLayout>
              </c:layout>
              <c:tx>
                <c:rich>
                  <a:bodyPr rot="0" spcFirstLastPara="1" vertOverflow="ellipsis" vert="horz" wrap="square" lIns="38100" tIns="19050" rIns="38100" bIns="19050" anchor="ctr" anchorCtr="1">
                    <a:spAutoFit/>
                  </a:bodyPr>
                  <a:lstStyle/>
                  <a:p>
                    <a:pPr>
                      <a:defRPr sz="1600" b="1" i="0" u="none" strike="noStrike" kern="1200" baseline="0">
                        <a:solidFill>
                          <a:srgbClr val="BBC3D6"/>
                        </a:solidFill>
                        <a:latin typeface="IBM Plex Sans Arabic SemiBold" panose="020B0503050203000203" pitchFamily="34" charset="-78"/>
                        <a:ea typeface="+mn-ea"/>
                        <a:cs typeface="IBM Plex Sans Arabic SemiBold" panose="020B0503050203000203" pitchFamily="34" charset="-78"/>
                      </a:defRPr>
                    </a:pPr>
                    <a:fld id="{822F7547-EA60-4BFC-9EEE-AB95E79E1E87}" type="PERCENTAGE">
                      <a:rPr lang="en-US">
                        <a:solidFill>
                          <a:schemeClr val="accent2">
                            <a:lumMod val="60000"/>
                            <a:lumOff val="40000"/>
                          </a:schemeClr>
                        </a:solidFill>
                      </a:rPr>
                      <a:pPr>
                        <a:defRPr sz="1600" b="1">
                          <a:solidFill>
                            <a:srgbClr val="BBC3D6"/>
                          </a:solidFill>
                          <a:latin typeface="IBM Plex Sans Arabic SemiBold" panose="020B0503050203000203" pitchFamily="34" charset="-78"/>
                          <a:cs typeface="IBM Plex Sans Arabic SemiBold" panose="020B0503050203000203" pitchFamily="34" charset="-78"/>
                        </a:defRPr>
                      </a:pPr>
                      <a:t>[PERCENTAGE]</a:t>
                    </a:fld>
                    <a:endParaRPr lang="en-US"/>
                  </a:p>
                </c:rich>
              </c:tx>
              <c:numFmt formatCode="0.00%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600" b="1" i="0" u="none" strike="noStrike" kern="1200" baseline="0">
                      <a:solidFill>
                        <a:srgbClr val="BBC3D6"/>
                      </a:solidFill>
                      <a:latin typeface="IBM Plex Sans Arabic SemiBold" panose="020B0503050203000203" pitchFamily="34" charset="-78"/>
                      <a:ea typeface="+mn-ea"/>
                      <a:cs typeface="IBM Plex Sans Arabic SemiBold" panose="020B0503050203000203" pitchFamily="34" charset="-78"/>
                    </a:defRPr>
                  </a:pPr>
                  <a:endParaRPr lang="en-US"/>
                </a:p>
              </c:txPr>
              <c:showLegendKey val="1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7-5CB8-4A78-8C90-0DDFDCABA86E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600" b="1" i="0" u="none" strike="noStrike" kern="1200" baseline="0">
                    <a:solidFill>
                      <a:schemeClr val="bg1"/>
                    </a:solidFill>
                    <a:latin typeface="IBM Plex Sans Arabic SemiBold" panose="020B0503050203000203" pitchFamily="34" charset="-78"/>
                    <a:ea typeface="+mn-ea"/>
                    <a:cs typeface="IBM Plex Sans Arabic SemiBold" panose="020B0503050203000203" pitchFamily="34" charset="-78"/>
                  </a:defRPr>
                </a:pPr>
                <a:endParaRPr lang="en-US"/>
              </a:p>
            </c:txPr>
            <c:dLblPos val="ctr"/>
            <c:showLegendKey val="1"/>
            <c:showVal val="0"/>
            <c:showCatName val="0"/>
            <c:showSerName val="0"/>
            <c:showPercent val="1"/>
            <c:showBubbleSize val="0"/>
            <c:showLeaderLines val="1"/>
            <c:leaderLines>
              <c:spPr>
                <a:ln w="9525" cap="flat" cmpd="sng" algn="ctr">
                  <a:solidFill>
                    <a:schemeClr val="dk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Sheet1!$A$2:$A$5</c:f>
              <c:strCache>
                <c:ptCount val="4"/>
                <c:pt idx="0">
                  <c:v>الهيئة السعودية للمياه</c:v>
                </c:pt>
                <c:pt idx="1">
                  <c:v>القطاع الخاص- شركات</c:v>
                </c:pt>
                <c:pt idx="2">
                  <c:v>القطاع الحكومي والعسكري</c:v>
                </c:pt>
                <c:pt idx="3">
                  <c:v>دول الخليج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210</c:v>
                </c:pt>
                <c:pt idx="1">
                  <c:v>200</c:v>
                </c:pt>
                <c:pt idx="2">
                  <c:v>1</c:v>
                </c:pt>
                <c:pt idx="3">
                  <c:v>24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5CB8-4A78-8C90-0DDFDCABA86E}"/>
            </c:ext>
          </c:extLst>
        </c:ser>
        <c:dLbls>
          <c:dLblPos val="inEnd"/>
          <c:showLegendKey val="0"/>
          <c:showVal val="0"/>
          <c:showCatName val="0"/>
          <c:showSerName val="0"/>
          <c:showPercent val="1"/>
          <c:showBubbleSize val="0"/>
          <c:showLeaderLines val="1"/>
        </c:dLbls>
        <c:firstSliceAng val="95"/>
      </c:pieChart>
      <c:spPr>
        <a:noFill/>
        <a:ln>
          <a:noFill/>
        </a:ln>
        <a:effectLst/>
      </c:spPr>
    </c:plotArea>
    <c:legend>
      <c:legendPos val="r"/>
      <c:legendEntry>
        <c:idx val="0"/>
        <c:txPr>
          <a:bodyPr rot="0" spcFirstLastPara="1" vertOverflow="ellipsis" vert="horz" wrap="square" anchor="ctr" anchorCtr="1"/>
          <a:lstStyle/>
          <a:p>
            <a:pPr rtl="1">
              <a:defRPr sz="900" b="1" i="0" u="none" strike="noStrike" kern="1200" baseline="0">
                <a:solidFill>
                  <a:srgbClr val="00B0F0"/>
                </a:solidFill>
                <a:latin typeface="IBM Plex Sans Arabic" panose="020B0503050203000203" pitchFamily="34" charset="-78"/>
                <a:ea typeface="+mn-ea"/>
                <a:cs typeface="IBM Plex Sans Arabic" panose="020B0503050203000203" pitchFamily="34" charset="-78"/>
              </a:defRPr>
            </a:pPr>
            <a:endParaRPr lang="en-US"/>
          </a:p>
        </c:txPr>
      </c:legendEntry>
      <c:legendEntry>
        <c:idx val="1"/>
        <c:txPr>
          <a:bodyPr rot="0" spcFirstLastPara="1" vertOverflow="ellipsis" vert="horz" wrap="square" anchor="ctr" anchorCtr="1"/>
          <a:lstStyle/>
          <a:p>
            <a:pPr rtl="1">
              <a:defRPr sz="900" b="1" i="0" u="none" strike="noStrike" kern="1200" baseline="0">
                <a:solidFill>
                  <a:srgbClr val="005EB1"/>
                </a:solidFill>
                <a:latin typeface="IBM Plex Sans Arabic" panose="020B0503050203000203" pitchFamily="34" charset="-78"/>
                <a:ea typeface="+mn-ea"/>
                <a:cs typeface="IBM Plex Sans Arabic" panose="020B0503050203000203" pitchFamily="34" charset="-78"/>
              </a:defRPr>
            </a:pPr>
            <a:endParaRPr lang="en-US"/>
          </a:p>
        </c:txPr>
      </c:legendEntry>
      <c:legendEntry>
        <c:idx val="2"/>
        <c:txPr>
          <a:bodyPr rot="0" spcFirstLastPara="1" vertOverflow="ellipsis" vert="horz" wrap="square" anchor="ctr" anchorCtr="1"/>
          <a:lstStyle/>
          <a:p>
            <a:pPr rtl="1">
              <a:defRPr sz="900" b="1" i="0" u="none" strike="noStrike" kern="1200" baseline="0">
                <a:solidFill>
                  <a:srgbClr val="008DE1"/>
                </a:solidFill>
                <a:latin typeface="IBM Plex Sans Arabic" panose="020B0503050203000203" pitchFamily="34" charset="-78"/>
                <a:ea typeface="+mn-ea"/>
                <a:cs typeface="IBM Plex Sans Arabic" panose="020B0503050203000203" pitchFamily="34" charset="-78"/>
              </a:defRPr>
            </a:pPr>
            <a:endParaRPr lang="en-US"/>
          </a:p>
        </c:txPr>
      </c:legendEntry>
      <c:legendEntry>
        <c:idx val="3"/>
        <c:txPr>
          <a:bodyPr rot="0" spcFirstLastPara="1" vertOverflow="ellipsis" vert="horz" wrap="square" anchor="ctr" anchorCtr="1"/>
          <a:lstStyle/>
          <a:p>
            <a:pPr rtl="1">
              <a:defRPr sz="900" b="1" i="0" u="none" strike="noStrike" kern="1200" baseline="0">
                <a:solidFill>
                  <a:srgbClr val="A8BDE3"/>
                </a:solidFill>
                <a:latin typeface="IBM Plex Sans Arabic" panose="020B0503050203000203" pitchFamily="34" charset="-78"/>
                <a:ea typeface="+mn-ea"/>
                <a:cs typeface="IBM Plex Sans Arabic" panose="020B0503050203000203" pitchFamily="34" charset="-78"/>
              </a:defRPr>
            </a:pPr>
            <a:endParaRPr lang="en-US"/>
          </a:p>
        </c:txPr>
      </c:legendEntry>
      <c:layout>
        <c:manualLayout>
          <c:xMode val="edge"/>
          <c:yMode val="edge"/>
          <c:x val="0"/>
          <c:y val="0.90938058990988158"/>
          <c:w val="0.99079470271226411"/>
          <c:h val="8.5711393224207288E-2"/>
        </c:manualLayout>
      </c:layout>
      <c:overlay val="0"/>
      <c:spPr>
        <a:solidFill>
          <a:schemeClr val="lt1">
            <a:alpha val="50000"/>
          </a:schemeClr>
        </a:solidFill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 rtl="1">
            <a:defRPr sz="900" b="1" i="0" u="none" strike="noStrike" kern="1200" baseline="0">
              <a:solidFill>
                <a:schemeClr val="dk1">
                  <a:lumMod val="65000"/>
                  <a:lumOff val="35000"/>
                </a:schemeClr>
              </a:solidFill>
              <a:latin typeface="IBM Plex Sans Arabic" panose="020B0503050203000203" pitchFamily="34" charset="-78"/>
              <a:ea typeface="+mn-ea"/>
              <a:cs typeface="IBM Plex Sans Arabic" panose="020B0503050203000203" pitchFamily="34" charset="-78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accent5">
        <a:lumMod val="20000"/>
        <a:lumOff val="80000"/>
        <a:alpha val="20000"/>
      </a:schemeClr>
    </a:solidFill>
    <a:ln w="9525" cap="flat" cmpd="sng" algn="ctr">
      <a:solidFill>
        <a:schemeClr val="dk1">
          <a:lumMod val="15000"/>
          <a:lumOff val="85000"/>
        </a:schemeClr>
      </a:solidFill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userShapes r:id="rId4"/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1864860214128616"/>
          <c:y val="0.19301781252814729"/>
          <c:w val="0.75178099944612642"/>
          <c:h val="0.69378937362241178"/>
        </c:manualLayout>
      </c:layout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عدد الدورات</c:v>
                </c:pt>
              </c:strCache>
            </c:strRef>
          </c:tx>
          <c:spPr>
            <a:ln w="19050">
              <a:solidFill>
                <a:schemeClr val="bg1"/>
              </a:solidFill>
            </a:ln>
          </c:spPr>
          <c:dPt>
            <c:idx val="0"/>
            <c:bubble3D val="0"/>
            <c:spPr>
              <a:solidFill>
                <a:srgbClr val="00B0F0"/>
              </a:solidFill>
              <a:ln w="19050">
                <a:solidFill>
                  <a:schemeClr val="bg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F25C-4CBB-85FE-66096726BF58}"/>
              </c:ext>
            </c:extLst>
          </c:dPt>
          <c:dPt>
            <c:idx val="1"/>
            <c:bubble3D val="0"/>
            <c:spPr>
              <a:solidFill>
                <a:srgbClr val="005EB1"/>
              </a:solidFill>
              <a:ln w="19050">
                <a:solidFill>
                  <a:schemeClr val="bg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F25C-4CBB-85FE-66096726BF58}"/>
              </c:ext>
            </c:extLst>
          </c:dPt>
          <c:dPt>
            <c:idx val="2"/>
            <c:bubble3D val="0"/>
            <c:spPr>
              <a:solidFill>
                <a:srgbClr val="008DE0"/>
              </a:solidFill>
              <a:ln w="19050">
                <a:solidFill>
                  <a:schemeClr val="bg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F25C-4CBB-85FE-66096726BF58}"/>
              </c:ext>
            </c:extLst>
          </c:dPt>
          <c:dPt>
            <c:idx val="3"/>
            <c:bubble3D val="0"/>
            <c:spPr>
              <a:solidFill>
                <a:schemeClr val="accent1">
                  <a:lumMod val="20000"/>
                  <a:lumOff val="80000"/>
                </a:schemeClr>
              </a:solidFill>
              <a:ln w="19050">
                <a:solidFill>
                  <a:schemeClr val="bg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F25C-4CBB-85FE-66096726BF58}"/>
              </c:ext>
            </c:extLst>
          </c:dPt>
          <c:dLbls>
            <c:dLbl>
              <c:idx val="0"/>
              <c:layout>
                <c:manualLayout>
                  <c:x val="-0.26460505584444222"/>
                  <c:y val="0.14104801046450238"/>
                </c:manualLayout>
              </c:layout>
              <c:numFmt formatCode="General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noAutofit/>
                </a:bodyPr>
                <a:lstStyle/>
                <a:p>
                  <a:pPr>
                    <a:defRPr sz="1600" b="1" i="0" u="none" strike="noStrike" kern="1200" baseline="0">
                      <a:solidFill>
                        <a:schemeClr val="bg1"/>
                      </a:solidFill>
                      <a:latin typeface="IBM Plex Sans Arabic SemiBold" panose="020B0503050203000203" pitchFamily="34" charset="-78"/>
                      <a:ea typeface="+mn-ea"/>
                      <a:cs typeface="IBM Plex Sans Arabic SemiBold" panose="020B0503050203000203" pitchFamily="34" charset="-78"/>
                    </a:defRPr>
                  </a:pPr>
                  <a:endParaRPr lang="en-US"/>
                </a:p>
              </c:txPr>
              <c:dLblPos val="bestFit"/>
              <c:showLegendKey val="1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18152320622919613"/>
                      <c:h val="9.7688889793185893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1-F25C-4CBB-85FE-66096726BF58}"/>
                </c:ext>
              </c:extLst>
            </c:dLbl>
            <c:dLbl>
              <c:idx val="1"/>
              <c:layout>
                <c:manualLayout>
                  <c:x val="2.1510999499900516E-2"/>
                  <c:y val="-0.21736806338033984"/>
                </c:manualLayout>
              </c:layout>
              <c:dLblPos val="bestFit"/>
              <c:showLegendKey val="1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F25C-4CBB-85FE-66096726BF58}"/>
                </c:ext>
              </c:extLst>
            </c:dLbl>
            <c:dLbl>
              <c:idx val="2"/>
              <c:layout>
                <c:manualLayout>
                  <c:x val="0"/>
                  <c:y val="0.17475823362627849"/>
                </c:manualLayout>
              </c:layout>
              <c:showLegendKey val="1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F25C-4CBB-85FE-66096726BF58}"/>
                </c:ext>
              </c:extLst>
            </c:dLbl>
            <c:dLbl>
              <c:idx val="3"/>
              <c:layout>
                <c:manualLayout>
                  <c:x val="-1.5468399627882965E-2"/>
                  <c:y val="-5.7039998373848849E-2"/>
                </c:manualLayout>
              </c:layout>
              <c:tx>
                <c:rich>
                  <a:bodyPr/>
                  <a:lstStyle/>
                  <a:p>
                    <a:fld id="{C0413A46-8C47-4483-BDC8-6214ECE9DC07}" type="PERCENTAGE">
                      <a:rPr lang="en-US">
                        <a:solidFill>
                          <a:schemeClr val="accent2">
                            <a:lumMod val="60000"/>
                            <a:lumOff val="40000"/>
                          </a:schemeClr>
                        </a:solidFill>
                      </a:rPr>
                      <a:pPr/>
                      <a:t>[PERCENTAGE]</a:t>
                    </a:fld>
                    <a:endParaRPr lang="en-US"/>
                  </a:p>
                </c:rich>
              </c:tx>
              <c:showLegendKey val="1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7-F25C-4CBB-85FE-66096726BF58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600" b="1" i="0" u="none" strike="noStrike" kern="1200" baseline="0">
                    <a:solidFill>
                      <a:schemeClr val="bg1"/>
                    </a:solidFill>
                    <a:latin typeface="IBM Plex Sans Arabic SemiBold" panose="020B0503050203000203" pitchFamily="34" charset="-78"/>
                    <a:ea typeface="+mn-ea"/>
                    <a:cs typeface="IBM Plex Sans Arabic SemiBold" panose="020B0503050203000203" pitchFamily="34" charset="-78"/>
                  </a:defRPr>
                </a:pPr>
                <a:endParaRPr lang="en-US"/>
              </a:p>
            </c:txPr>
            <c:dLblPos val="inEnd"/>
            <c:showLegendKey val="1"/>
            <c:showVal val="0"/>
            <c:showCatName val="0"/>
            <c:showSerName val="0"/>
            <c:showPercent val="1"/>
            <c:showBubbleSize val="0"/>
            <c:showLeaderLines val="1"/>
            <c:leaderLines>
              <c:spPr>
                <a:ln w="9525">
                  <a:solidFill>
                    <a:schemeClr val="tx2">
                      <a:lumMod val="35000"/>
                      <a:lumOff val="65000"/>
                    </a:schemeClr>
                  </a:solidFill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Sheet1!$A$2:$A$5</c:f>
              <c:strCache>
                <c:ptCount val="4"/>
                <c:pt idx="0">
                  <c:v>الهيئة السعودية للمياه</c:v>
                </c:pt>
                <c:pt idx="1">
                  <c:v>القطاع الخاص- شركات</c:v>
                </c:pt>
                <c:pt idx="2">
                  <c:v>القطاع الحكومي والعسكري</c:v>
                </c:pt>
                <c:pt idx="3">
                  <c:v>دول الخليج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12</c:v>
                </c:pt>
                <c:pt idx="1">
                  <c:v>14</c:v>
                </c:pt>
                <c:pt idx="2">
                  <c:v>0</c:v>
                </c:pt>
                <c:pt idx="3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F25C-4CBB-85FE-66096726BF58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عدد المتدربين</c:v>
                </c:pt>
              </c:strCache>
            </c:strRef>
          </c:tx>
          <c:dPt>
            <c:idx val="0"/>
            <c:bubble3D val="0"/>
            <c:spPr>
              <a:gradFill rotWithShape="1">
                <a:gsLst>
                  <a:gs pos="0">
                    <a:schemeClr val="accent1">
                      <a:satMod val="103000"/>
                      <a:lumMod val="102000"/>
                      <a:tint val="94000"/>
                    </a:schemeClr>
                  </a:gs>
                  <a:gs pos="50000">
                    <a:schemeClr val="accent1">
                      <a:satMod val="110000"/>
                      <a:lumMod val="100000"/>
                      <a:shade val="100000"/>
                    </a:schemeClr>
                  </a:gs>
                  <a:gs pos="100000">
                    <a:schemeClr val="accent1">
                      <a:lumMod val="99000"/>
                      <a:satMod val="120000"/>
                      <a:shade val="78000"/>
                    </a:schemeClr>
                  </a:gs>
                </a:gsLst>
                <a:lin ang="5400000" scaled="0"/>
              </a:gra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A-F25C-4CBB-85FE-66096726BF58}"/>
              </c:ext>
            </c:extLst>
          </c:dPt>
          <c:dPt>
            <c:idx val="1"/>
            <c:bubble3D val="0"/>
            <c:spPr>
              <a:gradFill rotWithShape="1">
                <a:gsLst>
                  <a:gs pos="0">
                    <a:schemeClr val="accent2">
                      <a:satMod val="103000"/>
                      <a:lumMod val="102000"/>
                      <a:tint val="94000"/>
                    </a:schemeClr>
                  </a:gs>
                  <a:gs pos="50000">
                    <a:schemeClr val="accent2">
                      <a:satMod val="110000"/>
                      <a:lumMod val="100000"/>
                      <a:shade val="100000"/>
                    </a:schemeClr>
                  </a:gs>
                  <a:gs pos="100000">
                    <a:schemeClr val="accent2">
                      <a:lumMod val="99000"/>
                      <a:satMod val="120000"/>
                      <a:shade val="78000"/>
                    </a:schemeClr>
                  </a:gs>
                </a:gsLst>
                <a:lin ang="5400000" scaled="0"/>
              </a:gra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C-F25C-4CBB-85FE-66096726BF58}"/>
              </c:ext>
            </c:extLst>
          </c:dPt>
          <c:dPt>
            <c:idx val="2"/>
            <c:bubble3D val="0"/>
            <c:spPr>
              <a:gradFill rotWithShape="1">
                <a:gsLst>
                  <a:gs pos="0">
                    <a:schemeClr val="accent3">
                      <a:satMod val="103000"/>
                      <a:lumMod val="102000"/>
                      <a:tint val="94000"/>
                    </a:schemeClr>
                  </a:gs>
                  <a:gs pos="50000">
                    <a:schemeClr val="accent3">
                      <a:satMod val="110000"/>
                      <a:lumMod val="100000"/>
                      <a:shade val="100000"/>
                    </a:schemeClr>
                  </a:gs>
                  <a:gs pos="100000">
                    <a:schemeClr val="accent3">
                      <a:lumMod val="99000"/>
                      <a:satMod val="120000"/>
                      <a:shade val="78000"/>
                    </a:schemeClr>
                  </a:gs>
                </a:gsLst>
                <a:lin ang="5400000" scaled="0"/>
              </a:gra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E-F25C-4CBB-85FE-66096726BF58}"/>
              </c:ext>
            </c:extLst>
          </c:dPt>
          <c:dPt>
            <c:idx val="3"/>
            <c:bubble3D val="0"/>
            <c:spPr>
              <a:gradFill rotWithShape="1">
                <a:gsLst>
                  <a:gs pos="0">
                    <a:schemeClr val="accent4">
                      <a:satMod val="103000"/>
                      <a:lumMod val="102000"/>
                      <a:tint val="94000"/>
                    </a:schemeClr>
                  </a:gs>
                  <a:gs pos="50000">
                    <a:schemeClr val="accent4">
                      <a:satMod val="110000"/>
                      <a:lumMod val="100000"/>
                      <a:shade val="100000"/>
                    </a:schemeClr>
                  </a:gs>
                  <a:gs pos="100000">
                    <a:schemeClr val="accent4">
                      <a:lumMod val="99000"/>
                      <a:satMod val="120000"/>
                      <a:shade val="78000"/>
                    </a:schemeClr>
                  </a:gs>
                </a:gsLst>
                <a:lin ang="5400000" scaled="0"/>
              </a:gra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0-F25C-4CBB-85FE-66096726BF58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inEnd"/>
            <c:showLegendKey val="0"/>
            <c:showVal val="0"/>
            <c:showCatName val="0"/>
            <c:showSerName val="0"/>
            <c:showPercent val="1"/>
            <c:showBubbleSize val="0"/>
            <c:showLeaderLines val="1"/>
            <c:leaderLines>
              <c:spPr>
                <a:ln w="9525">
                  <a:solidFill>
                    <a:schemeClr val="tx2">
                      <a:lumMod val="35000"/>
                      <a:lumOff val="65000"/>
                    </a:schemeClr>
                  </a:solidFill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Sheet1!$A$2:$A$5</c:f>
              <c:strCache>
                <c:ptCount val="4"/>
                <c:pt idx="0">
                  <c:v>الهيئة السعودية للمياه</c:v>
                </c:pt>
                <c:pt idx="1">
                  <c:v>القطاع الخاص- شركات</c:v>
                </c:pt>
                <c:pt idx="2">
                  <c:v>القطاع الحكومي والعسكري</c:v>
                </c:pt>
                <c:pt idx="3">
                  <c:v>دول الخليج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210</c:v>
                </c:pt>
                <c:pt idx="1">
                  <c:v>200</c:v>
                </c:pt>
                <c:pt idx="2">
                  <c:v>1</c:v>
                </c:pt>
                <c:pt idx="3">
                  <c:v>24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1-F25C-4CBB-85FE-66096726BF58}"/>
            </c:ext>
          </c:extLst>
        </c:ser>
        <c:dLbls>
          <c:dLblPos val="inEnd"/>
          <c:showLegendKey val="0"/>
          <c:showVal val="0"/>
          <c:showCatName val="0"/>
          <c:showSerName val="0"/>
          <c:showPercent val="1"/>
          <c:showBubbleSize val="0"/>
          <c:showLeaderLines val="1"/>
        </c:dLbls>
        <c:firstSliceAng val="296"/>
      </c:pieChart>
      <c:spPr>
        <a:noFill/>
        <a:ln>
          <a:noFill/>
        </a:ln>
        <a:effectLst/>
      </c:spPr>
    </c:plotArea>
    <c:legend>
      <c:legendPos val="b"/>
      <c:legendEntry>
        <c:idx val="0"/>
        <c:txPr>
          <a:bodyPr rot="0" spcFirstLastPara="1" vertOverflow="ellipsis" vert="horz" wrap="square" anchor="ctr" anchorCtr="1"/>
          <a:lstStyle/>
          <a:p>
            <a:pPr rtl="0">
              <a:defRPr sz="900" b="1" i="0" u="none" strike="noStrike" kern="1200" baseline="0">
                <a:solidFill>
                  <a:srgbClr val="00B0F0"/>
                </a:solidFill>
                <a:latin typeface="IBM Plex Sans Arabic" panose="020B0503050203000203" pitchFamily="34" charset="-78"/>
                <a:ea typeface="+mn-ea"/>
                <a:cs typeface="IBM Plex Sans Arabic" panose="020B0503050203000203" pitchFamily="34" charset="-78"/>
              </a:defRPr>
            </a:pPr>
            <a:endParaRPr lang="en-US"/>
          </a:p>
        </c:txPr>
      </c:legendEntry>
      <c:legendEntry>
        <c:idx val="1"/>
        <c:txPr>
          <a:bodyPr rot="0" spcFirstLastPara="1" vertOverflow="ellipsis" vert="horz" wrap="square" anchor="ctr" anchorCtr="1"/>
          <a:lstStyle/>
          <a:p>
            <a:pPr rtl="0">
              <a:defRPr sz="900" b="1" i="0" u="none" strike="noStrike" kern="1200" baseline="0">
                <a:solidFill>
                  <a:srgbClr val="005EB1"/>
                </a:solidFill>
                <a:latin typeface="IBM Plex Sans Arabic" panose="020B0503050203000203" pitchFamily="34" charset="-78"/>
                <a:ea typeface="+mn-ea"/>
                <a:cs typeface="IBM Plex Sans Arabic" panose="020B0503050203000203" pitchFamily="34" charset="-78"/>
              </a:defRPr>
            </a:pPr>
            <a:endParaRPr lang="en-US"/>
          </a:p>
        </c:txPr>
      </c:legendEntry>
      <c:legendEntry>
        <c:idx val="2"/>
        <c:txPr>
          <a:bodyPr rot="0" spcFirstLastPara="1" vertOverflow="ellipsis" vert="horz" wrap="square" anchor="ctr" anchorCtr="1"/>
          <a:lstStyle/>
          <a:p>
            <a:pPr rtl="0">
              <a:defRPr sz="900" b="1" i="0" u="none" strike="noStrike" kern="1200" baseline="0">
                <a:solidFill>
                  <a:srgbClr val="008DE1"/>
                </a:solidFill>
                <a:latin typeface="IBM Plex Sans Arabic" panose="020B0503050203000203" pitchFamily="34" charset="-78"/>
                <a:ea typeface="+mn-ea"/>
                <a:cs typeface="IBM Plex Sans Arabic" panose="020B0503050203000203" pitchFamily="34" charset="-78"/>
              </a:defRPr>
            </a:pPr>
            <a:endParaRPr lang="en-US"/>
          </a:p>
        </c:txPr>
      </c:legendEntry>
      <c:legendEntry>
        <c:idx val="3"/>
        <c:txPr>
          <a:bodyPr rot="0" spcFirstLastPara="1" vertOverflow="ellipsis" vert="horz" wrap="square" anchor="ctr" anchorCtr="1"/>
          <a:lstStyle/>
          <a:p>
            <a:pPr rtl="0">
              <a:defRPr sz="900" b="1" i="0" u="none" strike="noStrike" kern="1200" baseline="0">
                <a:solidFill>
                  <a:srgbClr val="A8BDE3"/>
                </a:solidFill>
                <a:latin typeface="IBM Plex Sans Arabic" panose="020B0503050203000203" pitchFamily="34" charset="-78"/>
                <a:ea typeface="+mn-ea"/>
                <a:cs typeface="IBM Plex Sans Arabic" panose="020B0503050203000203" pitchFamily="34" charset="-78"/>
              </a:defRPr>
            </a:pPr>
            <a:endParaRPr lang="en-US"/>
          </a:p>
        </c:txPr>
      </c:legendEntry>
      <c:layout>
        <c:manualLayout>
          <c:xMode val="edge"/>
          <c:yMode val="edge"/>
          <c:x val="3.4146577544995511E-3"/>
          <c:y val="0.90341239028286791"/>
          <c:w val="0.99437898936885283"/>
          <c:h val="9.5133413066014597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 rtl="0">
            <a:defRPr sz="900" b="1" i="0" u="none" strike="noStrike" kern="1200" baseline="0">
              <a:solidFill>
                <a:schemeClr val="tx2"/>
              </a:solidFill>
              <a:latin typeface="IBM Plex Sans Arabic" panose="020B0503050203000203" pitchFamily="34" charset="-78"/>
              <a:ea typeface="+mn-ea"/>
              <a:cs typeface="IBM Plex Sans Arabic" panose="020B0503050203000203" pitchFamily="34" charset="-78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accent5">
        <a:lumMod val="20000"/>
        <a:lumOff val="80000"/>
        <a:alpha val="20007"/>
      </a:schemeClr>
    </a:solidFill>
    <a:ln>
      <a:solidFill>
        <a:schemeClr val="tx1">
          <a:lumMod val="20000"/>
          <a:lumOff val="80000"/>
        </a:schemeClr>
      </a:solidFill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2128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IBM Plex Sans Arabic" panose="020B0503050203000203" pitchFamily="34" charset="-78"/>
                <a:ea typeface="+mn-ea"/>
                <a:cs typeface="IBM Plex Sans Arabic" panose="020B0503050203000203" pitchFamily="34" charset="-78"/>
              </a:defRPr>
            </a:pPr>
            <a:r>
              <a:rPr lang="ar-SA" sz="2000" dirty="0">
                <a:latin typeface="IBM Plex Sans Arabic" panose="020B0503050203000203" pitchFamily="34" charset="-78"/>
                <a:cs typeface="IBM Plex Sans Arabic" panose="020B0503050203000203" pitchFamily="34" charset="-78"/>
              </a:rPr>
              <a:t>الدورات والبرامج المنجزة خلال فترة</a:t>
            </a:r>
            <a:r>
              <a:rPr lang="en-US" sz="2000" dirty="0">
                <a:latin typeface="IBM Plex Sans Arabic" panose="020B0503050203000203" pitchFamily="34" charset="-78"/>
                <a:cs typeface="IBM Plex Sans Arabic" panose="020B0503050203000203" pitchFamily="34" charset="-78"/>
              </a:rPr>
              <a:t> </a:t>
            </a:r>
            <a:r>
              <a:rPr lang="ar-SA" sz="2000" dirty="0">
                <a:latin typeface="IBM Plex Sans Arabic" panose="020B0503050203000203" pitchFamily="34" charset="-78"/>
                <a:cs typeface="IBM Plex Sans Arabic" panose="020B0503050203000203" pitchFamily="34" charset="-78"/>
              </a:rPr>
              <a:t>2024 (تراكمي)</a:t>
            </a:r>
          </a:p>
        </c:rich>
      </c:tx>
      <c:layout>
        <c:manualLayout>
          <c:xMode val="edge"/>
          <c:yMode val="edge"/>
          <c:x val="0.18788348058987986"/>
          <c:y val="3.7799239015005406E-3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128" b="1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IBM Plex Sans Arabic" panose="020B0503050203000203" pitchFamily="34" charset="-78"/>
              <a:ea typeface="+mn-ea"/>
              <a:cs typeface="IBM Plex Sans Arabic" panose="020B0503050203000203" pitchFamily="34" charset="-78"/>
            </a:defRPr>
          </a:pPr>
          <a:endParaRPr lang="en-US"/>
        </a:p>
      </c:txPr>
    </c:title>
    <c:autoTitleDeleted val="0"/>
    <c:view3D>
      <c:rotX val="15"/>
      <c:rotY val="20"/>
      <c:depthPercent val="100"/>
      <c:rAngAx val="1"/>
    </c:view3D>
    <c:floor>
      <c:thickness val="0"/>
      <c:spPr>
        <a:noFill/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/>
      <c:bar3DChart>
        <c:barDir val="col"/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عدد الدورات</c:v>
                </c:pt>
              </c:strCache>
            </c:strRef>
          </c:tx>
          <c:spPr>
            <a:gradFill rotWithShape="1">
              <a:gsLst>
                <a:gs pos="0">
                  <a:schemeClr val="accent1">
                    <a:satMod val="103000"/>
                    <a:lumMod val="102000"/>
                    <a:tint val="94000"/>
                  </a:schemeClr>
                </a:gs>
                <a:gs pos="50000">
                  <a:schemeClr val="accent1">
                    <a:satMod val="110000"/>
                    <a:lumMod val="100000"/>
                    <a:shade val="100000"/>
                  </a:schemeClr>
                </a:gs>
                <a:gs pos="100000">
                  <a:schemeClr val="accent1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  <a:sp3d/>
          </c:spPr>
          <c:invertIfNegative val="0"/>
          <c:dLbls>
            <c:dLbl>
              <c:idx val="0"/>
              <c:layout>
                <c:manualLayout>
                  <c:x val="0"/>
                  <c:y val="-3.779923901500544E-2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400" b="1" i="0" u="none" strike="noStrike" kern="1200" baseline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SWCC 2-" pitchFamily="2" charset="-78"/>
                      <a:ea typeface="+mn-ea"/>
                      <a:cs typeface="SWCC 2-" pitchFamily="2" charset="-78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717C-412F-B021-26E7067A9D34}"/>
                </c:ext>
              </c:extLst>
            </c:dLbl>
            <c:dLbl>
              <c:idx val="1"/>
              <c:layout>
                <c:manualLayout>
                  <c:x val="-6.7331097357718325E-3"/>
                  <c:y val="-2.2679543409003383E-2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400" b="1" i="0" u="none" strike="noStrike" kern="1200" baseline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SWCC 2-" pitchFamily="2" charset="-78"/>
                      <a:ea typeface="+mn-ea"/>
                      <a:cs typeface="SWCC 2-" pitchFamily="2" charset="-78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717C-412F-B021-26E7067A9D34}"/>
                </c:ext>
              </c:extLst>
            </c:dLbl>
            <c:dLbl>
              <c:idx val="3"/>
              <c:layout>
                <c:manualLayout>
                  <c:x val="-6.1719459589444559E-17"/>
                  <c:y val="-1.5119695606002301E-2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400" b="1" i="0" u="none" strike="noStrike" kern="1200" baseline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SWCC 2-" pitchFamily="2" charset="-78"/>
                      <a:ea typeface="+mn-ea"/>
                      <a:cs typeface="SWCC 2-" pitchFamily="2" charset="-78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717C-412F-B021-26E7067A9D34}"/>
                </c:ext>
              </c:extLst>
            </c:dLbl>
            <c:dLbl>
              <c:idx val="4"/>
              <c:layout>
                <c:manualLayout>
                  <c:x val="-3.3665548678859162E-3"/>
                  <c:y val="-1.1339771704501622E-2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400" b="1" i="0" u="none" strike="noStrike" kern="1200" baseline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SWCC 2-" pitchFamily="2" charset="-78"/>
                      <a:ea typeface="+mn-ea"/>
                      <a:cs typeface="SWCC 2-" pitchFamily="2" charset="-78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DF36-F347-8F37-359BA6178AA4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SWCC 2-" pitchFamily="2" charset="-78"/>
                    <a:ea typeface="+mn-ea"/>
                    <a:cs typeface="SWCC 2-" pitchFamily="2" charset="-78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Sheet1!$A$2:$A$6</c:f>
              <c:strCache>
                <c:ptCount val="5"/>
                <c:pt idx="0">
                  <c:v>دورة تطويرية</c:v>
                </c:pt>
                <c:pt idx="1">
                  <c:v>دورة تأهيلية</c:v>
                </c:pt>
                <c:pt idx="2">
                  <c:v>ديبلوم مساعد</c:v>
                </c:pt>
                <c:pt idx="3">
                  <c:v>برنامج تأهيلي</c:v>
                </c:pt>
                <c:pt idx="4">
                  <c:v>ديبلوم تدريبي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115</c:v>
                </c:pt>
                <c:pt idx="1">
                  <c:v>3</c:v>
                </c:pt>
                <c:pt idx="2">
                  <c:v>0</c:v>
                </c:pt>
                <c:pt idx="3">
                  <c:v>0</c:v>
                </c:pt>
                <c:pt idx="4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77B-7447-B59F-341474EA41A2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عدد المتدربين</c:v>
                </c:pt>
              </c:strCache>
            </c:strRef>
          </c:tx>
          <c:spPr>
            <a:gradFill rotWithShape="1">
              <a:gsLst>
                <a:gs pos="0">
                  <a:schemeClr val="accent2">
                    <a:satMod val="103000"/>
                    <a:lumMod val="102000"/>
                    <a:tint val="94000"/>
                  </a:schemeClr>
                </a:gs>
                <a:gs pos="50000">
                  <a:schemeClr val="accent2">
                    <a:satMod val="110000"/>
                    <a:lumMod val="100000"/>
                    <a:shade val="100000"/>
                  </a:schemeClr>
                </a:gs>
                <a:gs pos="100000">
                  <a:schemeClr val="accent2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  <a:sp3d/>
          </c:spPr>
          <c:invertIfNegative val="0"/>
          <c:dLbls>
            <c:dLbl>
              <c:idx val="0"/>
              <c:layout>
                <c:manualLayout>
                  <c:x val="6.7331097357718325E-3"/>
                  <c:y val="-6.0478782424008663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separator>, </c:separator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717C-412F-B021-26E7067A9D34}"/>
                </c:ext>
              </c:extLst>
            </c:dLbl>
            <c:dLbl>
              <c:idx val="1"/>
              <c:layout>
                <c:manualLayout>
                  <c:x val="1.3551870584971296E-2"/>
                  <c:y val="-4.5359086818006489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separator>, </c:separator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077B-7447-B59F-341474EA41A2}"/>
                </c:ext>
              </c:extLst>
            </c:dLbl>
            <c:dLbl>
              <c:idx val="3"/>
              <c:layout>
                <c:manualLayout>
                  <c:x val="-3.3665548678859162E-3"/>
                  <c:y val="-3.4019315113504867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separator>, </c:separator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077B-7447-B59F-341474EA41A2}"/>
                </c:ext>
              </c:extLst>
            </c:dLbl>
            <c:dLbl>
              <c:idx val="4"/>
              <c:layout>
                <c:manualLayout>
                  <c:x val="1.5245854408092707E-2"/>
                  <c:y val="-4.1579162916505978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separator>, </c:separator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DF36-F347-8F37-359BA6178AA4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6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SWCC 2-" pitchFamily="2" charset="-78"/>
                    <a:ea typeface="+mn-ea"/>
                    <a:cs typeface="SWCC 2-" pitchFamily="2" charset="-78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eparator>, </c:separator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Sheet1!$A$2:$A$6</c:f>
              <c:strCache>
                <c:ptCount val="5"/>
                <c:pt idx="0">
                  <c:v>دورة تطويرية</c:v>
                </c:pt>
                <c:pt idx="1">
                  <c:v>دورة تأهيلية</c:v>
                </c:pt>
                <c:pt idx="2">
                  <c:v>ديبلوم مساعد</c:v>
                </c:pt>
                <c:pt idx="3">
                  <c:v>برنامج تأهيلي</c:v>
                </c:pt>
                <c:pt idx="4">
                  <c:v>ديبلوم تدريبي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1887</c:v>
                </c:pt>
                <c:pt idx="1">
                  <c:v>137</c:v>
                </c:pt>
                <c:pt idx="2">
                  <c:v>0</c:v>
                </c:pt>
                <c:pt idx="3">
                  <c:v>0</c:v>
                </c:pt>
                <c:pt idx="4">
                  <c:v>16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077B-7447-B59F-341474EA41A2}"/>
            </c:ext>
          </c:extLst>
        </c:ser>
        <c:dLbls>
          <c:showLegendKey val="0"/>
          <c:showVal val="0"/>
          <c:showCatName val="0"/>
          <c:showSerName val="0"/>
          <c:showPercent val="1"/>
          <c:showBubbleSize val="0"/>
        </c:dLbls>
        <c:gapWidth val="150"/>
        <c:shape val="box"/>
        <c:axId val="899653280"/>
        <c:axId val="1716953872"/>
        <c:axId val="1274654896"/>
      </c:bar3DChart>
      <c:catAx>
        <c:axId val="899653280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12700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716953872"/>
        <c:crosses val="autoZero"/>
        <c:auto val="1"/>
        <c:lblAlgn val="ctr"/>
        <c:lblOffset val="100"/>
        <c:noMultiLvlLbl val="0"/>
      </c:catAx>
      <c:valAx>
        <c:axId val="1716953872"/>
        <c:scaling>
          <c:orientation val="minMax"/>
          <c:max val="100"/>
        </c:scaling>
        <c:delete val="1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crossAx val="899653280"/>
        <c:crosses val="autoZero"/>
        <c:crossBetween val="between"/>
        <c:majorUnit val="10"/>
      </c:valAx>
      <c:serAx>
        <c:axId val="1274654896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noFill/>
          <a:ln w="12700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716953872"/>
        <c:crosses val="autoZero"/>
      </c:ser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>
      <a:softEdge rad="0"/>
    </a:effectLst>
  </c:spPr>
  <c:txPr>
    <a:bodyPr/>
    <a:lstStyle/>
    <a:p>
      <a:pPr rtl="1">
        <a:defRPr/>
      </a:pPr>
      <a:endParaRPr lang="en-US"/>
    </a:p>
  </c:txPr>
  <c:externalData r:id="rId3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2311300376805735"/>
          <c:y val="0.31463706112197126"/>
          <c:w val="0.60453243546673552"/>
          <c:h val="0.57609767121049393"/>
        </c:manualLayout>
      </c:layout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عدد الدورات</c:v>
                </c:pt>
              </c:strCache>
            </c:strRef>
          </c:tx>
          <c:dPt>
            <c:idx val="0"/>
            <c:bubble3D val="0"/>
            <c:spPr>
              <a:solidFill>
                <a:srgbClr val="035FB2"/>
              </a:solidFill>
              <a:ln>
                <a:noFill/>
              </a:ln>
              <a:effectLst/>
              <a:scene3d>
                <a:camera prst="orthographicFront"/>
                <a:lightRig rig="brightRoom" dir="t"/>
              </a:scene3d>
              <a:sp3d prstMaterial="flat">
                <a:bevelT w="50800" h="101600" prst="angle"/>
                <a:contourClr>
                  <a:srgbClr val="000000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1-FD57-FE4F-8A1F-BF491A59939C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>
                <a:noFill/>
              </a:ln>
              <a:effectLst/>
              <a:scene3d>
                <a:camera prst="orthographicFront"/>
                <a:lightRig rig="brightRoom" dir="t"/>
              </a:scene3d>
              <a:sp3d prstMaterial="flat">
                <a:bevelT w="50800" h="101600" prst="angle"/>
                <a:contourClr>
                  <a:srgbClr val="000000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3-FD57-FE4F-8A1F-BF491A59939C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>
                <a:noFill/>
              </a:ln>
              <a:effectLst/>
              <a:scene3d>
                <a:camera prst="orthographicFront"/>
                <a:lightRig rig="brightRoom" dir="t"/>
              </a:scene3d>
              <a:sp3d prstMaterial="flat">
                <a:bevelT w="50800" h="101600" prst="angle"/>
                <a:contourClr>
                  <a:srgbClr val="000000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5-FD57-FE4F-8A1F-BF491A59939C}"/>
              </c:ext>
            </c:extLst>
          </c:dPt>
          <c:dPt>
            <c:idx val="3"/>
            <c:bubble3D val="0"/>
            <c:spPr>
              <a:solidFill>
                <a:srgbClr val="008EE1"/>
              </a:solidFill>
              <a:ln>
                <a:noFill/>
              </a:ln>
              <a:effectLst/>
              <a:scene3d>
                <a:camera prst="orthographicFront"/>
                <a:lightRig rig="brightRoom" dir="t"/>
              </a:scene3d>
              <a:sp3d prstMaterial="flat">
                <a:bevelT w="50800" h="101600" prst="angle"/>
                <a:contourClr>
                  <a:srgbClr val="000000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7-FD57-FE4F-8A1F-BF491A59939C}"/>
              </c:ext>
            </c:extLst>
          </c:dPt>
          <c:dPt>
            <c:idx val="4"/>
            <c:bubble3D val="0"/>
            <c:spPr>
              <a:solidFill>
                <a:srgbClr val="873CC1"/>
              </a:solidFill>
              <a:ln>
                <a:noFill/>
              </a:ln>
              <a:effectLst/>
              <a:scene3d>
                <a:camera prst="orthographicFront"/>
                <a:lightRig rig="brightRoom" dir="t"/>
              </a:scene3d>
              <a:sp3d prstMaterial="flat">
                <a:bevelT w="50800" h="101600" prst="angle"/>
                <a:contourClr>
                  <a:srgbClr val="000000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9-FD57-FE4F-8A1F-BF491A59939C}"/>
              </c:ext>
            </c:extLst>
          </c:dPt>
          <c:dLbls>
            <c:dLbl>
              <c:idx val="0"/>
              <c:layout>
                <c:manualLayout>
                  <c:x val="-0.29056475640326151"/>
                  <c:y val="-0.21860218298733028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noAutofit/>
                </a:bodyPr>
                <a:lstStyle/>
                <a:p>
                  <a:pPr rtl="1">
                    <a:defRPr sz="2000" b="1" i="0" u="none" strike="noStrike" kern="1200" baseline="0">
                      <a:solidFill>
                        <a:schemeClr val="bg1"/>
                      </a:solidFill>
                      <a:latin typeface="IBM Plex Sans Arabic SemiBold" panose="020B0503050203000203" pitchFamily="34" charset="-78"/>
                      <a:ea typeface="+mn-ea"/>
                      <a:cs typeface="IBM Plex Sans Arabic SemiBold" panose="020B0503050203000203" pitchFamily="34" charset="-78"/>
                    </a:defRPr>
                  </a:pPr>
                  <a:endParaRPr lang="en-US"/>
                </a:p>
              </c:txPr>
              <c:dLblPos val="bestFit"/>
              <c:showLegendKey val="1"/>
              <c:showVal val="0"/>
              <c:showCatName val="0"/>
              <c:showSerName val="0"/>
              <c:showPercent val="1"/>
              <c:showBubbleSize val="0"/>
              <c:separator>, </c:separator>
              <c:extLst>
                <c:ext xmlns:c15="http://schemas.microsoft.com/office/drawing/2012/chart" uri="{CE6537A1-D6FC-4f65-9D91-7224C49458BB}">
                  <c15:layout>
                    <c:manualLayout>
                      <c:w val="0.20511458808019103"/>
                      <c:h val="0.1102951380116038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1-FD57-FE4F-8A1F-BF491A59939C}"/>
                </c:ext>
              </c:extLst>
            </c:dLbl>
            <c:dLbl>
              <c:idx val="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FD57-FE4F-8A1F-BF491A59939C}"/>
                </c:ext>
              </c:extLst>
            </c:dLbl>
            <c:dLbl>
              <c:idx val="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FD57-FE4F-8A1F-BF491A59939C}"/>
                </c:ext>
              </c:extLst>
            </c:dLbl>
            <c:dLbl>
              <c:idx val="3"/>
              <c:layout>
                <c:manualLayout>
                  <c:x val="-4.9566817408699497E-2"/>
                  <c:y val="-1.1211661465513868E-2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noAutofit/>
                </a:bodyPr>
                <a:lstStyle/>
                <a:p>
                  <a:pPr rtl="1">
                    <a:defRPr sz="2000" b="1" i="0" u="none" strike="noStrike" kern="1200" baseline="0">
                      <a:solidFill>
                        <a:srgbClr val="008DE0"/>
                      </a:solidFill>
                      <a:latin typeface="IBM Plex Sans Arabic SemiBold" panose="020B0503050203000203" pitchFamily="34" charset="-78"/>
                      <a:ea typeface="+mn-ea"/>
                      <a:cs typeface="IBM Plex Sans Arabic SemiBold" panose="020B0503050203000203" pitchFamily="34" charset="-78"/>
                    </a:defRPr>
                  </a:pPr>
                  <a:endParaRPr lang="en-US"/>
                </a:p>
              </c:txPr>
              <c:dLblPos val="bestFit"/>
              <c:showLegendKey val="1"/>
              <c:showVal val="0"/>
              <c:showCatName val="0"/>
              <c:showSerName val="0"/>
              <c:showPercent val="1"/>
              <c:showBubbleSize val="0"/>
              <c:separator>, </c:separator>
              <c:extLst>
                <c:ext xmlns:c15="http://schemas.microsoft.com/office/drawing/2012/chart" uri="{CE6537A1-D6FC-4f65-9D91-7224C49458BB}">
                  <c15:layout>
                    <c:manualLayout>
                      <c:w val="0.15332163178228114"/>
                      <c:h val="0.10557243048482889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7-FD57-FE4F-8A1F-BF491A59939C}"/>
                </c:ext>
              </c:extLst>
            </c:dLbl>
            <c:dLbl>
              <c:idx val="4"/>
              <c:layout>
                <c:manualLayout>
                  <c:x val="0.19143085241968283"/>
                  <c:y val="1.0399233676928894E-2"/>
                </c:manualLayout>
              </c:layout>
              <c:tx>
                <c:rich>
                  <a:bodyPr rot="0" spcFirstLastPara="1" vertOverflow="ellipsis" vert="horz" wrap="square" lIns="38100" tIns="19050" rIns="38100" bIns="19050" anchor="ctr" anchorCtr="1">
                    <a:noAutofit/>
                  </a:bodyPr>
                  <a:lstStyle/>
                  <a:p>
                    <a:pPr rtl="1">
                      <a:defRPr sz="2000" b="1" i="0" u="none" strike="noStrike" kern="1200" baseline="0">
                        <a:solidFill>
                          <a:srgbClr val="528AC0"/>
                        </a:solidFill>
                        <a:latin typeface="IBM Plex Sans Arabic SemiBold" panose="020B0503050203000203" pitchFamily="34" charset="-78"/>
                        <a:ea typeface="+mn-ea"/>
                        <a:cs typeface="IBM Plex Sans Arabic SemiBold" panose="020B0503050203000203" pitchFamily="34" charset="-78"/>
                      </a:defRPr>
                    </a:pPr>
                    <a:fld id="{03815C51-F0CE-CE48-A4D9-0D5CA3ADDFCD}" type="PERCENTAGE">
                      <a:rPr lang="en-US" sz="2000" b="1" i="0">
                        <a:solidFill>
                          <a:srgbClr val="7936AD"/>
                        </a:solidFill>
                        <a:latin typeface="IBM Plex Sans Arabic SemiBold" panose="020B0503050203000203" pitchFamily="34" charset="-78"/>
                        <a:cs typeface="IBM Plex Sans Arabic SemiBold" panose="020B0503050203000203" pitchFamily="34" charset="-78"/>
                      </a:rPr>
                      <a:pPr rtl="1">
                        <a:defRPr sz="2000">
                          <a:solidFill>
                            <a:srgbClr val="528AC0"/>
                          </a:solidFill>
                          <a:latin typeface="IBM Plex Sans Arabic SemiBold" panose="020B0503050203000203" pitchFamily="34" charset="-78"/>
                          <a:cs typeface="IBM Plex Sans Arabic SemiBold" panose="020B0503050203000203" pitchFamily="34" charset="-78"/>
                        </a:defRPr>
                      </a:pPr>
                      <a:t>[PERCENTAGE]</a:t>
                    </a:fld>
                    <a:endParaRPr lang="en-US"/>
                  </a:p>
                </c:rich>
              </c:tx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noAutofit/>
                </a:bodyPr>
                <a:lstStyle/>
                <a:p>
                  <a:pPr rtl="1">
                    <a:defRPr sz="2000" b="1" i="0" u="none" strike="noStrike" kern="1200" baseline="0">
                      <a:solidFill>
                        <a:srgbClr val="528AC0"/>
                      </a:solidFill>
                      <a:latin typeface="IBM Plex Sans Arabic SemiBold" panose="020B0503050203000203" pitchFamily="34" charset="-78"/>
                      <a:ea typeface="+mn-ea"/>
                      <a:cs typeface="IBM Plex Sans Arabic SemiBold" panose="020B0503050203000203" pitchFamily="34" charset="-78"/>
                    </a:defRPr>
                  </a:pPr>
                  <a:endParaRPr lang="en-US"/>
                </a:p>
              </c:txPr>
              <c:dLblPos val="bestFit"/>
              <c:showLegendKey val="1"/>
              <c:showVal val="0"/>
              <c:showCatName val="0"/>
              <c:showSerName val="0"/>
              <c:showPercent val="1"/>
              <c:showBubbleSize val="0"/>
              <c:separator>, </c:separator>
              <c:extLst>
                <c:ext xmlns:c15="http://schemas.microsoft.com/office/drawing/2012/chart" uri="{CE6537A1-D6FC-4f65-9D91-7224C49458BB}">
                  <c15:layout>
                    <c:manualLayout>
                      <c:w val="0.13430907867915845"/>
                      <c:h val="0.10631389755747686"/>
                    </c:manualLayout>
                  </c15:layout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9-FD57-FE4F-8A1F-BF491A59939C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 rtl="1">
                  <a:defRPr sz="2000" b="1" i="0" u="none" strike="noStrike" kern="1200" baseline="0">
                    <a:solidFill>
                      <a:schemeClr val="tx1">
                        <a:lumMod val="75000"/>
                      </a:schemeClr>
                    </a:solidFill>
                    <a:latin typeface="IBM Plex Sans Arabic SemiBold" panose="020B0503050203000203" pitchFamily="34" charset="-78"/>
                    <a:ea typeface="+mn-ea"/>
                    <a:cs typeface="IBM Plex Sans Arabic SemiBold" panose="020B0503050203000203" pitchFamily="34" charset="-78"/>
                  </a:defRPr>
                </a:pPr>
                <a:endParaRPr lang="en-US"/>
              </a:p>
            </c:txPr>
            <c:dLblPos val="bestFit"/>
            <c:showLegendKey val="1"/>
            <c:showVal val="0"/>
            <c:showCatName val="0"/>
            <c:showSerName val="0"/>
            <c:showPercent val="1"/>
            <c:showBubbleSize val="0"/>
            <c:separator>, </c:separator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Sheet1!$A$2:$A$6</c:f>
              <c:strCache>
                <c:ptCount val="5"/>
                <c:pt idx="0">
                  <c:v>دورة تطويرية</c:v>
                </c:pt>
                <c:pt idx="1">
                  <c:v>دورة تأهيلية</c:v>
                </c:pt>
                <c:pt idx="2">
                  <c:v>برنامج عالمي</c:v>
                </c:pt>
                <c:pt idx="3">
                  <c:v>برنامج تأهيلي</c:v>
                </c:pt>
                <c:pt idx="4">
                  <c:v>ديبلوم تدريبي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19</c:v>
                </c:pt>
                <c:pt idx="1">
                  <c:v>0</c:v>
                </c:pt>
                <c:pt idx="2">
                  <c:v>0</c:v>
                </c:pt>
                <c:pt idx="3">
                  <c:v>2</c:v>
                </c:pt>
                <c:pt idx="4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FD57-FE4F-8A1F-BF491A59939C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عدد المتدربين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>
                <a:noFill/>
              </a:ln>
              <a:effectLst/>
              <a:scene3d>
                <a:camera prst="orthographicFront"/>
                <a:lightRig rig="brightRoom" dir="t"/>
              </a:scene3d>
              <a:sp3d prstMaterial="flat">
                <a:bevelT w="50800" h="101600" prst="angle"/>
                <a:contourClr>
                  <a:srgbClr val="000000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C-FD57-FE4F-8A1F-BF491A59939C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>
                <a:noFill/>
              </a:ln>
              <a:effectLst/>
              <a:scene3d>
                <a:camera prst="orthographicFront"/>
                <a:lightRig rig="brightRoom" dir="t"/>
              </a:scene3d>
              <a:sp3d prstMaterial="flat">
                <a:bevelT w="50800" h="101600" prst="angle"/>
                <a:contourClr>
                  <a:srgbClr val="000000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E-FD57-FE4F-8A1F-BF491A59939C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>
                <a:noFill/>
              </a:ln>
              <a:effectLst/>
              <a:scene3d>
                <a:camera prst="orthographicFront"/>
                <a:lightRig rig="brightRoom" dir="t"/>
              </a:scene3d>
              <a:sp3d prstMaterial="flat">
                <a:bevelT w="50800" h="101600" prst="angle"/>
                <a:contourClr>
                  <a:srgbClr val="000000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10-FD57-FE4F-8A1F-BF491A59939C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>
                <a:noFill/>
              </a:ln>
              <a:effectLst/>
              <a:scene3d>
                <a:camera prst="orthographicFront"/>
                <a:lightRig rig="brightRoom" dir="t"/>
              </a:scene3d>
              <a:sp3d prstMaterial="flat">
                <a:bevelT w="50800" h="101600" prst="angle"/>
                <a:contourClr>
                  <a:srgbClr val="000000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12-FD57-FE4F-8A1F-BF491A59939C}"/>
              </c:ext>
            </c:extLst>
          </c:dPt>
          <c:dPt>
            <c:idx val="4"/>
            <c:bubble3D val="0"/>
            <c:spPr>
              <a:solidFill>
                <a:schemeClr val="accent5"/>
              </a:solidFill>
              <a:ln>
                <a:noFill/>
              </a:ln>
              <a:effectLst/>
              <a:scene3d>
                <a:camera prst="orthographicFront"/>
                <a:lightRig rig="brightRoom" dir="t"/>
              </a:scene3d>
              <a:sp3d prstMaterial="flat">
                <a:bevelT w="50800" h="101600" prst="angle"/>
                <a:contourClr>
                  <a:srgbClr val="000000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14-FD57-FE4F-8A1F-BF491A59939C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inEnd"/>
            <c:showLegendKey val="0"/>
            <c:showVal val="0"/>
            <c:showCatName val="0"/>
            <c:showSerName val="0"/>
            <c:showPercent val="1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Sheet1!$A$2:$A$6</c:f>
              <c:strCache>
                <c:ptCount val="5"/>
                <c:pt idx="0">
                  <c:v>دورة تطويرية</c:v>
                </c:pt>
                <c:pt idx="1">
                  <c:v>دورة تأهيلية</c:v>
                </c:pt>
                <c:pt idx="2">
                  <c:v>برنامج عالمي</c:v>
                </c:pt>
                <c:pt idx="3">
                  <c:v>برنامج تأهيلي</c:v>
                </c:pt>
                <c:pt idx="4">
                  <c:v>ديبلوم تدريبي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314</c:v>
                </c:pt>
                <c:pt idx="1">
                  <c:v>0</c:v>
                </c:pt>
                <c:pt idx="2">
                  <c:v>0</c:v>
                </c:pt>
                <c:pt idx="3">
                  <c:v>94</c:v>
                </c:pt>
                <c:pt idx="4">
                  <c:v>16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5-FD57-FE4F-8A1F-BF491A59939C}"/>
            </c:ext>
          </c:extLst>
        </c:ser>
        <c:dLbls>
          <c:dLblPos val="inEnd"/>
          <c:showLegendKey val="0"/>
          <c:showVal val="0"/>
          <c:showCatName val="0"/>
          <c:showSerName val="0"/>
          <c:showPercent val="1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t"/>
      <c:legendEntry>
        <c:idx val="0"/>
        <c:txPr>
          <a:bodyPr rot="0" spcFirstLastPara="1" vertOverflow="ellipsis" vert="horz" wrap="square" anchor="ctr" anchorCtr="1"/>
          <a:lstStyle/>
          <a:p>
            <a:pPr>
              <a:defRPr sz="1400" b="1" i="0" u="none" strike="noStrike" kern="1200" baseline="0">
                <a:solidFill>
                  <a:srgbClr val="3C65B1"/>
                </a:solidFill>
                <a:latin typeface="IBM Plex Sans Arabic SemiBold" panose="020B0503050203000203" pitchFamily="34" charset="-78"/>
                <a:ea typeface="+mn-ea"/>
                <a:cs typeface="IBM Plex Sans Arabic SemiBold" panose="020B0503050203000203" pitchFamily="34" charset="-78"/>
              </a:defRPr>
            </a:pPr>
            <a:endParaRPr lang="en-US"/>
          </a:p>
        </c:txPr>
      </c:legendEntry>
      <c:legendEntry>
        <c:idx val="1"/>
        <c:delete val="1"/>
      </c:legendEntry>
      <c:legendEntry>
        <c:idx val="2"/>
        <c:delete val="1"/>
      </c:legendEntry>
      <c:legendEntry>
        <c:idx val="3"/>
        <c:txPr>
          <a:bodyPr rot="0" spcFirstLastPara="1" vertOverflow="ellipsis" vert="horz" wrap="square" anchor="ctr" anchorCtr="1"/>
          <a:lstStyle/>
          <a:p>
            <a:pPr>
              <a:defRPr sz="1400" b="1" i="0" u="none" strike="noStrike" kern="1200" baseline="0">
                <a:solidFill>
                  <a:srgbClr val="90A0BC"/>
                </a:solidFill>
                <a:latin typeface="IBM Plex Sans Arabic SemiBold" panose="020B0503050203000203" pitchFamily="34" charset="-78"/>
                <a:ea typeface="+mn-ea"/>
                <a:cs typeface="IBM Plex Sans Arabic SemiBold" panose="020B0503050203000203" pitchFamily="34" charset="-78"/>
              </a:defRPr>
            </a:pPr>
            <a:endParaRPr lang="en-US"/>
          </a:p>
        </c:txPr>
      </c:legendEntry>
      <c:legendEntry>
        <c:idx val="4"/>
        <c:txPr>
          <a:bodyPr rot="0" spcFirstLastPara="1" vertOverflow="ellipsis" vert="horz" wrap="square" anchor="ctr" anchorCtr="1"/>
          <a:lstStyle/>
          <a:p>
            <a:pPr>
              <a:defRPr sz="1400" b="1" i="0" u="none" strike="noStrike" kern="1200" baseline="0">
                <a:solidFill>
                  <a:srgbClr val="853CBF"/>
                </a:solidFill>
                <a:latin typeface="IBM Plex Sans Arabic SemiBold" panose="020B0503050203000203" pitchFamily="34" charset="-78"/>
                <a:ea typeface="+mn-ea"/>
                <a:cs typeface="IBM Plex Sans Arabic SemiBold" panose="020B0503050203000203" pitchFamily="34" charset="-78"/>
              </a:defRPr>
            </a:pPr>
            <a:endParaRPr lang="en-US"/>
          </a:p>
        </c:txPr>
      </c:legendEntry>
      <c:layout>
        <c:manualLayout>
          <c:xMode val="edge"/>
          <c:yMode val="edge"/>
          <c:x val="0"/>
          <c:y val="0.89995347906212686"/>
          <c:w val="0.98758686329076639"/>
          <c:h val="9.303386917539222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1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IBM Plex Sans Arabic SemiBold" panose="020B0503050203000203" pitchFamily="34" charset="-78"/>
              <a:ea typeface="+mn-ea"/>
              <a:cs typeface="IBM Plex Sans Arabic SemiBold" panose="020B0503050203000203" pitchFamily="34" charset="-78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bg1">
        <a:lumMod val="95000"/>
        <a:alpha val="10276"/>
      </a:schemeClr>
    </a:solidFill>
    <a:ln>
      <a:solidFill>
        <a:schemeClr val="tx1">
          <a:lumMod val="20000"/>
          <a:lumOff val="80000"/>
        </a:schemeClr>
      </a:solidFill>
    </a:ln>
    <a:effectLst>
      <a:outerShdw blurRad="50800" dist="50800" dir="5400000" sx="99572" sy="99572" algn="ctr" rotWithShape="0">
        <a:schemeClr val="bg1">
          <a:lumMod val="85000"/>
        </a:schemeClr>
      </a:outerShdw>
    </a:effectLst>
  </c:spPr>
  <c:txPr>
    <a:bodyPr/>
    <a:lstStyle/>
    <a:p>
      <a:pPr>
        <a:defRPr/>
      </a:pPr>
      <a:endParaRPr lang="en-US"/>
    </a:p>
  </c:txPr>
  <c:externalData r:id="rId3">
    <c:autoUpdate val="0"/>
  </c:externalData>
  <c:userShapes r:id="rId4"/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7.4524695108916961E-2"/>
          <c:y val="5.4679936192628564E-2"/>
          <c:w val="0.8807571517380246"/>
          <c:h val="0.80611355514757466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شهري</c:v>
                </c:pt>
              </c:strCache>
            </c:strRef>
          </c:tx>
          <c:spPr>
            <a:ln w="34925" cap="rnd">
              <a:solidFill>
                <a:srgbClr val="00A249"/>
              </a:solidFill>
              <a:round/>
            </a:ln>
            <a:effectLst/>
          </c:spPr>
          <c:marker>
            <c:symbol val="circle"/>
            <c:size val="6"/>
            <c:spPr>
              <a:gradFill rotWithShape="1">
                <a:gsLst>
                  <a:gs pos="0">
                    <a:schemeClr val="accent1">
                      <a:satMod val="103000"/>
                      <a:lumMod val="102000"/>
                      <a:tint val="94000"/>
                    </a:schemeClr>
                  </a:gs>
                  <a:gs pos="50000">
                    <a:schemeClr val="accent1">
                      <a:satMod val="110000"/>
                      <a:lumMod val="100000"/>
                      <a:shade val="100000"/>
                    </a:schemeClr>
                  </a:gs>
                  <a:gs pos="100000">
                    <a:schemeClr val="accent1">
                      <a:lumMod val="99000"/>
                      <a:satMod val="120000"/>
                      <a:shade val="78000"/>
                    </a:schemeClr>
                  </a:gs>
                </a:gsLst>
                <a:lin ang="5400000" scaled="0"/>
              </a:gradFill>
              <a:ln w="12700">
                <a:solidFill>
                  <a:schemeClr val="lt2"/>
                </a:solidFill>
                <a:round/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1" i="0" u="none" strike="noStrike" kern="1200" baseline="0">
                    <a:solidFill>
                      <a:srgbClr val="007033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2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Sheet1!$A$2:$A$13</c:f>
              <c:strCache>
                <c:ptCount val="12"/>
                <c:pt idx="0">
                  <c:v>يناير</c:v>
                </c:pt>
                <c:pt idx="1">
                  <c:v>فبراير</c:v>
                </c:pt>
                <c:pt idx="2">
                  <c:v>مارس</c:v>
                </c:pt>
                <c:pt idx="3">
                  <c:v>أبريل</c:v>
                </c:pt>
                <c:pt idx="4">
                  <c:v>مايو</c:v>
                </c:pt>
                <c:pt idx="5">
                  <c:v>يونيو</c:v>
                </c:pt>
                <c:pt idx="6">
                  <c:v>يوليو</c:v>
                </c:pt>
                <c:pt idx="7">
                  <c:v>أغسطس</c:v>
                </c:pt>
                <c:pt idx="8">
                  <c:v>سبتمبر</c:v>
                </c:pt>
                <c:pt idx="9">
                  <c:v>أكتوبر</c:v>
                </c:pt>
                <c:pt idx="10">
                  <c:v>نوفمبر</c:v>
                </c:pt>
                <c:pt idx="11">
                  <c:v>ديسمبر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771</c:v>
                </c:pt>
                <c:pt idx="1">
                  <c:v>825</c:v>
                </c:pt>
                <c:pt idx="2">
                  <c:v>206</c:v>
                </c:pt>
                <c:pt idx="3">
                  <c:v>679</c:v>
                </c:pt>
                <c:pt idx="4">
                  <c:v>1294</c:v>
                </c:pt>
                <c:pt idx="5">
                  <c:v>1229</c:v>
                </c:pt>
                <c:pt idx="6">
                  <c:v>1767</c:v>
                </c:pt>
                <c:pt idx="7">
                  <c:v>1828</c:v>
                </c:pt>
                <c:pt idx="8">
                  <c:v>1878</c:v>
                </c:pt>
                <c:pt idx="9">
                  <c:v>841</c:v>
                </c:pt>
                <c:pt idx="10">
                  <c:v>0</c:v>
                </c:pt>
                <c:pt idx="11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CB61-FC4C-AC97-8683B3B3D6D9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تراكمي</c:v>
                </c:pt>
              </c:strCache>
            </c:strRef>
          </c:tx>
          <c:spPr>
            <a:ln w="50800" cap="rnd">
              <a:solidFill>
                <a:schemeClr val="tx2">
                  <a:lumMod val="75000"/>
                </a:schemeClr>
              </a:solidFill>
              <a:round/>
            </a:ln>
            <a:effectLst/>
          </c:spPr>
          <c:marker>
            <c:symbol val="circle"/>
            <c:size val="6"/>
            <c:spPr>
              <a:gradFill rotWithShape="1">
                <a:gsLst>
                  <a:gs pos="0">
                    <a:schemeClr val="accent3">
                      <a:satMod val="103000"/>
                      <a:lumMod val="102000"/>
                      <a:tint val="94000"/>
                    </a:schemeClr>
                  </a:gs>
                  <a:gs pos="50000">
                    <a:schemeClr val="accent3">
                      <a:satMod val="110000"/>
                      <a:lumMod val="100000"/>
                      <a:shade val="100000"/>
                    </a:schemeClr>
                  </a:gs>
                  <a:gs pos="100000">
                    <a:schemeClr val="accent3">
                      <a:lumMod val="99000"/>
                      <a:satMod val="120000"/>
                      <a:shade val="78000"/>
                    </a:schemeClr>
                  </a:gs>
                </a:gsLst>
                <a:lin ang="5400000" scaled="0"/>
              </a:gradFill>
              <a:ln w="12700">
                <a:solidFill>
                  <a:schemeClr val="lt2"/>
                </a:solidFill>
                <a:round/>
              </a:ln>
              <a:effectLst/>
            </c:spPr>
          </c:marker>
          <c:dLbls>
            <c:dLbl>
              <c:idx val="0"/>
              <c:layout>
                <c:manualLayout>
                  <c:x val="-5.5359151568416781E-2"/>
                  <c:y val="-9.6894761574358446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CB61-FC4C-AC97-8683B3B3D6D9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1" i="0" u="none" strike="noStrike" kern="1200" baseline="0">
                    <a:solidFill>
                      <a:schemeClr val="tx2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2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Sheet1!$A$2:$A$13</c:f>
              <c:strCache>
                <c:ptCount val="12"/>
                <c:pt idx="0">
                  <c:v>يناير</c:v>
                </c:pt>
                <c:pt idx="1">
                  <c:v>فبراير</c:v>
                </c:pt>
                <c:pt idx="2">
                  <c:v>مارس</c:v>
                </c:pt>
                <c:pt idx="3">
                  <c:v>أبريل</c:v>
                </c:pt>
                <c:pt idx="4">
                  <c:v>مايو</c:v>
                </c:pt>
                <c:pt idx="5">
                  <c:v>يونيو</c:v>
                </c:pt>
                <c:pt idx="6">
                  <c:v>يوليو</c:v>
                </c:pt>
                <c:pt idx="7">
                  <c:v>أغسطس</c:v>
                </c:pt>
                <c:pt idx="8">
                  <c:v>سبتمبر</c:v>
                </c:pt>
                <c:pt idx="9">
                  <c:v>أكتوبر</c:v>
                </c:pt>
                <c:pt idx="10">
                  <c:v>نوفمبر</c:v>
                </c:pt>
                <c:pt idx="11">
                  <c:v>ديسمبر</c:v>
                </c:pt>
              </c:strCache>
            </c: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771</c:v>
                </c:pt>
                <c:pt idx="1">
                  <c:v>1596</c:v>
                </c:pt>
                <c:pt idx="2">
                  <c:v>1802</c:v>
                </c:pt>
                <c:pt idx="3">
                  <c:v>2595</c:v>
                </c:pt>
                <c:pt idx="4">
                  <c:v>3971</c:v>
                </c:pt>
                <c:pt idx="5">
                  <c:v>5161</c:v>
                </c:pt>
                <c:pt idx="6">
                  <c:v>6437</c:v>
                </c:pt>
                <c:pt idx="7">
                  <c:v>8416</c:v>
                </c:pt>
                <c:pt idx="8">
                  <c:v>10281</c:v>
                </c:pt>
                <c:pt idx="9">
                  <c:v>11122</c:v>
                </c:pt>
                <c:pt idx="10">
                  <c:v>0</c:v>
                </c:pt>
                <c:pt idx="11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CB61-FC4C-AC97-8683B3B3D6D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dropLines>
          <c:spPr>
            <a:ln w="9525">
              <a:solidFill>
                <a:schemeClr val="tx2">
                  <a:lumMod val="60000"/>
                  <a:lumOff val="40000"/>
                </a:schemeClr>
              </a:solidFill>
              <a:prstDash val="dash"/>
            </a:ln>
            <a:effectLst/>
          </c:spPr>
        </c:dropLines>
        <c:marker val="1"/>
        <c:smooth val="0"/>
        <c:axId val="707775551"/>
        <c:axId val="568018863"/>
      </c:lineChart>
      <c:catAx>
        <c:axId val="70777555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2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accent6">
                    <a:lumMod val="10000"/>
                  </a:schemeClr>
                </a:solidFill>
                <a:latin typeface="IBM Plex Sans Arabic" panose="020B0503050203000203" pitchFamily="34" charset="-78"/>
                <a:ea typeface="+mn-ea"/>
                <a:cs typeface="IBM Plex Sans Arabic" panose="020B0503050203000203" pitchFamily="34" charset="-78"/>
              </a:defRPr>
            </a:pPr>
            <a:endParaRPr lang="en-US"/>
          </a:p>
        </c:txPr>
        <c:crossAx val="568018863"/>
        <c:crosses val="autoZero"/>
        <c:auto val="1"/>
        <c:lblAlgn val="ctr"/>
        <c:lblOffset val="100"/>
        <c:noMultiLvlLbl val="0"/>
      </c:catAx>
      <c:valAx>
        <c:axId val="568018863"/>
        <c:scaling>
          <c:orientation val="minMax"/>
          <c:max val="13000"/>
          <c:min val="0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accent6">
                    <a:lumMod val="10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707775551"/>
        <c:crosses val="autoZero"/>
        <c:crossBetween val="between"/>
        <c:majorUnit val="1000"/>
      </c:valAx>
      <c:spPr>
        <a:noFill/>
        <a:ln>
          <a:noFill/>
        </a:ln>
        <a:effectLst/>
      </c:spPr>
    </c:plotArea>
    <c:legend>
      <c:legendPos val="r"/>
      <c:layout>
        <c:manualLayout>
          <c:xMode val="edge"/>
          <c:yMode val="edge"/>
          <c:x val="0.14351919406849212"/>
          <c:y val="8.9117582121899505E-2"/>
          <c:w val="0.10702449711631662"/>
          <c:h val="0.18187130267318458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2"/>
              </a:solidFill>
              <a:latin typeface="IBM Plex Sans Arabic" panose="020B0503050203000203" pitchFamily="34" charset="-78"/>
              <a:ea typeface="+mn-ea"/>
              <a:cs typeface="IBM Plex Sans Arabic" panose="020B0503050203000203" pitchFamily="34" charset="-78"/>
            </a:defRPr>
          </a:pPr>
          <a:endParaRPr lang="en-US"/>
        </a:p>
      </c:txPr>
    </c:legend>
    <c:plotVisOnly val="1"/>
    <c:dispBlanksAs val="zero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31483668120776848"/>
          <c:y val="0.17811334526987352"/>
          <c:w val="0.41581038802344888"/>
          <c:h val="0.6437733094602528"/>
        </c:manualLayout>
      </c:layout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عدد المتدربين</c:v>
                </c:pt>
              </c:strCache>
            </c:strRef>
          </c:tx>
          <c:spPr>
            <a:solidFill>
              <a:srgbClr val="005EB1"/>
            </a:solidFill>
          </c:spPr>
          <c:explosion val="7"/>
          <c:dPt>
            <c:idx val="0"/>
            <c:bubble3D val="0"/>
            <c:spPr>
              <a:solidFill>
                <a:srgbClr val="005EB1"/>
              </a:solidFill>
              <a:ln>
                <a:noFill/>
              </a:ln>
              <a:effectLst/>
              <a:scene3d>
                <a:camera prst="orthographicFront"/>
                <a:lightRig rig="brightRoom" dir="t"/>
              </a:scene3d>
              <a:sp3d prstMaterial="flat">
                <a:bevelT w="50800" h="101600" prst="angle"/>
                <a:contourClr>
                  <a:srgbClr val="000000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1-9B39-1240-844F-25709BBD39C7}"/>
              </c:ext>
            </c:extLst>
          </c:dPt>
          <c:dPt>
            <c:idx val="1"/>
            <c:bubble3D val="0"/>
            <c:spPr>
              <a:solidFill>
                <a:srgbClr val="0089D9"/>
              </a:solidFill>
              <a:ln>
                <a:noFill/>
              </a:ln>
              <a:effectLst/>
              <a:scene3d>
                <a:camera prst="orthographicFront"/>
                <a:lightRig rig="brightRoom" dir="t"/>
              </a:scene3d>
              <a:sp3d prstMaterial="flat">
                <a:bevelT w="50800" h="101600" prst="angle"/>
                <a:contourClr>
                  <a:srgbClr val="000000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3-9B39-1240-844F-25709BBD39C7}"/>
              </c:ext>
            </c:extLst>
          </c:dPt>
          <c:dPt>
            <c:idx val="2"/>
            <c:bubble3D val="0"/>
            <c:spPr>
              <a:solidFill>
                <a:srgbClr val="A5A5A5"/>
              </a:solidFill>
              <a:ln>
                <a:noFill/>
              </a:ln>
              <a:effectLst/>
              <a:scene3d>
                <a:camera prst="orthographicFront"/>
                <a:lightRig rig="brightRoom" dir="t"/>
              </a:scene3d>
              <a:sp3d prstMaterial="flat">
                <a:bevelT w="50800" h="101600" prst="angle"/>
                <a:contourClr>
                  <a:srgbClr val="000000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5-9B39-1240-844F-25709BBD39C7}"/>
              </c:ext>
            </c:extLst>
          </c:dPt>
          <c:dPt>
            <c:idx val="3"/>
            <c:bubble3D val="0"/>
            <c:spPr>
              <a:solidFill>
                <a:srgbClr val="00B0F0"/>
              </a:solidFill>
              <a:ln>
                <a:noFill/>
              </a:ln>
              <a:effectLst/>
              <a:scene3d>
                <a:camera prst="orthographicFront"/>
                <a:lightRig rig="brightRoom" dir="t"/>
              </a:scene3d>
              <a:sp3d prstMaterial="flat">
                <a:bevelT w="50800" h="101600" prst="angle"/>
                <a:contourClr>
                  <a:srgbClr val="000000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7-9B39-1240-844F-25709BBD39C7}"/>
              </c:ext>
            </c:extLst>
          </c:dPt>
          <c:dLbls>
            <c:dLbl>
              <c:idx val="0"/>
              <c:layout>
                <c:manualLayout>
                  <c:x val="0.28512034227269889"/>
                  <c:y val="-5.6626910842982728E-2"/>
                </c:manualLayout>
              </c:layout>
              <c:numFmt formatCode="General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noAutofit/>
                </a:bodyPr>
                <a:lstStyle/>
                <a:p>
                  <a:pPr rtl="1">
                    <a:defRPr sz="1600" b="1" i="0" u="none" strike="noStrike" kern="1200" baseline="0">
                      <a:solidFill>
                        <a:schemeClr val="bg1"/>
                      </a:solidFill>
                      <a:latin typeface="IBM Plex Sans Arabic" panose="020B0503050203000203" pitchFamily="34" charset="-78"/>
                      <a:ea typeface="+mn-ea"/>
                      <a:cs typeface="IBM Plex Sans Arabic" panose="020B0503050203000203" pitchFamily="34" charset="-78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separator>, </c:separator>
              <c:extLst>
                <c:ext xmlns:c15="http://schemas.microsoft.com/office/drawing/2012/chart" uri="{CE6537A1-D6FC-4f65-9D91-7224C49458BB}">
                  <c15:layout>
                    <c:manualLayout>
                      <c:w val="0.18775741144511754"/>
                      <c:h val="0.10473783877089517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1-9B39-1240-844F-25709BBD39C7}"/>
                </c:ext>
              </c:extLst>
            </c:dLbl>
            <c:dLbl>
              <c:idx val="1"/>
              <c:layout>
                <c:manualLayout>
                  <c:x val="9.8434403879860188E-2"/>
                  <c:y val="-6.8971174786451928E-2"/>
                </c:manualLayout>
              </c:layout>
              <c:tx>
                <c:rich>
                  <a:bodyPr/>
                  <a:lstStyle/>
                  <a:p>
                    <a:fld id="{299D4519-CB65-484A-832E-DED7B066D44C}" type="PERCENTAGE">
                      <a:rPr lang="en-SA">
                        <a:solidFill>
                          <a:srgbClr val="0087D8"/>
                        </a:solidFill>
                      </a:rPr>
                      <a:pPr/>
                      <a:t>[PERCENTAGE]</a:t>
                    </a:fld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1"/>
              <c:showBubbleSize val="0"/>
              <c:separator>, </c:separator>
              <c:extLst>
                <c:ext xmlns:c15="http://schemas.microsoft.com/office/drawing/2012/chart" uri="{CE6537A1-D6FC-4f65-9D91-7224C49458BB}">
                  <c15:layout>
                    <c:manualLayout>
                      <c:w val="0.18812062717922759"/>
                      <c:h val="6.392829200432254E-2"/>
                    </c:manualLayout>
                  </c15:layout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3-9B39-1240-844F-25709BBD39C7}"/>
                </c:ext>
              </c:extLst>
            </c:dLbl>
            <c:dLbl>
              <c:idx val="2"/>
              <c:layout>
                <c:manualLayout>
                  <c:x val="0.11046301854458199"/>
                  <c:y val="1.414819323622722E-2"/>
                </c:manualLayout>
              </c:layout>
              <c:numFmt formatCode="0.00%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 rtl="1">
                    <a:defRPr sz="1400" b="1" i="0" u="none" strike="noStrike" kern="1200" baseline="0">
                      <a:solidFill>
                        <a:schemeClr val="accent3">
                          <a:lumMod val="75000"/>
                        </a:schemeClr>
                      </a:solidFill>
                      <a:latin typeface="IBM Plex Sans Arabic" panose="020B0503050203000203" pitchFamily="34" charset="-78"/>
                      <a:ea typeface="+mn-ea"/>
                      <a:cs typeface="IBM Plex Sans Arabic" panose="020B0503050203000203" pitchFamily="34" charset="-78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separator>, </c:separator>
              <c:extLst>
                <c:ext xmlns:c15="http://schemas.microsoft.com/office/drawing/2012/chart" uri="{CE6537A1-D6FC-4f65-9D91-7224C49458BB}">
                  <c15:layout>
                    <c:manualLayout>
                      <c:w val="0.1773855843710862"/>
                      <c:h val="9.7668259360566431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5-9B39-1240-844F-25709BBD39C7}"/>
                </c:ext>
              </c:extLst>
            </c:dLbl>
            <c:dLbl>
              <c:idx val="3"/>
              <c:layout>
                <c:manualLayout>
                  <c:x val="0.11487572890368716"/>
                  <c:y val="7.5336220499024831E-2"/>
                </c:manualLayout>
              </c:layout>
              <c:tx>
                <c:rich>
                  <a:bodyPr rot="0" spcFirstLastPara="1" vertOverflow="ellipsis" vert="horz" wrap="square" lIns="38100" tIns="19050" rIns="38100" bIns="19050" anchor="ctr" anchorCtr="1">
                    <a:noAutofit/>
                  </a:bodyPr>
                  <a:lstStyle/>
                  <a:p>
                    <a:pPr rtl="0">
                      <a:defRPr sz="1400" b="1" i="0" u="none" strike="noStrike" kern="1200" baseline="0">
                        <a:solidFill>
                          <a:srgbClr val="00B0F0"/>
                        </a:solidFill>
                        <a:latin typeface="IBM Plex Sans Arabic" panose="020B0503050203000203" pitchFamily="34" charset="-78"/>
                        <a:ea typeface="+mn-ea"/>
                        <a:cs typeface="IBM Plex Sans Arabic" panose="020B0503050203000203" pitchFamily="34" charset="-78"/>
                      </a:defRPr>
                    </a:pPr>
                    <a:fld id="{2762193F-F4DF-D442-AA59-28E38DDEE0F9}" type="PERCENTAGE">
                      <a:rPr lang="en-US" sz="1400" b="1" i="0">
                        <a:solidFill>
                          <a:srgbClr val="00B0F0"/>
                        </a:solidFill>
                        <a:latin typeface="IBM Plex Sans Arabic" panose="020B0503050203000203" pitchFamily="34" charset="-78"/>
                        <a:cs typeface="IBM Plex Sans Arabic" panose="020B0503050203000203" pitchFamily="34" charset="-78"/>
                      </a:rPr>
                      <a:pPr rtl="0">
                        <a:defRPr sz="1400">
                          <a:solidFill>
                            <a:srgbClr val="00B0F0"/>
                          </a:solidFill>
                          <a:latin typeface="IBM Plex Sans Arabic" panose="020B0503050203000203" pitchFamily="34" charset="-78"/>
                          <a:cs typeface="IBM Plex Sans Arabic" panose="020B0503050203000203" pitchFamily="34" charset="-78"/>
                        </a:defRPr>
                      </a:pPr>
                      <a:t>[PERCENTAGE]</a:t>
                    </a:fld>
                    <a:endParaRPr lang="en-US"/>
                  </a:p>
                </c:rich>
              </c:tx>
              <c:numFmt formatCode="0.00%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noAutofit/>
                </a:bodyPr>
                <a:lstStyle/>
                <a:p>
                  <a:pPr rtl="0">
                    <a:defRPr sz="1400" b="1" i="0" u="none" strike="noStrike" kern="1200" baseline="0">
                      <a:solidFill>
                        <a:srgbClr val="00B0F0"/>
                      </a:solidFill>
                      <a:latin typeface="IBM Plex Sans Arabic" panose="020B0503050203000203" pitchFamily="34" charset="-78"/>
                      <a:ea typeface="+mn-ea"/>
                      <a:cs typeface="IBM Plex Sans Arabic" panose="020B0503050203000203" pitchFamily="34" charset="-78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separator>, </c:separator>
              <c:extLst>
                <c:ext xmlns:c15="http://schemas.microsoft.com/office/drawing/2012/chart" uri="{CE6537A1-D6FC-4f65-9D91-7224C49458BB}">
                  <c15:layout>
                    <c:manualLayout>
                      <c:w val="0.18087689204929044"/>
                      <c:h val="7.8563510352472762E-2"/>
                    </c:manualLayout>
                  </c15:layout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7-9B39-1240-844F-25709BBD39C7}"/>
                </c:ext>
              </c:extLst>
            </c:dLbl>
            <c:numFmt formatCode="0.00%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 rtl="1">
                  <a:defRPr sz="1400" b="1" i="0" u="none" strike="noStrike" kern="1200" baseline="0">
                    <a:solidFill>
                      <a:srgbClr val="A1B3D1"/>
                    </a:solidFill>
                    <a:latin typeface="IBM Plex Sans Arabic" panose="020B0503050203000203" pitchFamily="34" charset="-78"/>
                    <a:ea typeface="+mn-ea"/>
                    <a:cs typeface="IBM Plex Sans Arabic" panose="020B0503050203000203" pitchFamily="34" charset="-78"/>
                  </a:defRPr>
                </a:pPr>
                <a:endParaRPr lang="en-US"/>
              </a:p>
            </c:txPr>
            <c:showLegendKey val="0"/>
            <c:showVal val="0"/>
            <c:showCatName val="0"/>
            <c:showSerName val="0"/>
            <c:showPercent val="1"/>
            <c:showBubbleSize val="0"/>
            <c:separator>, </c:separator>
            <c:showLeaderLines val="1"/>
            <c:leaderLines>
              <c:spPr>
                <a:ln w="12700" cap="flat" cmpd="sng" algn="ctr">
                  <a:solidFill>
                    <a:schemeClr val="tx2">
                      <a:lumMod val="7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Sheet1!$A$2:$A$5</c:f>
              <c:strCache>
                <c:ptCount val="4"/>
                <c:pt idx="0">
                  <c:v>دورة تطويرية</c:v>
                </c:pt>
                <c:pt idx="1">
                  <c:v>دورة تأهيلية</c:v>
                </c:pt>
                <c:pt idx="2">
                  <c:v>برنامج تأهيلي</c:v>
                </c:pt>
                <c:pt idx="3">
                  <c:v>ديبلوم تدريبي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11227</c:v>
                </c:pt>
                <c:pt idx="1">
                  <c:v>240</c:v>
                </c:pt>
                <c:pt idx="2">
                  <c:v>0</c:v>
                </c:pt>
                <c:pt idx="3">
                  <c:v>16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9B39-1240-844F-25709BBD39C7}"/>
            </c:ext>
          </c:extLst>
        </c:ser>
        <c:dLbls>
          <c:showLegendKey val="0"/>
          <c:showVal val="0"/>
          <c:showCatName val="0"/>
          <c:showSerName val="0"/>
          <c:showPercent val="1"/>
          <c:showBubbleSize val="0"/>
          <c:showLeaderLines val="1"/>
        </c:dLbls>
        <c:firstSliceAng val="65"/>
      </c:pieChart>
      <c:spPr>
        <a:noFill/>
        <a:ln>
          <a:noFill/>
        </a:ln>
        <a:effectLst/>
      </c:spPr>
    </c:plotArea>
    <c:legend>
      <c:legendPos val="r"/>
      <c:legendEntry>
        <c:idx val="0"/>
        <c:txPr>
          <a:bodyPr rot="0" spcFirstLastPara="1" vertOverflow="ellipsis" vert="horz" wrap="square" anchor="ctr" anchorCtr="1"/>
          <a:lstStyle/>
          <a:p>
            <a:pPr>
              <a:defRPr sz="1100" b="1" i="0" u="none" strike="noStrike" kern="1200" baseline="0">
                <a:solidFill>
                  <a:schemeClr val="tx1">
                    <a:lumMod val="75000"/>
                  </a:schemeClr>
                </a:solidFill>
                <a:latin typeface="IBM Plex Sans Arabic SemiBold" panose="020B0503050203000203" pitchFamily="34" charset="-78"/>
                <a:ea typeface="+mn-ea"/>
                <a:cs typeface="IBM Plex Sans Arabic SemiBold" panose="020B0503050203000203" pitchFamily="34" charset="-78"/>
              </a:defRPr>
            </a:pPr>
            <a:endParaRPr lang="en-US"/>
          </a:p>
        </c:txPr>
      </c:legendEntry>
      <c:legendEntry>
        <c:idx val="2"/>
        <c:txPr>
          <a:bodyPr rot="0" spcFirstLastPara="1" vertOverflow="ellipsis" vert="horz" wrap="square" anchor="ctr" anchorCtr="1"/>
          <a:lstStyle/>
          <a:p>
            <a:pPr>
              <a:defRPr sz="1100" b="1" i="0" u="none" strike="noStrike" kern="1200" baseline="0">
                <a:solidFill>
                  <a:schemeClr val="accent3">
                    <a:lumMod val="75000"/>
                  </a:schemeClr>
                </a:solidFill>
                <a:latin typeface="IBM Plex Sans Arabic SemiBold" panose="020B0503050203000203" pitchFamily="34" charset="-78"/>
                <a:ea typeface="+mn-ea"/>
                <a:cs typeface="IBM Plex Sans Arabic SemiBold" panose="020B0503050203000203" pitchFamily="34" charset="-78"/>
              </a:defRPr>
            </a:pPr>
            <a:endParaRPr lang="en-US"/>
          </a:p>
        </c:txPr>
      </c:legendEntry>
      <c:legendEntry>
        <c:idx val="3"/>
        <c:txPr>
          <a:bodyPr rot="0" spcFirstLastPara="1" vertOverflow="ellipsis" vert="horz" wrap="square" anchor="ctr" anchorCtr="1"/>
          <a:lstStyle/>
          <a:p>
            <a:pPr>
              <a:defRPr sz="1100" b="1" i="0" u="none" strike="noStrike" kern="1200" baseline="0">
                <a:solidFill>
                  <a:srgbClr val="00B0F0"/>
                </a:solidFill>
                <a:latin typeface="IBM Plex Sans Arabic SemiBold" panose="020B0503050203000203" pitchFamily="34" charset="-78"/>
                <a:ea typeface="+mn-ea"/>
                <a:cs typeface="IBM Plex Sans Arabic SemiBold" panose="020B0503050203000203" pitchFamily="34" charset="-78"/>
              </a:defRPr>
            </a:pPr>
            <a:endParaRPr lang="en-US"/>
          </a:p>
        </c:txPr>
      </c:legendEntry>
      <c:layout>
        <c:manualLayout>
          <c:xMode val="edge"/>
          <c:yMode val="edge"/>
          <c:x val="3.3942897889607006E-3"/>
          <c:y val="0.90630160770879253"/>
          <c:w val="0.99211535881384794"/>
          <c:h val="7.796351093178254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00" b="1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IBM Plex Sans Arabic SemiBold" panose="020B0503050203000203" pitchFamily="34" charset="-78"/>
              <a:ea typeface="+mn-ea"/>
              <a:cs typeface="IBM Plex Sans Arabic SemiBold" panose="020B0503050203000203" pitchFamily="34" charset="-78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bg1">
        <a:lumMod val="95000"/>
        <a:alpha val="9809"/>
      </a:schemeClr>
    </a:solidFill>
    <a:ln>
      <a:solidFill>
        <a:schemeClr val="tx1">
          <a:lumMod val="20000"/>
          <a:lumOff val="80000"/>
        </a:schemeClr>
      </a:solidFill>
    </a:ln>
    <a:effectLst>
      <a:outerShdw blurRad="50800" dist="50800" dir="5400000" algn="ctr" rotWithShape="0">
        <a:schemeClr val="bg1">
          <a:lumMod val="85000"/>
        </a:schemeClr>
      </a:outerShdw>
    </a:effectLst>
  </c:spPr>
  <c:txPr>
    <a:bodyPr/>
    <a:lstStyle/>
    <a:p>
      <a:pPr>
        <a:defRPr/>
      </a:pPr>
      <a:endParaRPr lang="en-US"/>
    </a:p>
  </c:txPr>
  <c:externalData r:id="rId3">
    <c:autoUpdate val="0"/>
  </c:externalData>
  <c:userShapes r:id="rId4"/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32566290068454479"/>
          <c:y val="0.18082169865932304"/>
          <c:w val="0.39497695778192438"/>
          <c:h val="0.67922607301316629"/>
        </c:manualLayout>
      </c:layout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عدد الدورات</c:v>
                </c:pt>
              </c:strCache>
            </c:strRef>
          </c:tx>
          <c:spPr>
            <a:ln w="19050">
              <a:solidFill>
                <a:schemeClr val="bg1"/>
              </a:solidFill>
            </a:ln>
          </c:spPr>
          <c:dPt>
            <c:idx val="0"/>
            <c:bubble3D val="0"/>
            <c:spPr>
              <a:solidFill>
                <a:srgbClr val="00B0F0"/>
              </a:solidFill>
              <a:ln w="19050">
                <a:solidFill>
                  <a:schemeClr val="bg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C2C9-E246-973A-B5AF2503E8C7}"/>
              </c:ext>
            </c:extLst>
          </c:dPt>
          <c:dPt>
            <c:idx val="1"/>
            <c:bubble3D val="0"/>
            <c:spPr>
              <a:solidFill>
                <a:srgbClr val="005EB1"/>
              </a:solidFill>
              <a:ln w="19050">
                <a:solidFill>
                  <a:schemeClr val="bg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C2C9-E246-973A-B5AF2503E8C7}"/>
              </c:ext>
            </c:extLst>
          </c:dPt>
          <c:dPt>
            <c:idx val="2"/>
            <c:bubble3D val="0"/>
            <c:spPr>
              <a:solidFill>
                <a:srgbClr val="008DE0"/>
              </a:solidFill>
              <a:ln w="19050">
                <a:solidFill>
                  <a:schemeClr val="bg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C2C9-E246-973A-B5AF2503E8C7}"/>
              </c:ext>
            </c:extLst>
          </c:dPt>
          <c:dPt>
            <c:idx val="3"/>
            <c:bubble3D val="0"/>
            <c:spPr>
              <a:solidFill>
                <a:schemeClr val="accent1">
                  <a:lumMod val="20000"/>
                  <a:lumOff val="80000"/>
                </a:schemeClr>
              </a:solidFill>
              <a:ln w="19050">
                <a:solidFill>
                  <a:schemeClr val="bg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C2C9-E246-973A-B5AF2503E8C7}"/>
              </c:ext>
            </c:extLst>
          </c:dPt>
          <c:dLbls>
            <c:dLbl>
              <c:idx val="0"/>
              <c:layout>
                <c:manualLayout>
                  <c:x val="5.7516011249549644E-2"/>
                  <c:y val="0.15722067997418146"/>
                </c:manualLayout>
              </c:layout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C2C9-E246-973A-B5AF2503E8C7}"/>
                </c:ext>
              </c:extLst>
            </c:dLbl>
            <c:dLbl>
              <c:idx val="1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400" b="1" i="0" u="none" strike="noStrike" kern="1200" baseline="0">
                      <a:solidFill>
                        <a:schemeClr val="bg1"/>
                      </a:solidFill>
                      <a:latin typeface="IBM Plex Sans Arabic SemiBold" panose="020B0503050203000203" pitchFamily="34" charset="-78"/>
                      <a:ea typeface="+mn-ea"/>
                      <a:cs typeface="IBM Plex Sans Arabic SemiBold" panose="020B0503050203000203" pitchFamily="34" charset="-78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6="http://schemas.microsoft.com/office/drawing/2014/chart" uri="{C3380CC4-5D6E-409C-BE32-E72D297353CC}">
                  <c16:uniqueId val="{00000003-C2C9-E246-973A-B5AF2503E8C7}"/>
                </c:ext>
              </c:extLst>
            </c:dLbl>
            <c:dLbl>
              <c:idx val="3"/>
              <c:numFmt formatCode="0.00%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900" b="1" i="0" u="none" strike="noStrike" kern="1200" baseline="0">
                      <a:solidFill>
                        <a:srgbClr val="BBC3D6"/>
                      </a:solidFill>
                      <a:latin typeface="IBM Plex Sans Arabic SemiBold" panose="020B0503050203000203" pitchFamily="34" charset="-78"/>
                      <a:ea typeface="+mn-ea"/>
                      <a:cs typeface="IBM Plex Sans Arabic SemiBold" panose="020B0503050203000203" pitchFamily="34" charset="-78"/>
                    </a:defRPr>
                  </a:pPr>
                  <a:endParaRPr lang="en-US"/>
                </a:p>
              </c:txPr>
              <c:showLegendKey val="1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C2C9-E246-973A-B5AF2503E8C7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bg1"/>
                    </a:solidFill>
                    <a:latin typeface="IBM Plex Sans Arabic SemiBold" panose="020B0503050203000203" pitchFamily="34" charset="-78"/>
                    <a:ea typeface="+mn-ea"/>
                    <a:cs typeface="IBM Plex Sans Arabic SemiBold" panose="020B0503050203000203" pitchFamily="34" charset="-78"/>
                  </a:defRPr>
                </a:pPr>
                <a:endParaRPr lang="en-US"/>
              </a:p>
            </c:txPr>
            <c:showLegendKey val="0"/>
            <c:showVal val="0"/>
            <c:showCatName val="0"/>
            <c:showSerName val="0"/>
            <c:showPercent val="1"/>
            <c:showBubbleSize val="0"/>
            <c:showLeaderLines val="1"/>
            <c:leaderLines>
              <c:spPr>
                <a:ln w="9525">
                  <a:solidFill>
                    <a:schemeClr val="tx2">
                      <a:lumMod val="35000"/>
                      <a:lumOff val="65000"/>
                    </a:schemeClr>
                  </a:solidFill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Sheet1!$A$2:$A$5</c:f>
              <c:strCache>
                <c:ptCount val="4"/>
                <c:pt idx="0">
                  <c:v>تحلية المياه</c:v>
                </c:pt>
                <c:pt idx="1">
                  <c:v>القطاع الخاص- شركات</c:v>
                </c:pt>
                <c:pt idx="2">
                  <c:v>القطاع الحكومي والعسكري</c:v>
                </c:pt>
                <c:pt idx="3">
                  <c:v>الأفراد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172</c:v>
                </c:pt>
                <c:pt idx="1">
                  <c:v>348</c:v>
                </c:pt>
                <c:pt idx="2">
                  <c:v>44</c:v>
                </c:pt>
                <c:pt idx="3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C2C9-E246-973A-B5AF2503E8C7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عدد المتدربين</c:v>
                </c:pt>
              </c:strCache>
            </c:strRef>
          </c:tx>
          <c:dPt>
            <c:idx val="0"/>
            <c:bubble3D val="0"/>
            <c:spPr>
              <a:gradFill rotWithShape="1">
                <a:gsLst>
                  <a:gs pos="0">
                    <a:schemeClr val="accent1">
                      <a:satMod val="103000"/>
                      <a:lumMod val="102000"/>
                      <a:tint val="94000"/>
                    </a:schemeClr>
                  </a:gs>
                  <a:gs pos="50000">
                    <a:schemeClr val="accent1">
                      <a:satMod val="110000"/>
                      <a:lumMod val="100000"/>
                      <a:shade val="100000"/>
                    </a:schemeClr>
                  </a:gs>
                  <a:gs pos="100000">
                    <a:schemeClr val="accent1">
                      <a:lumMod val="99000"/>
                      <a:satMod val="120000"/>
                      <a:shade val="78000"/>
                    </a:schemeClr>
                  </a:gs>
                </a:gsLst>
                <a:lin ang="5400000" scaled="0"/>
              </a:gra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A-C2C9-E246-973A-B5AF2503E8C7}"/>
              </c:ext>
            </c:extLst>
          </c:dPt>
          <c:dPt>
            <c:idx val="1"/>
            <c:bubble3D val="0"/>
            <c:spPr>
              <a:gradFill rotWithShape="1">
                <a:gsLst>
                  <a:gs pos="0">
                    <a:schemeClr val="accent2">
                      <a:satMod val="103000"/>
                      <a:lumMod val="102000"/>
                      <a:tint val="94000"/>
                    </a:schemeClr>
                  </a:gs>
                  <a:gs pos="50000">
                    <a:schemeClr val="accent2">
                      <a:satMod val="110000"/>
                      <a:lumMod val="100000"/>
                      <a:shade val="100000"/>
                    </a:schemeClr>
                  </a:gs>
                  <a:gs pos="100000">
                    <a:schemeClr val="accent2">
                      <a:lumMod val="99000"/>
                      <a:satMod val="120000"/>
                      <a:shade val="78000"/>
                    </a:schemeClr>
                  </a:gs>
                </a:gsLst>
                <a:lin ang="5400000" scaled="0"/>
              </a:gra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C-C2C9-E246-973A-B5AF2503E8C7}"/>
              </c:ext>
            </c:extLst>
          </c:dPt>
          <c:dPt>
            <c:idx val="2"/>
            <c:bubble3D val="0"/>
            <c:spPr>
              <a:gradFill rotWithShape="1">
                <a:gsLst>
                  <a:gs pos="0">
                    <a:schemeClr val="accent3">
                      <a:satMod val="103000"/>
                      <a:lumMod val="102000"/>
                      <a:tint val="94000"/>
                    </a:schemeClr>
                  </a:gs>
                  <a:gs pos="50000">
                    <a:schemeClr val="accent3">
                      <a:satMod val="110000"/>
                      <a:lumMod val="100000"/>
                      <a:shade val="100000"/>
                    </a:schemeClr>
                  </a:gs>
                  <a:gs pos="100000">
                    <a:schemeClr val="accent3">
                      <a:lumMod val="99000"/>
                      <a:satMod val="120000"/>
                      <a:shade val="78000"/>
                    </a:schemeClr>
                  </a:gs>
                </a:gsLst>
                <a:lin ang="5400000" scaled="0"/>
              </a:gra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E-C2C9-E246-973A-B5AF2503E8C7}"/>
              </c:ext>
            </c:extLst>
          </c:dPt>
          <c:dPt>
            <c:idx val="3"/>
            <c:bubble3D val="0"/>
            <c:spPr>
              <a:gradFill rotWithShape="1">
                <a:gsLst>
                  <a:gs pos="0">
                    <a:schemeClr val="accent4">
                      <a:satMod val="103000"/>
                      <a:lumMod val="102000"/>
                      <a:tint val="94000"/>
                    </a:schemeClr>
                  </a:gs>
                  <a:gs pos="50000">
                    <a:schemeClr val="accent4">
                      <a:satMod val="110000"/>
                      <a:lumMod val="100000"/>
                      <a:shade val="100000"/>
                    </a:schemeClr>
                  </a:gs>
                  <a:gs pos="100000">
                    <a:schemeClr val="accent4">
                      <a:lumMod val="99000"/>
                      <a:satMod val="120000"/>
                      <a:shade val="78000"/>
                    </a:schemeClr>
                  </a:gs>
                </a:gsLst>
                <a:lin ang="5400000" scaled="0"/>
              </a:gra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0-C2C9-E246-973A-B5AF2503E8C7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0"/>
            <c:showCatName val="0"/>
            <c:showSerName val="0"/>
            <c:showPercent val="1"/>
            <c:showBubbleSize val="0"/>
            <c:showLeaderLines val="1"/>
            <c:leaderLines>
              <c:spPr>
                <a:ln w="9525">
                  <a:solidFill>
                    <a:schemeClr val="tx2">
                      <a:lumMod val="35000"/>
                      <a:lumOff val="65000"/>
                    </a:schemeClr>
                  </a:solidFill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Sheet1!$A$2:$A$5</c:f>
              <c:strCache>
                <c:ptCount val="4"/>
                <c:pt idx="0">
                  <c:v>تحلية المياه</c:v>
                </c:pt>
                <c:pt idx="1">
                  <c:v>القطاع الخاص- شركات</c:v>
                </c:pt>
                <c:pt idx="2">
                  <c:v>القطاع الحكومي والعسكري</c:v>
                </c:pt>
                <c:pt idx="3">
                  <c:v>الأفراد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3325</c:v>
                </c:pt>
                <c:pt idx="1">
                  <c:v>5748</c:v>
                </c:pt>
                <c:pt idx="2">
                  <c:v>704</c:v>
                </c:pt>
                <c:pt idx="3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1-C2C9-E246-973A-B5AF2503E8C7}"/>
            </c:ext>
          </c:extLst>
        </c:ser>
        <c:dLbls>
          <c:showLegendKey val="0"/>
          <c:showVal val="0"/>
          <c:showCatName val="0"/>
          <c:showSerName val="0"/>
          <c:showPercent val="1"/>
          <c:showBubbleSize val="0"/>
          <c:showLeaderLines val="1"/>
        </c:dLbls>
        <c:firstSliceAng val="300"/>
      </c:pieChart>
      <c:spPr>
        <a:noFill/>
        <a:ln>
          <a:noFill/>
        </a:ln>
        <a:effectLst/>
      </c:spPr>
    </c:plotArea>
    <c:legend>
      <c:legendPos val="r"/>
      <c:legendEntry>
        <c:idx val="0"/>
        <c:txPr>
          <a:bodyPr rot="0" spcFirstLastPara="1" vertOverflow="ellipsis" vert="horz" wrap="square" anchor="ctr" anchorCtr="1"/>
          <a:lstStyle/>
          <a:p>
            <a:pPr rtl="1">
              <a:defRPr sz="900" b="1" i="0" u="none" strike="noStrike" kern="1200" baseline="0">
                <a:solidFill>
                  <a:srgbClr val="00B0F0"/>
                </a:solidFill>
                <a:latin typeface="IBM Plex Sans Arabic" panose="020B0503050203000203" pitchFamily="34" charset="-78"/>
                <a:ea typeface="+mn-ea"/>
                <a:cs typeface="IBM Plex Sans Arabic" panose="020B0503050203000203" pitchFamily="34" charset="-78"/>
              </a:defRPr>
            </a:pPr>
            <a:endParaRPr lang="en-US"/>
          </a:p>
        </c:txPr>
      </c:legendEntry>
      <c:legendEntry>
        <c:idx val="1"/>
        <c:txPr>
          <a:bodyPr rot="0" spcFirstLastPara="1" vertOverflow="ellipsis" vert="horz" wrap="square" anchor="ctr" anchorCtr="1"/>
          <a:lstStyle/>
          <a:p>
            <a:pPr rtl="1">
              <a:defRPr sz="900" b="1" i="0" u="none" strike="noStrike" kern="1200" baseline="0">
                <a:solidFill>
                  <a:srgbClr val="005EB1"/>
                </a:solidFill>
                <a:latin typeface="IBM Plex Sans Arabic" panose="020B0503050203000203" pitchFamily="34" charset="-78"/>
                <a:ea typeface="+mn-ea"/>
                <a:cs typeface="IBM Plex Sans Arabic" panose="020B0503050203000203" pitchFamily="34" charset="-78"/>
              </a:defRPr>
            </a:pPr>
            <a:endParaRPr lang="en-US"/>
          </a:p>
        </c:txPr>
      </c:legendEntry>
      <c:legendEntry>
        <c:idx val="2"/>
        <c:txPr>
          <a:bodyPr rot="0" spcFirstLastPara="1" vertOverflow="ellipsis" vert="horz" wrap="square" anchor="ctr" anchorCtr="1"/>
          <a:lstStyle/>
          <a:p>
            <a:pPr rtl="1">
              <a:defRPr sz="900" b="1" i="0" u="none" strike="noStrike" kern="1200" baseline="0">
                <a:solidFill>
                  <a:srgbClr val="008DE1"/>
                </a:solidFill>
                <a:latin typeface="IBM Plex Sans Arabic" panose="020B0503050203000203" pitchFamily="34" charset="-78"/>
                <a:ea typeface="+mn-ea"/>
                <a:cs typeface="IBM Plex Sans Arabic" panose="020B0503050203000203" pitchFamily="34" charset="-78"/>
              </a:defRPr>
            </a:pPr>
            <a:endParaRPr lang="en-US"/>
          </a:p>
        </c:txPr>
      </c:legendEntry>
      <c:legendEntry>
        <c:idx val="3"/>
        <c:txPr>
          <a:bodyPr rot="0" spcFirstLastPara="1" vertOverflow="ellipsis" vert="horz" wrap="square" anchor="ctr" anchorCtr="1"/>
          <a:lstStyle/>
          <a:p>
            <a:pPr rtl="1">
              <a:defRPr sz="900" b="1" i="0" u="none" strike="noStrike" kern="1200" baseline="0">
                <a:solidFill>
                  <a:srgbClr val="A8BDE3"/>
                </a:solidFill>
                <a:latin typeface="IBM Plex Sans Arabic" panose="020B0503050203000203" pitchFamily="34" charset="-78"/>
                <a:ea typeface="+mn-ea"/>
                <a:cs typeface="IBM Plex Sans Arabic" panose="020B0503050203000203" pitchFamily="34" charset="-78"/>
              </a:defRPr>
            </a:pPr>
            <a:endParaRPr lang="en-US"/>
          </a:p>
        </c:txPr>
      </c:legendEntry>
      <c:layout>
        <c:manualLayout>
          <c:xMode val="edge"/>
          <c:yMode val="edge"/>
          <c:x val="1.4174862741513096E-3"/>
          <c:y val="0.90493289217436013"/>
          <c:w val="0.99516785597134927"/>
          <c:h val="9.5067107825639832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 rtl="1">
            <a:defRPr sz="900" b="1" i="0" u="none" strike="noStrike" kern="1200" baseline="0">
              <a:solidFill>
                <a:schemeClr val="tx2"/>
              </a:solidFill>
              <a:latin typeface="IBM Plex Sans Arabic" panose="020B0503050203000203" pitchFamily="34" charset="-78"/>
              <a:ea typeface="+mn-ea"/>
              <a:cs typeface="IBM Plex Sans Arabic" panose="020B0503050203000203" pitchFamily="34" charset="-78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accent5">
        <a:lumMod val="20000"/>
        <a:lumOff val="80000"/>
        <a:alpha val="20007"/>
      </a:schemeClr>
    </a:solidFill>
    <a:ln>
      <a:solidFill>
        <a:schemeClr val="tx1">
          <a:lumMod val="20000"/>
          <a:lumOff val="80000"/>
        </a:schemeClr>
      </a:solidFill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1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31163315403341973"/>
          <c:y val="0.190716932745778"/>
          <c:w val="0.38890837962345681"/>
          <c:h val="0.67297319290951574"/>
        </c:manualLayout>
      </c:layout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عدد المتدربين</c:v>
                </c:pt>
              </c:strCache>
            </c:strRef>
          </c:tx>
          <c:dPt>
            <c:idx val="0"/>
            <c:bubble3D val="0"/>
            <c:spPr>
              <a:solidFill>
                <a:srgbClr val="00B0F0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7548-F940-BB81-7766DE2C4E66}"/>
              </c:ext>
            </c:extLst>
          </c:dPt>
          <c:dPt>
            <c:idx val="1"/>
            <c:bubble3D val="0"/>
            <c:spPr>
              <a:solidFill>
                <a:srgbClr val="005EB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7548-F940-BB81-7766DE2C4E66}"/>
              </c:ext>
            </c:extLst>
          </c:dPt>
          <c:dPt>
            <c:idx val="2"/>
            <c:bubble3D val="0"/>
            <c:spPr>
              <a:solidFill>
                <a:srgbClr val="008DE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7548-F940-BB81-7766DE2C4E66}"/>
              </c:ext>
            </c:extLst>
          </c:dPt>
          <c:dPt>
            <c:idx val="3"/>
            <c:bubble3D val="0"/>
            <c:spPr>
              <a:gradFill>
                <a:gsLst>
                  <a:gs pos="100000">
                    <a:schemeClr val="accent4">
                      <a:lumMod val="60000"/>
                      <a:lumOff val="40000"/>
                    </a:schemeClr>
                  </a:gs>
                  <a:gs pos="0">
                    <a:schemeClr val="accent4"/>
                  </a:gs>
                </a:gsLst>
                <a:lin ang="5400000" scaled="0"/>
              </a:gra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7548-F940-BB81-7766DE2C4E66}"/>
              </c:ext>
            </c:extLst>
          </c:dPt>
          <c:dLbls>
            <c:dLbl>
              <c:idx val="0"/>
              <c:layout>
                <c:manualLayout>
                  <c:x val="2.4153250791779608E-2"/>
                  <c:y val="0.22474992902672755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200" b="1" i="0" u="none" strike="noStrike" kern="1200" baseline="0">
                      <a:solidFill>
                        <a:schemeClr val="bg1"/>
                      </a:solidFill>
                      <a:latin typeface="IBM Plex Sans Arabic SemiBold" panose="020B0503050203000203" pitchFamily="34" charset="-78"/>
                      <a:ea typeface="+mn-ea"/>
                      <a:cs typeface="IBM Plex Sans Arabic SemiBold" panose="020B0503050203000203" pitchFamily="34" charset="-78"/>
                    </a:defRPr>
                  </a:pPr>
                  <a:endParaRPr lang="en-US"/>
                </a:p>
              </c:txPr>
              <c:dLblPos val="bestFit"/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7548-F940-BB81-7766DE2C4E66}"/>
                </c:ext>
              </c:extLst>
            </c:dLbl>
            <c:dLbl>
              <c:idx val="1"/>
              <c:layout>
                <c:manualLayout>
                  <c:x val="-6.1081854227059494E-2"/>
                  <c:y val="-0.18203372871842163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400" b="1" i="0" u="none" strike="noStrike" kern="1200" baseline="0">
                      <a:solidFill>
                        <a:schemeClr val="bg1"/>
                      </a:solidFill>
                      <a:latin typeface="IBM Plex Sans Arabic SemiBold" panose="020B0503050203000203" pitchFamily="34" charset="-78"/>
                      <a:ea typeface="+mn-ea"/>
                      <a:cs typeface="IBM Plex Sans Arabic SemiBold" panose="020B0503050203000203" pitchFamily="34" charset="-78"/>
                    </a:defRPr>
                  </a:pPr>
                  <a:endParaRPr lang="en-US"/>
                </a:p>
              </c:txPr>
              <c:dLblPos val="bestFit"/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7548-F940-BB81-7766DE2C4E66}"/>
                </c:ext>
              </c:extLst>
            </c:dLbl>
            <c:dLbl>
              <c:idx val="2"/>
              <c:layout>
                <c:manualLayout>
                  <c:x val="9.6894097264435999E-2"/>
                  <c:y val="4.2998706298265188E-2"/>
                </c:manualLayout>
              </c:layout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7548-F940-BB81-7766DE2C4E66}"/>
                </c:ext>
              </c:extLst>
            </c:dLbl>
            <c:dLbl>
              <c:idx val="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7548-F940-BB81-7766DE2C4E66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50" b="1" i="0" u="none" strike="noStrike" kern="1200" baseline="0">
                    <a:solidFill>
                      <a:schemeClr val="bg1"/>
                    </a:solidFill>
                    <a:latin typeface="IBM Plex Sans Arabic SemiBold" panose="020B0503050203000203" pitchFamily="34" charset="-78"/>
                    <a:ea typeface="+mn-ea"/>
                    <a:cs typeface="IBM Plex Sans Arabic SemiBold" panose="020B0503050203000203" pitchFamily="34" charset="-78"/>
                  </a:defRPr>
                </a:pPr>
                <a:endParaRPr lang="en-US"/>
              </a:p>
            </c:txPr>
            <c:dLblPos val="ctr"/>
            <c:showLegendKey val="0"/>
            <c:showVal val="0"/>
            <c:showCatName val="0"/>
            <c:showSerName val="0"/>
            <c:showPercent val="1"/>
            <c:showBubbleSize val="0"/>
            <c:showLeaderLines val="1"/>
            <c:leaderLines>
              <c:spPr>
                <a:ln w="9525" cap="flat" cmpd="sng" algn="ctr">
                  <a:solidFill>
                    <a:schemeClr val="dk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Sheet1!$A$2:$A$5</c:f>
              <c:strCache>
                <c:ptCount val="4"/>
                <c:pt idx="0">
                  <c:v>تحلية المياه</c:v>
                </c:pt>
                <c:pt idx="1">
                  <c:v>القطاع الخاص- شركات</c:v>
                </c:pt>
                <c:pt idx="2">
                  <c:v>القطاع الحكومي والعسكري</c:v>
                </c:pt>
                <c:pt idx="3">
                  <c:v>الأفراد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3325</c:v>
                </c:pt>
                <c:pt idx="1">
                  <c:v>5748</c:v>
                </c:pt>
                <c:pt idx="2">
                  <c:v>704</c:v>
                </c:pt>
                <c:pt idx="3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7548-F940-BB81-7766DE2C4E66}"/>
            </c:ext>
          </c:extLst>
        </c:ser>
        <c:dLbls>
          <c:dLblPos val="inEnd"/>
          <c:showLegendKey val="0"/>
          <c:showVal val="0"/>
          <c:showCatName val="0"/>
          <c:showSerName val="0"/>
          <c:showPercent val="1"/>
          <c:showBubbleSize val="0"/>
          <c:showLeaderLines val="1"/>
        </c:dLbls>
        <c:firstSliceAng val="294"/>
      </c:pieChart>
      <c:spPr>
        <a:noFill/>
        <a:ln>
          <a:noFill/>
        </a:ln>
        <a:effectLst/>
      </c:spPr>
    </c:plotArea>
    <c:legend>
      <c:legendPos val="r"/>
      <c:legendEntry>
        <c:idx val="0"/>
        <c:txPr>
          <a:bodyPr rot="0" spcFirstLastPara="1" vertOverflow="ellipsis" vert="horz" wrap="square" anchor="ctr" anchorCtr="1"/>
          <a:lstStyle/>
          <a:p>
            <a:pPr rtl="1">
              <a:defRPr sz="900" b="1" i="0" u="none" strike="noStrike" kern="1200" baseline="0">
                <a:solidFill>
                  <a:srgbClr val="00B0F0"/>
                </a:solidFill>
                <a:latin typeface="IBM Plex Sans Arabic" panose="020B0503050203000203" pitchFamily="34" charset="-78"/>
                <a:ea typeface="+mn-ea"/>
                <a:cs typeface="IBM Plex Sans Arabic" panose="020B0503050203000203" pitchFamily="34" charset="-78"/>
              </a:defRPr>
            </a:pPr>
            <a:endParaRPr lang="en-US"/>
          </a:p>
        </c:txPr>
      </c:legendEntry>
      <c:legendEntry>
        <c:idx val="1"/>
        <c:txPr>
          <a:bodyPr rot="0" spcFirstLastPara="1" vertOverflow="ellipsis" vert="horz" wrap="square" anchor="ctr" anchorCtr="1"/>
          <a:lstStyle/>
          <a:p>
            <a:pPr rtl="1">
              <a:defRPr sz="900" b="1" i="0" u="none" strike="noStrike" kern="1200" baseline="0">
                <a:solidFill>
                  <a:srgbClr val="005EB1"/>
                </a:solidFill>
                <a:latin typeface="IBM Plex Sans Arabic" panose="020B0503050203000203" pitchFamily="34" charset="-78"/>
                <a:ea typeface="+mn-ea"/>
                <a:cs typeface="IBM Plex Sans Arabic" panose="020B0503050203000203" pitchFamily="34" charset="-78"/>
              </a:defRPr>
            </a:pPr>
            <a:endParaRPr lang="en-US"/>
          </a:p>
        </c:txPr>
      </c:legendEntry>
      <c:legendEntry>
        <c:idx val="2"/>
        <c:txPr>
          <a:bodyPr rot="0" spcFirstLastPara="1" vertOverflow="ellipsis" vert="horz" wrap="square" anchor="ctr" anchorCtr="1"/>
          <a:lstStyle/>
          <a:p>
            <a:pPr rtl="1">
              <a:defRPr sz="900" b="1" i="0" u="none" strike="noStrike" kern="1200" baseline="0">
                <a:solidFill>
                  <a:srgbClr val="008DE1"/>
                </a:solidFill>
                <a:latin typeface="IBM Plex Sans Arabic" panose="020B0503050203000203" pitchFamily="34" charset="-78"/>
                <a:ea typeface="+mn-ea"/>
                <a:cs typeface="IBM Plex Sans Arabic" panose="020B0503050203000203" pitchFamily="34" charset="-78"/>
              </a:defRPr>
            </a:pPr>
            <a:endParaRPr lang="en-US"/>
          </a:p>
        </c:txPr>
      </c:legendEntry>
      <c:legendEntry>
        <c:idx val="3"/>
        <c:txPr>
          <a:bodyPr rot="0" spcFirstLastPara="1" vertOverflow="ellipsis" vert="horz" wrap="square" anchor="ctr" anchorCtr="1"/>
          <a:lstStyle/>
          <a:p>
            <a:pPr rtl="1">
              <a:defRPr sz="900" b="1" i="0" u="none" strike="noStrike" kern="1200" baseline="0">
                <a:solidFill>
                  <a:srgbClr val="A8BDE3"/>
                </a:solidFill>
                <a:latin typeface="IBM Plex Sans Arabic" panose="020B0503050203000203" pitchFamily="34" charset="-78"/>
                <a:ea typeface="+mn-ea"/>
                <a:cs typeface="IBM Plex Sans Arabic" panose="020B0503050203000203" pitchFamily="34" charset="-78"/>
              </a:defRPr>
            </a:pPr>
            <a:endParaRPr lang="en-US"/>
          </a:p>
        </c:txPr>
      </c:legendEntry>
      <c:layout>
        <c:manualLayout>
          <c:xMode val="edge"/>
          <c:yMode val="edge"/>
          <c:x val="1.528622833978931E-2"/>
          <c:y val="0.90029613194475067"/>
          <c:w val="0.97043408463657765"/>
          <c:h val="9.9703868055249348E-2"/>
        </c:manualLayout>
      </c:layout>
      <c:overlay val="0"/>
      <c:spPr>
        <a:solidFill>
          <a:schemeClr val="lt1">
            <a:alpha val="50000"/>
          </a:schemeClr>
        </a:solidFill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 rtl="1">
            <a:defRPr sz="900" b="1" i="0" u="none" strike="noStrike" kern="1200" baseline="0">
              <a:solidFill>
                <a:schemeClr val="dk1">
                  <a:lumMod val="65000"/>
                  <a:lumOff val="35000"/>
                </a:schemeClr>
              </a:solidFill>
              <a:latin typeface="IBM Plex Sans Arabic" panose="020B0503050203000203" pitchFamily="34" charset="-78"/>
              <a:ea typeface="+mn-ea"/>
              <a:cs typeface="IBM Plex Sans Arabic" panose="020B0503050203000203" pitchFamily="34" charset="-78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accent5">
        <a:lumMod val="20000"/>
        <a:lumOff val="80000"/>
        <a:alpha val="20000"/>
      </a:schemeClr>
    </a:solidFill>
    <a:ln w="9525" cap="flat" cmpd="sng" algn="ctr">
      <a:solidFill>
        <a:schemeClr val="dk1">
          <a:lumMod val="15000"/>
          <a:lumOff val="85000"/>
        </a:schemeClr>
      </a:solidFill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userShapes r:id="rId4"/>
</c:chartSpace>
</file>

<file path=ppt/charts/chart1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31991710760561137"/>
          <c:y val="0.21004685724767169"/>
          <c:w val="0.39229910383836253"/>
          <c:h val="0.61035491150977994"/>
        </c:manualLayout>
      </c:layout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Column1</c:v>
                </c:pt>
              </c:strCache>
            </c:strRef>
          </c:tx>
          <c:dPt>
            <c:idx val="0"/>
            <c:bubble3D val="0"/>
            <c:explosion val="3"/>
            <c:spPr>
              <a:solidFill>
                <a:srgbClr val="005EB1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3008-9249-BC77-89202232FF86}"/>
              </c:ext>
            </c:extLst>
          </c:dPt>
          <c:dPt>
            <c:idx val="1"/>
            <c:bubble3D val="0"/>
            <c:explosion val="14"/>
            <c:spPr>
              <a:solidFill>
                <a:srgbClr val="0089D9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3008-9249-BC77-89202232FF86}"/>
              </c:ext>
            </c:extLst>
          </c:dPt>
          <c:dPt>
            <c:idx val="2"/>
            <c:bubble3D val="0"/>
            <c:explosion val="18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3008-9249-BC77-89202232FF86}"/>
              </c:ext>
            </c:extLst>
          </c:dPt>
          <c:dPt>
            <c:idx val="3"/>
            <c:bubble3D val="0"/>
            <c:explosion val="8"/>
            <c:spPr>
              <a:solidFill>
                <a:srgbClr val="00B0F0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3008-9249-BC77-89202232FF86}"/>
              </c:ext>
            </c:extLst>
          </c:dPt>
          <c:dLbls>
            <c:dLbl>
              <c:idx val="0"/>
              <c:layout>
                <c:manualLayout>
                  <c:x val="0.35893300401757328"/>
                  <c:y val="-7.1863414201066969E-2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noAutofit/>
                </a:bodyPr>
                <a:lstStyle/>
                <a:p>
                  <a:pPr>
                    <a:defRPr sz="1600" b="1" i="0" u="none" strike="noStrike" kern="1200" baseline="0">
                      <a:solidFill>
                        <a:schemeClr val="bg1"/>
                      </a:solidFill>
                      <a:latin typeface="IBM Plex Sans Arabic SemiBold" panose="020B0503050203000203" pitchFamily="34" charset="-78"/>
                      <a:ea typeface="+mn-ea"/>
                      <a:cs typeface="IBM Plex Sans Arabic SemiBold" panose="020B0503050203000203" pitchFamily="34" charset="-78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27073803731611246"/>
                      <c:h val="0.16487352228388985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1-3008-9249-BC77-89202232FF86}"/>
                </c:ext>
              </c:extLst>
            </c:dLbl>
            <c:dLbl>
              <c:idx val="1"/>
              <c:layout>
                <c:manualLayout>
                  <c:x val="8.1914783087109144E-2"/>
                  <c:y val="-6.1170715078703343E-2"/>
                </c:manualLayout>
              </c:layout>
              <c:numFmt formatCode="0.00%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600" b="1" i="0" u="none" strike="noStrike" kern="1200" baseline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IBM Plex Sans Arabic SemiBold" panose="020B0503050203000203" pitchFamily="34" charset="-78"/>
                      <a:ea typeface="+mn-ea"/>
                      <a:cs typeface="IBM Plex Sans Arabic SemiBold" panose="020B0503050203000203" pitchFamily="34" charset="-78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3008-9249-BC77-89202232FF86}"/>
                </c:ext>
              </c:extLst>
            </c:dLbl>
            <c:dLbl>
              <c:idx val="2"/>
              <c:layout>
                <c:manualLayout>
                  <c:x val="8.2339527204349172E-2"/>
                  <c:y val="3.1097734360571734E-2"/>
                </c:manualLayout>
              </c:layout>
              <c:numFmt formatCode="0.00%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600" b="1" i="0" u="none" strike="noStrike" kern="1200" baseline="0">
                      <a:solidFill>
                        <a:schemeClr val="accent3">
                          <a:lumMod val="75000"/>
                        </a:schemeClr>
                      </a:solidFill>
                      <a:latin typeface="IBM Plex Sans Arabic SemiBold" panose="020B0503050203000203" pitchFamily="34" charset="-78"/>
                      <a:ea typeface="+mn-ea"/>
                      <a:cs typeface="IBM Plex Sans Arabic SemiBold" panose="020B0503050203000203" pitchFamily="34" charset="-78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3008-9249-BC77-89202232FF86}"/>
                </c:ext>
              </c:extLst>
            </c:dLbl>
            <c:dLbl>
              <c:idx val="3"/>
              <c:layout>
                <c:manualLayout>
                  <c:x val="9.4208137537420689E-2"/>
                  <c:y val="0.11897737375784741"/>
                </c:manualLayout>
              </c:layout>
              <c:numFmt formatCode="0.00%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600" b="1" i="0" u="none" strike="noStrike" kern="1200" baseline="0">
                      <a:solidFill>
                        <a:srgbClr val="00B0F0"/>
                      </a:solidFill>
                      <a:latin typeface="IBM Plex Sans Arabic SemiBold" panose="020B0503050203000203" pitchFamily="34" charset="-78"/>
                      <a:ea typeface="+mn-ea"/>
                      <a:cs typeface="IBM Plex Sans Arabic SemiBold" panose="020B0503050203000203" pitchFamily="34" charset="-78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3008-9249-BC77-89202232FF86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6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IBM Plex Sans Arabic SemiBold" panose="020B0503050203000203" pitchFamily="34" charset="-78"/>
                    <a:ea typeface="+mn-ea"/>
                    <a:cs typeface="IBM Plex Sans Arabic SemiBold" panose="020B0503050203000203" pitchFamily="34" charset="-78"/>
                  </a:defRPr>
                </a:pPr>
                <a:endParaRPr lang="en-US"/>
              </a:p>
            </c:txPr>
            <c:showLegendKey val="0"/>
            <c:showVal val="0"/>
            <c:showCatName val="0"/>
            <c:showSerName val="0"/>
            <c:showPercent val="1"/>
            <c:showBubbleSize val="0"/>
            <c:showLeaderLines val="1"/>
            <c:leaderLines>
              <c:spPr>
                <a:ln w="12700" cap="flat" cmpd="sng" algn="ctr">
                  <a:solidFill>
                    <a:schemeClr val="accent3">
                      <a:lumMod val="50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Sheet1!$A$2:$A$5</c:f>
              <c:strCache>
                <c:ptCount val="4"/>
                <c:pt idx="0">
                  <c:v>دورة تطويرية</c:v>
                </c:pt>
                <c:pt idx="1">
                  <c:v>دورة تأهيلية</c:v>
                </c:pt>
                <c:pt idx="2">
                  <c:v>برنامج تأهيلي</c:v>
                </c:pt>
                <c:pt idx="3">
                  <c:v>ديبلوم تدريبي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703</c:v>
                </c:pt>
                <c:pt idx="1">
                  <c:v>8</c:v>
                </c:pt>
                <c:pt idx="2">
                  <c:v>0</c:v>
                </c:pt>
                <c:pt idx="3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3008-9249-BC77-89202232FF86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Column2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A-3008-9249-BC77-89202232FF86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C-3008-9249-BC77-89202232FF86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E-3008-9249-BC77-89202232FF86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10-3008-9249-BC77-89202232FF86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0"/>
            <c:showCatName val="0"/>
            <c:showSerName val="0"/>
            <c:showPercent val="1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Sheet1!$A$2:$A$5</c:f>
              <c:strCache>
                <c:ptCount val="4"/>
                <c:pt idx="0">
                  <c:v>دورة تطويرية</c:v>
                </c:pt>
                <c:pt idx="1">
                  <c:v>دورة تأهيلية</c:v>
                </c:pt>
                <c:pt idx="2">
                  <c:v>برنامج تأهيلي</c:v>
                </c:pt>
                <c:pt idx="3">
                  <c:v>ديبلوم تدريبي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11227</c:v>
                </c:pt>
                <c:pt idx="1">
                  <c:v>240</c:v>
                </c:pt>
                <c:pt idx="2">
                  <c:v>0</c:v>
                </c:pt>
                <c:pt idx="3">
                  <c:v>16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1-3008-9249-BC77-89202232FF86}"/>
            </c:ext>
          </c:extLst>
        </c:ser>
        <c:dLbls>
          <c:showLegendKey val="0"/>
          <c:showVal val="0"/>
          <c:showCatName val="0"/>
          <c:showSerName val="0"/>
          <c:showPercent val="1"/>
          <c:showBubbleSize val="0"/>
          <c:showLeaderLines val="1"/>
        </c:dLbls>
        <c:firstSliceAng val="65"/>
      </c:pieChart>
      <c:spPr>
        <a:noFill/>
        <a:ln>
          <a:noFill/>
        </a:ln>
        <a:effectLst/>
      </c:spPr>
    </c:plotArea>
    <c:legend>
      <c:legendPos val="r"/>
      <c:legendEntry>
        <c:idx val="0"/>
        <c:txPr>
          <a:bodyPr rot="0" spcFirstLastPara="1" vertOverflow="ellipsis" vert="horz" wrap="square" anchor="ctr" anchorCtr="1"/>
          <a:lstStyle/>
          <a:p>
            <a:pPr>
              <a:defRPr sz="1100" b="1" i="0" u="none" strike="noStrike" kern="1200" baseline="0">
                <a:solidFill>
                  <a:schemeClr val="tx2">
                    <a:lumMod val="75000"/>
                  </a:schemeClr>
                </a:solidFill>
                <a:latin typeface="IBM Plex Sans Arabic SemiBold" panose="020B0503050203000203" pitchFamily="34" charset="-78"/>
                <a:ea typeface="+mn-ea"/>
                <a:cs typeface="IBM Plex Sans Arabic SemiBold" panose="020B0503050203000203" pitchFamily="34" charset="-78"/>
              </a:defRPr>
            </a:pPr>
            <a:endParaRPr lang="en-US"/>
          </a:p>
        </c:txPr>
      </c:legendEntry>
      <c:legendEntry>
        <c:idx val="2"/>
        <c:txPr>
          <a:bodyPr rot="0" spcFirstLastPara="1" vertOverflow="ellipsis" vert="horz" wrap="square" anchor="ctr" anchorCtr="1"/>
          <a:lstStyle/>
          <a:p>
            <a:pPr>
              <a:defRPr sz="1100" b="1" i="0" u="none" strike="noStrike" kern="1200" baseline="0">
                <a:solidFill>
                  <a:schemeClr val="accent3">
                    <a:lumMod val="50000"/>
                  </a:schemeClr>
                </a:solidFill>
                <a:latin typeface="IBM Plex Sans Arabic SemiBold" panose="020B0503050203000203" pitchFamily="34" charset="-78"/>
                <a:ea typeface="+mn-ea"/>
                <a:cs typeface="IBM Plex Sans Arabic SemiBold" panose="020B0503050203000203" pitchFamily="34" charset="-78"/>
              </a:defRPr>
            </a:pPr>
            <a:endParaRPr lang="en-US"/>
          </a:p>
        </c:txPr>
      </c:legendEntry>
      <c:legendEntry>
        <c:idx val="3"/>
        <c:txPr>
          <a:bodyPr rot="0" spcFirstLastPara="1" vertOverflow="ellipsis" vert="horz" wrap="square" anchor="ctr" anchorCtr="1"/>
          <a:lstStyle/>
          <a:p>
            <a:pPr>
              <a:defRPr sz="1100" b="1" i="0" u="none" strike="noStrike" kern="1200" baseline="0">
                <a:solidFill>
                  <a:srgbClr val="00B0F0"/>
                </a:solidFill>
                <a:latin typeface="IBM Plex Sans Arabic SemiBold" panose="020B0503050203000203" pitchFamily="34" charset="-78"/>
                <a:ea typeface="+mn-ea"/>
                <a:cs typeface="IBM Plex Sans Arabic SemiBold" panose="020B0503050203000203" pitchFamily="34" charset="-78"/>
              </a:defRPr>
            </a:pPr>
            <a:endParaRPr lang="en-US"/>
          </a:p>
        </c:txPr>
      </c:legendEntry>
      <c:layout>
        <c:manualLayout>
          <c:xMode val="edge"/>
          <c:yMode val="edge"/>
          <c:x val="7.671772388833052E-3"/>
          <c:y val="0.9039118619735993"/>
          <c:w val="0.96156254155251786"/>
          <c:h val="8.9540100448471063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00" b="1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IBM Plex Sans Arabic SemiBold" panose="020B0503050203000203" pitchFamily="34" charset="-78"/>
              <a:ea typeface="+mn-ea"/>
              <a:cs typeface="IBM Plex Sans Arabic SemiBold" panose="020B0503050203000203" pitchFamily="34" charset="-78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rgbClr val="FAFAFA"/>
    </a:solidFill>
    <a:ln>
      <a:solidFill>
        <a:schemeClr val="tx1">
          <a:lumMod val="20000"/>
          <a:lumOff val="80000"/>
        </a:schemeClr>
      </a:solidFill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userShapes r:id="rId4"/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3.xml><?xml version="1.0" encoding="utf-8"?>
<cs:colorStyle xmlns:cs="http://schemas.microsoft.com/office/drawing/2012/chartStyle" xmlns:a="http://schemas.openxmlformats.org/drawingml/2006/main" meth="cycle" id="11">
  <a:schemeClr val="accent1"/>
  <a:schemeClr val="accent3"/>
  <a:schemeClr val="accent5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6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300">
  <cs:axisTitle>
    <cs:lnRef idx="0"/>
    <cs:fillRef idx="0"/>
    <cs:effectRef idx="0"/>
    <cs:fontRef idx="minor">
      <a:schemeClr val="dk1">
        <a:lumMod val="75000"/>
        <a:lumOff val="25000"/>
      </a:schemeClr>
    </cs:fontRef>
    <cs:defRPr sz="1197" b="1" kern="1200"/>
  </cs:axisTitle>
  <cs:categoryAxis>
    <cs:lnRef idx="0"/>
    <cs:fillRef idx="0"/>
    <cs:effectRef idx="0"/>
    <cs:fontRef idx="minor">
      <a:schemeClr val="dk1">
        <a:lumMod val="75000"/>
        <a:lumOff val="25000"/>
      </a:schemeClr>
    </cs:fontRef>
    <cs:spPr>
      <a:ln w="190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1197" kern="1200" cap="all" baseline="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lt1"/>
          </a:gs>
          <a:gs pos="39000">
            <a:schemeClr val="lt1"/>
          </a:gs>
          <a:gs pos="100000">
            <a:schemeClr val="lt1">
              <a:lumMod val="75000"/>
            </a:schemeClr>
          </a:gs>
        </a:gsLst>
        <a:path path="circle">
          <a:fillToRect l="50000" t="-80000" r="50000" b="180000"/>
        </a:path>
        <a:tileRect/>
      </a:gradFill>
      <a:ln w="9525" cap="flat" cmpd="sng" algn="ctr">
        <a:solidFill>
          <a:schemeClr val="dk1">
            <a:lumMod val="25000"/>
            <a:lumOff val="7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lt1"/>
    </cs:fontRef>
    <cs:defRPr sz="1197" b="1" i="0" u="none" strike="noStrike" kern="1200" baseline="0"/>
  </cs:dataLabel>
  <cs:dataLabelCallout>
    <cs:lnRef idx="0"/>
    <cs:fillRef idx="0"/>
    <cs:effectRef idx="0"/>
    <cs:fontRef idx="minor">
      <a:schemeClr val="lt1"/>
    </cs:fontRef>
    <cs:spPr>
      <a:solidFill>
        <a:schemeClr val="dk1">
          <a:lumMod val="65000"/>
          <a:lumOff val="35000"/>
          <a:alpha val="75000"/>
        </a:schemeClr>
      </a:solidFill>
    </cs:spPr>
    <cs:defRPr sz="1197" b="1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  <a:ln w="9525" cap="flat" cmpd="sng" algn="ctr">
        <a:solidFill>
          <a:schemeClr val="lt1">
            <a:alpha val="50000"/>
          </a:schemeClr>
        </a:solidFill>
        <a:round/>
      </a:ln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  <a:ln w="9525" cap="flat" cmpd="sng" algn="ctr">
        <a:solidFill>
          <a:schemeClr val="lt1">
            <a:alpha val="50000"/>
          </a:schemeClr>
        </a:solidFill>
        <a:round/>
      </a:ln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31750" cap="rnd">
        <a:solidFill>
          <a:schemeClr val="phClr">
            <a:alpha val="85000"/>
          </a:schemeClr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75000"/>
        <a:lumOff val="25000"/>
      </a:schemeClr>
    </cs:fontRef>
    <cs:spPr>
      <a:ln w="9525">
        <a:solidFill>
          <a:schemeClr val="dk1">
            <a:lumMod val="35000"/>
            <a:lumOff val="6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50000"/>
          <a:lumOff val="50000"/>
        </a:schemeClr>
      </a:solidFill>
      <a:ln w="9525">
        <a:solidFill>
          <a:schemeClr val="dk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dk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</a:ln>
    </cs:spPr>
  </cs:leaderLine>
  <cs:legend>
    <cs:lnRef idx="0"/>
    <cs:fillRef idx="0"/>
    <cs:effectRef idx="0"/>
    <cs:fontRef idx="minor">
      <a:schemeClr val="dk1">
        <a:lumMod val="75000"/>
        <a:lumOff val="25000"/>
      </a:schemeClr>
    </cs:fontRef>
    <cs:spPr>
      <a:solidFill>
        <a:schemeClr val="lt1">
          <a:lumMod val="95000"/>
          <a:alpha val="39000"/>
        </a:schemeClr>
      </a:solidFill>
    </cs:spPr>
    <cs:defRPr sz="1197" kern="1200"/>
  </cs:legend>
  <cs:plotArea>
    <cs:lnRef idx="0"/>
    <cs:fillRef idx="0"/>
    <cs:effectRef idx="0"/>
    <cs:fontRef idx="minor">
      <a:schemeClr val="dk1"/>
    </cs:fontRef>
  </cs:plotArea>
  <cs:plotArea3D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dk1">
        <a:lumMod val="75000"/>
        <a:lumOff val="25000"/>
      </a:schemeClr>
    </cs:fontRef>
    <cs:spPr>
      <a:ln w="317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  <a:round/>
      </a:ln>
    </cs:spPr>
  </cs:seriesLine>
  <cs:title>
    <cs:lnRef idx="0"/>
    <cs:fillRef idx="0"/>
    <cs:effectRef idx="0"/>
    <cs:fontRef idx="minor">
      <a:schemeClr val="dk1">
        <a:lumMod val="75000"/>
        <a:lumOff val="25000"/>
      </a:schemeClr>
    </cs:fontRef>
    <cs:defRPr sz="2200" b="1" kern="120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dk1">
        <a:lumMod val="75000"/>
        <a:lumOff val="2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dk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dk1">
        <a:lumMod val="75000"/>
        <a:lumOff val="25000"/>
      </a:schemeClr>
    </cs:fontRef>
    <cs:spPr>
      <a:ln>
        <a:noFill/>
      </a:ln>
    </cs:spPr>
    <cs:defRPr sz="1197" kern="1200"/>
  </cs:valueAxis>
  <cs:wall>
    <cs:lnRef idx="0"/>
    <cs:fillRef idx="0"/>
    <cs:effectRef idx="0"/>
    <cs:fontRef idx="minor">
      <a:schemeClr val="dk1"/>
    </cs:fontRef>
  </cs:wall>
</cs:chartStyle>
</file>

<file path=ppt/charts/style3.xml><?xml version="1.0" encoding="utf-8"?>
<cs:chartStyle xmlns:cs="http://schemas.microsoft.com/office/drawing/2012/chartStyle" xmlns:a="http://schemas.openxmlformats.org/drawingml/2006/main" id="304">
  <cs:axisTitle>
    <cs:lnRef idx="0"/>
    <cs:fillRef idx="0"/>
    <cs:effectRef idx="0"/>
    <cs:fontRef idx="minor">
      <a:schemeClr val="lt1">
        <a:lumMod val="85000"/>
      </a:schemeClr>
    </cs:fontRef>
    <cs:defRPr sz="1197" b="1" kern="1200" cap="all"/>
  </cs:axisTitle>
  <cs:categoryAxis>
    <cs:lnRef idx="0"/>
    <cs:fillRef idx="0"/>
    <cs:effectRef idx="0"/>
    <cs:fontRef idx="minor">
      <a:schemeClr val="lt1">
        <a:lumMod val="85000"/>
      </a:schemeClr>
    </cs:fontRef>
    <cs:spPr>
      <a:ln w="12700" cap="flat" cmpd="sng" algn="ctr">
        <a:solidFill>
          <a:schemeClr val="lt1">
            <a:lumMod val="95000"/>
            <a:alpha val="54000"/>
          </a:schemeClr>
        </a:solidFill>
        <a:round/>
      </a:ln>
    </cs:spPr>
    <cs:defRPr sz="1197" kern="120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dk1">
              <a:lumMod val="65000"/>
              <a:lumOff val="35000"/>
            </a:schemeClr>
          </a:gs>
          <a:gs pos="100000">
            <a:schemeClr val="dk1">
              <a:lumMod val="85000"/>
              <a:lumOff val="15000"/>
            </a:schemeClr>
          </a:gs>
        </a:gsLst>
        <a:path path="circle">
          <a:fillToRect l="50000" t="50000" r="50000" b="50000"/>
        </a:path>
        <a:tileRect/>
      </a:gradFill>
    </cs:spPr>
    <cs:defRPr sz="1330" kern="1200"/>
  </cs:chartArea>
  <cs:dataLabel>
    <cs:lnRef idx="0"/>
    <cs:fillRef idx="0"/>
    <cs:effectRef idx="0"/>
    <cs:fontRef idx="minor">
      <a:schemeClr val="lt1">
        <a:lumMod val="8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tx1"/>
    </cs:fontRef>
  </cs:dataPoint>
  <cs:dataPoint3D>
    <cs:lnRef idx="0"/>
    <cs:fillRef idx="3">
      <cs:styleClr val="auto"/>
    </cs:fillRef>
    <cs:effectRef idx="3"/>
    <cs:fontRef idx="minor">
      <a:schemeClr val="tx1"/>
    </cs:fontRef>
  </cs:dataPoint3D>
  <cs:dataPointLine>
    <cs:lnRef idx="0">
      <cs:styleClr val="auto"/>
    </cs:lnRef>
    <cs:fillRef idx="3"/>
    <cs:effectRef idx="3"/>
    <cs:fontRef idx="minor">
      <a:schemeClr val="tx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tx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lt1">
        <a:lumMod val="85000"/>
      </a:schemeClr>
    </cs:fontRef>
    <cs:spPr>
      <a:ln w="9525">
        <a:solidFill>
          <a:schemeClr val="lt1">
            <a:lumMod val="95000"/>
            <a:alpha val="54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>
        <a:solidFill>
          <a:schemeClr val="lt1">
            <a:lumMod val="95000"/>
            <a:alpha val="54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5000"/>
            <a:alpha val="10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>
        <a:solidFill>
          <a:schemeClr val="lt1">
            <a:lumMod val="95000"/>
            <a:alpha val="5000"/>
          </a:schemeClr>
        </a:solidFill>
      </a:ln>
    </cs:spPr>
  </cs:gridlineMinor>
  <cs:hiLoLine>
    <cs:lnRef idx="0"/>
    <cs:fillRef idx="0"/>
    <cs:effectRef idx="0"/>
    <cs:fontRef idx="minor">
      <a:schemeClr val="tx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tx1"/>
    </cs:fontRef>
    <cs:spPr>
      <a:ln w="9525">
        <a:solidFill>
          <a:schemeClr val="lt1">
            <a:lumMod val="95000"/>
            <a:alpha val="54000"/>
          </a:schemeClr>
        </a:solidFill>
      </a:ln>
    </cs:spPr>
  </cs:leaderLine>
  <cs:legend>
    <cs:lnRef idx="0"/>
    <cs:fillRef idx="0"/>
    <cs:effectRef idx="0"/>
    <cs:fontRef idx="minor">
      <a:schemeClr val="lt1">
        <a:lumMod val="85000"/>
      </a:schemeClr>
    </cs:fontRef>
    <cs:defRPr sz="1197" kern="1200"/>
  </cs:legend>
  <cs:plotArea>
    <cs:lnRef idx="0"/>
    <cs:fillRef idx="0"/>
    <cs:effectRef idx="0"/>
    <cs:fontRef idx="minor">
      <a:schemeClr val="tx1"/>
    </cs:fontRef>
  </cs:plotArea>
  <cs:plotArea3D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lt1">
        <a:lumMod val="85000"/>
      </a:schemeClr>
    </cs:fontRef>
    <cs:spPr>
      <a:ln w="12700" cap="flat" cmpd="sng" algn="ctr">
        <a:solidFill>
          <a:schemeClr val="lt1">
            <a:lumMod val="95000"/>
            <a:alpha val="54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lt1"/>
    </cs:fontRef>
    <cs:spPr>
      <a:ln w="9525" cap="flat" cmpd="sng" algn="ctr">
        <a:solidFill>
          <a:schemeClr val="lt1">
            <a:lumMod val="95000"/>
            <a:alpha val="54000"/>
          </a:schemeClr>
        </a:solidFill>
        <a:round/>
      </a:ln>
    </cs:spPr>
  </cs:seriesLine>
  <cs:title>
    <cs:lnRef idx="0"/>
    <cs:fillRef idx="0"/>
    <cs:effectRef idx="0"/>
    <cs:fontRef idx="minor">
      <a:schemeClr val="lt1">
        <a:lumMod val="95000"/>
      </a:schemeClr>
    </cs:fontRef>
    <cs:defRPr sz="2128" b="1" kern="1200" spc="100" baseline="0">
      <a:effectLst>
        <a:outerShdw blurRad="50800" dist="38100" dir="5400000" algn="t" rotWithShape="0">
          <a:prstClr val="black">
            <a:alpha val="40000"/>
          </a:prstClr>
        </a:outerShdw>
      </a:effectLst>
    </cs:defRPr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lt1">
        <a:lumMod val="8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>
        <a:solidFill>
          <a:schemeClr val="lt1">
            <a:lumMod val="95000"/>
            <a:alpha val="54000"/>
          </a:schemeClr>
        </a:solidFill>
      </a:ln>
    </cs:spPr>
  </cs:upBar>
  <cs:valueAxis>
    <cs:lnRef idx="0"/>
    <cs:fillRef idx="0"/>
    <cs:effectRef idx="0"/>
    <cs:fontRef idx="minor">
      <a:schemeClr val="lt1">
        <a:lumMod val="85000"/>
      </a:schemeClr>
    </cs:fontRef>
    <cs:defRPr sz="1197" kern="1200"/>
  </cs:valueAxis>
  <cs:wall>
    <cs:lnRef idx="0"/>
    <cs:fillRef idx="0"/>
    <cs:effectRef idx="0"/>
    <cs:fontRef idx="minor">
      <a:schemeClr val="tx1"/>
    </cs:fontRef>
  </cs:wall>
</cs:chartStyle>
</file>

<file path=ppt/charts/style4.xml><?xml version="1.0" encoding="utf-8"?>
<cs:chartStyle xmlns:cs="http://schemas.microsoft.com/office/drawing/2012/chartStyle" xmlns:a="http://schemas.openxmlformats.org/drawingml/2006/main" id="300">
  <cs:axisTitle>
    <cs:lnRef idx="0"/>
    <cs:fillRef idx="0"/>
    <cs:effectRef idx="0"/>
    <cs:fontRef idx="minor">
      <a:schemeClr val="dk1">
        <a:lumMod val="75000"/>
        <a:lumOff val="25000"/>
      </a:schemeClr>
    </cs:fontRef>
    <cs:defRPr sz="1197" b="1" kern="1200"/>
  </cs:axisTitle>
  <cs:categoryAxis>
    <cs:lnRef idx="0"/>
    <cs:fillRef idx="0"/>
    <cs:effectRef idx="0"/>
    <cs:fontRef idx="minor">
      <a:schemeClr val="dk1">
        <a:lumMod val="75000"/>
        <a:lumOff val="25000"/>
      </a:schemeClr>
    </cs:fontRef>
    <cs:spPr>
      <a:ln w="190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1197" kern="1200" cap="all" baseline="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lt1"/>
          </a:gs>
          <a:gs pos="39000">
            <a:schemeClr val="lt1"/>
          </a:gs>
          <a:gs pos="100000">
            <a:schemeClr val="lt1">
              <a:lumMod val="75000"/>
            </a:schemeClr>
          </a:gs>
        </a:gsLst>
        <a:path path="circle">
          <a:fillToRect l="50000" t="-80000" r="50000" b="180000"/>
        </a:path>
        <a:tileRect/>
      </a:gradFill>
      <a:ln w="9525" cap="flat" cmpd="sng" algn="ctr">
        <a:solidFill>
          <a:schemeClr val="dk1">
            <a:lumMod val="25000"/>
            <a:lumOff val="7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lt1"/>
    </cs:fontRef>
    <cs:defRPr sz="1197" b="1" i="0" u="none" strike="noStrike" kern="1200" baseline="0"/>
  </cs:dataLabel>
  <cs:dataLabelCallout>
    <cs:lnRef idx="0"/>
    <cs:fillRef idx="0"/>
    <cs:effectRef idx="0"/>
    <cs:fontRef idx="minor">
      <a:schemeClr val="lt1"/>
    </cs:fontRef>
    <cs:spPr>
      <a:solidFill>
        <a:schemeClr val="dk1">
          <a:lumMod val="65000"/>
          <a:lumOff val="35000"/>
          <a:alpha val="75000"/>
        </a:schemeClr>
      </a:solidFill>
    </cs:spPr>
    <cs:defRPr sz="1197" b="1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  <a:ln w="9525" cap="flat" cmpd="sng" algn="ctr">
        <a:solidFill>
          <a:schemeClr val="lt1">
            <a:alpha val="50000"/>
          </a:schemeClr>
        </a:solidFill>
        <a:round/>
      </a:ln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  <a:ln w="9525" cap="flat" cmpd="sng" algn="ctr">
        <a:solidFill>
          <a:schemeClr val="lt1">
            <a:alpha val="50000"/>
          </a:schemeClr>
        </a:solidFill>
        <a:round/>
      </a:ln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31750" cap="rnd">
        <a:solidFill>
          <a:schemeClr val="phClr">
            <a:alpha val="85000"/>
          </a:schemeClr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75000"/>
        <a:lumOff val="25000"/>
      </a:schemeClr>
    </cs:fontRef>
    <cs:spPr>
      <a:ln w="9525">
        <a:solidFill>
          <a:schemeClr val="dk1">
            <a:lumMod val="35000"/>
            <a:lumOff val="6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50000"/>
          <a:lumOff val="50000"/>
        </a:schemeClr>
      </a:solidFill>
      <a:ln w="9525">
        <a:solidFill>
          <a:schemeClr val="dk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dk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</a:ln>
    </cs:spPr>
  </cs:leaderLine>
  <cs:legend>
    <cs:lnRef idx="0"/>
    <cs:fillRef idx="0"/>
    <cs:effectRef idx="0"/>
    <cs:fontRef idx="minor">
      <a:schemeClr val="dk1">
        <a:lumMod val="75000"/>
        <a:lumOff val="25000"/>
      </a:schemeClr>
    </cs:fontRef>
    <cs:spPr>
      <a:solidFill>
        <a:schemeClr val="lt1">
          <a:lumMod val="95000"/>
          <a:alpha val="39000"/>
        </a:schemeClr>
      </a:solidFill>
    </cs:spPr>
    <cs:defRPr sz="1197" kern="1200"/>
  </cs:legend>
  <cs:plotArea>
    <cs:lnRef idx="0"/>
    <cs:fillRef idx="0"/>
    <cs:effectRef idx="0"/>
    <cs:fontRef idx="minor">
      <a:schemeClr val="dk1"/>
    </cs:fontRef>
  </cs:plotArea>
  <cs:plotArea3D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dk1">
        <a:lumMod val="75000"/>
        <a:lumOff val="25000"/>
      </a:schemeClr>
    </cs:fontRef>
    <cs:spPr>
      <a:ln w="317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  <a:round/>
      </a:ln>
    </cs:spPr>
  </cs:seriesLine>
  <cs:title>
    <cs:lnRef idx="0"/>
    <cs:fillRef idx="0"/>
    <cs:effectRef idx="0"/>
    <cs:fontRef idx="minor">
      <a:schemeClr val="dk1">
        <a:lumMod val="75000"/>
        <a:lumOff val="25000"/>
      </a:schemeClr>
    </cs:fontRef>
    <cs:defRPr sz="2200" b="1" kern="120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dk1">
        <a:lumMod val="75000"/>
        <a:lumOff val="2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dk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dk1">
        <a:lumMod val="75000"/>
        <a:lumOff val="25000"/>
      </a:schemeClr>
    </cs:fontRef>
    <cs:spPr>
      <a:ln>
        <a:noFill/>
      </a:ln>
    </cs:spPr>
    <cs:defRPr sz="1197" kern="1200"/>
  </cs:valueAxis>
  <cs:wall>
    <cs:lnRef idx="0"/>
    <cs:fillRef idx="0"/>
    <cs:effectRef idx="0"/>
    <cs:fontRef idx="minor">
      <a:schemeClr val="dk1"/>
    </cs:fontRef>
  </cs:wall>
</cs:chartStyle>
</file>

<file path=ppt/charts/style5.xml><?xml version="1.0" encoding="utf-8"?>
<cs:chartStyle xmlns:cs="http://schemas.microsoft.com/office/drawing/2012/chartStyle" xmlns:a="http://schemas.openxmlformats.org/drawingml/2006/main" id="34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tx1"/>
    </cs:fontRef>
  </cs:dataPoint>
  <cs:dataPoint3D>
    <cs:lnRef idx="0"/>
    <cs:fillRef idx="3">
      <cs:styleClr val="auto"/>
    </cs:fillRef>
    <cs:effectRef idx="3"/>
    <cs:fontRef idx="minor">
      <a:schemeClr val="tx1"/>
    </cs:fontRef>
  </cs:dataPoint3D>
  <cs:dataPointLine>
    <cs:lnRef idx="0">
      <cs:styleClr val="auto"/>
    </cs:lnRef>
    <cs:fillRef idx="3"/>
    <cs:effectRef idx="3"/>
    <cs:fontRef idx="minor">
      <a:schemeClr val="tx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tx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lt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>
    <cs:lnRef idx="0"/>
    <cs:fillRef idx="0"/>
    <cs:effectRef idx="0"/>
    <cs:fontRef idx="minor">
      <a:schemeClr val="lt1"/>
    </cs:fontRef>
  </cs:plotArea>
  <cs:plotArea3D>
    <cs:lnRef idx="0"/>
    <cs:fillRef idx="0"/>
    <cs:effectRef idx="0"/>
    <cs:fontRef idx="minor">
      <a:schemeClr val="lt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2128" b="1" kern="1200" baseline="0"/>
  </cs:title>
  <cs:trendline>
    <cs:lnRef idx="0">
      <cs:styleClr val="auto"/>
    </cs:lnRef>
    <cs:fillRef idx="0"/>
    <cs:effectRef idx="0"/>
    <cs:fontRef idx="minor">
      <a:schemeClr val="lt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lt1"/>
    </cs:fontRef>
  </cs:wall>
</cs:chartStyle>
</file>

<file path=ppt/charts/style6.xml><?xml version="1.0" encoding="utf-8"?>
<cs:chartStyle xmlns:cs="http://schemas.microsoft.com/office/drawing/2012/chartStyle" xmlns:a="http://schemas.openxmlformats.org/drawingml/2006/main" id="258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lt1"/>
    </cs:fontRef>
    <cs:defRPr sz="1197" b="1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scene3d>
        <a:camera prst="orthographicFront"/>
        <a:lightRig rig="brightRoom" dir="t"/>
      </a:scene3d>
      <a:sp3d prstMaterial="flat">
        <a:bevelT w="50800" h="101600" prst="angle"/>
        <a:contourClr>
          <a:srgbClr val="000000"/>
        </a:contourClr>
      </a:sp3d>
    </cs:spPr>
  </cs:dataPoint>
  <cs:dataPoint3D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1905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1" i="0" kern="1200" cap="all" spc="5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258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lt1"/>
    </cs:fontRef>
    <cs:defRPr sz="1197" b="1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scene3d>
        <a:camera prst="orthographicFront"/>
        <a:lightRig rig="brightRoom" dir="t"/>
      </a:scene3d>
      <a:sp3d prstMaterial="flat">
        <a:bevelT w="50800" h="101600" prst="angle"/>
        <a:contourClr>
          <a:srgbClr val="000000"/>
        </a:contourClr>
      </a:sp3d>
    </cs:spPr>
  </cs:dataPoint>
  <cs:dataPoint3D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1905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1" i="0" kern="1200" cap="all" spc="5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8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9.xml><?xml version="1.0" encoding="utf-8"?>
<cs:chartStyle xmlns:cs="http://schemas.microsoft.com/office/drawing/2012/chartStyle" xmlns:a="http://schemas.openxmlformats.org/drawingml/2006/main" id="256">
  <cs:axisTitle>
    <cs:lnRef idx="0"/>
    <cs:fillRef idx="0"/>
    <cs:effectRef idx="0"/>
    <cs:fontRef idx="minor">
      <a:schemeClr val="dk1">
        <a:lumMod val="65000"/>
        <a:lumOff val="35000"/>
      </a:schemeClr>
    </cs:fontRef>
    <cs:defRPr sz="1197" b="1" kern="1200"/>
  </cs:axisTitle>
  <cs:categoryAxis>
    <cs:lnRef idx="0"/>
    <cs:fillRef idx="0"/>
    <cs:effectRef idx="0"/>
    <cs:fontRef idx="minor">
      <a:schemeClr val="dk1">
        <a:lumMod val="65000"/>
        <a:lumOff val="35000"/>
      </a:schemeClr>
    </cs:fontRef>
    <cs:defRPr sz="1197" kern="1200" cap="none" spc="0" normalizeH="0" baseline="0"/>
  </cs:categoryAxis>
  <cs:chartArea>
    <cs:lnRef idx="0"/>
    <cs:fillRef idx="0"/>
    <cs:effectRef idx="0"/>
    <cs:fontRef idx="minor">
      <a:schemeClr val="dk1"/>
    </cs:fontRef>
    <cs:spPr>
      <a:pattFill prst="dkDnDiag">
        <a:fgClr>
          <a:schemeClr val="lt1"/>
        </a:fgClr>
        <a:bgClr>
          <a:schemeClr val="dk1">
            <a:lumMod val="10000"/>
            <a:lumOff val="90000"/>
          </a:schemeClr>
        </a:bgClr>
      </a:pattFill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dk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>
          <a:alpha val="75000"/>
        </a:schemeClr>
      </a:solidFill>
      <a:ln w="9525"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tx1"/>
    </cs:fontRef>
    <cs:spPr>
      <a:gradFill>
        <a:gsLst>
          <a:gs pos="100000">
            <a:schemeClr val="phClr">
              <a:lumMod val="60000"/>
              <a:lumOff val="40000"/>
            </a:schemeClr>
          </a:gs>
          <a:gs pos="0">
            <a:schemeClr val="phClr"/>
          </a:gs>
        </a:gsLst>
        <a:lin ang="5400000" scaled="0"/>
      </a:gradFill>
      <a:ln w="19050">
        <a:solidFill>
          <a:schemeClr val="lt1"/>
        </a:solidFill>
      </a:ln>
    </cs:spPr>
  </cs:dataPoint>
  <cs:dataPoint3D>
    <cs:lnRef idx="0"/>
    <cs:fillRef idx="0">
      <cs:styleClr val="auto"/>
    </cs:fillRef>
    <cs:effectRef idx="0"/>
    <cs:fontRef idx="minor">
      <a:schemeClr val="tx1"/>
    </cs:fontRef>
    <cs:spPr>
      <a:gradFill>
        <a:gsLst>
          <a:gs pos="100000">
            <a:schemeClr val="phClr">
              <a:lumMod val="60000"/>
              <a:lumOff val="40000"/>
            </a:schemeClr>
          </a:gs>
          <a:gs pos="0">
            <a:schemeClr val="phClr"/>
          </a:gs>
        </a:gsLst>
        <a:lin ang="5400000" scaled="0"/>
      </a:gradFill>
      <a:ln w="508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22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0">
      <cs:styleClr val="auto"/>
    </cs:fillRef>
    <cs:effectRef idx="0"/>
    <cs:fontRef idx="minor">
      <a:schemeClr val="dk1"/>
    </cs:fontRef>
    <cs:spPr>
      <a:solidFill>
        <a:schemeClr val="lt1"/>
      </a:solidFill>
      <a:ln w="1587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064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dk1">
            <a:lumMod val="50000"/>
            <a:lumOff val="50000"/>
          </a:schemeClr>
        </a:solidFill>
        <a:round/>
      </a:ln>
    </cs:spPr>
  </cs:downBar>
  <cs:drop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50000"/>
            <a:lumOff val="50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35000"/>
            <a:lumOff val="65000"/>
          </a:schemeClr>
        </a:solidFill>
        <a:round/>
      </a:ln>
    </cs:spPr>
  </cs:hiLoLine>
  <cs:leader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>
          <a:alpha val="50000"/>
        </a:schemeClr>
      </a:solidFill>
    </cs:spPr>
    <cs:defRPr sz="1197" kern="1200"/>
  </cs:legend>
  <cs:plotArea>
    <cs:lnRef idx="0"/>
    <cs:fillRef idx="0"/>
    <cs:effectRef idx="0"/>
    <cs:fontRef idx="minor">
      <a:schemeClr val="dk1"/>
    </cs:fontRef>
  </cs:plotArea>
  <cs:plotArea3D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dk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ajor">
      <a:schemeClr val="dk1">
        <a:lumMod val="50000"/>
        <a:lumOff val="50000"/>
      </a:schemeClr>
    </cs:fontRef>
    <cs:defRPr sz="2128" b="1" kern="1200" spc="0" normalizeH="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dk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 cap="flat" cmpd="sng" algn="ctr">
        <a:solidFill>
          <a:schemeClr val="dk1">
            <a:lumMod val="50000"/>
            <a:lumOff val="50000"/>
          </a:schemeClr>
        </a:solidFill>
        <a:round/>
      </a:ln>
    </cs:spPr>
  </cs:upBar>
  <cs:valueAxis>
    <cs:lnRef idx="0"/>
    <cs:fillRef idx="0"/>
    <cs:effectRef idx="0"/>
    <cs:fontRef idx="minor">
      <a:schemeClr val="dk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dk1"/>
    </cs:fontRef>
  </cs:wall>
</cs:chartStyle>
</file>

<file path=ppt/charts/style10.xml><?xml version="1.0" encoding="utf-8"?>
<cs:chartStyle xmlns:cs="http://schemas.microsoft.com/office/drawing/2012/chartStyle" xmlns:a="http://schemas.openxmlformats.org/drawingml/2006/main" id="255">
  <cs:axisTitle>
    <cs:lnRef idx="0"/>
    <cs:fillRef idx="0"/>
    <cs:effectRef idx="0"/>
    <cs:fontRef idx="minor">
      <a:schemeClr val="tx2"/>
    </cs:fontRef>
    <cs:defRPr sz="1197" b="1" kern="1200"/>
  </cs:axisTitle>
  <cs:categoryAxis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2"/>
    </cs:fontRef>
    <cs:defRPr sz="1197" kern="1200"/>
  </cs:dataLabel>
  <cs:dataLabelCallout>
    <cs:lnRef idx="0"/>
    <cs:fillRef idx="0"/>
    <cs:effectRef idx="0"/>
    <cs:fontRef idx="minor">
      <a:schemeClr val="dk2">
        <a:lumMod val="7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2"/>
    <cs:fontRef idx="minor">
      <a:schemeClr val="tx2"/>
    </cs:fontRef>
  </cs:dataPoint>
  <cs:dataPoint3D>
    <cs:lnRef idx="0"/>
    <cs:fillRef idx="3">
      <cs:styleClr val="auto"/>
    </cs:fillRef>
    <cs:effectRef idx="2"/>
    <cs:fontRef idx="minor">
      <a:schemeClr val="tx2"/>
    </cs:fontRef>
  </cs:dataPoint3D>
  <cs:dataPointLine>
    <cs:lnRef idx="0">
      <cs:styleClr val="auto"/>
    </cs:lnRef>
    <cs:fillRef idx="3"/>
    <cs:effectRef idx="2"/>
    <cs:fontRef idx="minor">
      <a:schemeClr val="tx2"/>
    </cs:fontRef>
    <cs:spPr>
      <a:ln w="31750" cap="rnd">
        <a:solidFill>
          <a:schemeClr val="phClr"/>
        </a:solidFill>
        <a:round/>
      </a:ln>
    </cs:spPr>
  </cs:dataPointLine>
  <cs:dataPointMarker>
    <cs:lnRef idx="0"/>
    <cs:fillRef idx="3">
      <cs:styleClr val="auto"/>
    </cs:fillRef>
    <cs:effectRef idx="2"/>
    <cs:fontRef idx="minor">
      <a:schemeClr val="tx2"/>
    </cs:fontRef>
    <cs:spPr>
      <a:ln w="12700">
        <a:solidFill>
          <a:schemeClr val="lt2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2"/>
    <cs:fontRef idx="minor">
      <a:schemeClr val="tx2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2"/>
    </cs:fontRef>
    <cs:spPr>
      <a:ln w="9525">
        <a:solidFill>
          <a:schemeClr val="tx2">
            <a:lumMod val="15000"/>
            <a:lumOff val="8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tx2"/>
    </cs:fontRef>
    <cs:spPr>
      <a:ln w="9525">
        <a:solidFill>
          <a:schemeClr val="tx2">
            <a:lumMod val="75000"/>
          </a:schemeClr>
        </a:solidFill>
        <a:round/>
      </a:ln>
    </cs:spPr>
  </cs:errorBar>
  <cs:floor>
    <cs:lnRef idx="0"/>
    <cs:fillRef idx="0"/>
    <cs:effectRef idx="0"/>
    <cs:fontRef idx="minor">
      <a:schemeClr val="tx2"/>
    </cs:fontRef>
  </cs:floor>
  <cs:gridlineMajor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2"/>
    </cs:fontRef>
    <cs:spPr>
      <a:ln>
        <a:solidFill>
          <a:schemeClr val="tx2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2"/>
    </cs:fontRef>
    <cs:defRPr sz="1197" kern="1200"/>
  </cs:legend>
  <cs:plotArea>
    <cs:lnRef idx="0"/>
    <cs:fillRef idx="0"/>
    <cs:effectRef idx="0"/>
    <cs:fontRef idx="minor">
      <a:schemeClr val="tx2"/>
    </cs:fontRef>
  </cs:plotArea>
  <cs:plotArea3D>
    <cs:lnRef idx="0"/>
    <cs:fillRef idx="0"/>
    <cs:effectRef idx="0"/>
    <cs:fontRef idx="minor">
      <a:schemeClr val="tx2"/>
    </cs:fontRef>
  </cs:plotArea3D>
  <cs:seriesAxis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seriesLine>
  <cs:title>
    <cs:lnRef idx="0"/>
    <cs:fillRef idx="0"/>
    <cs:effectRef idx="0"/>
    <cs:fontRef idx="minor">
      <a:schemeClr val="tx2"/>
    </cs:fontRef>
    <cs:defRPr sz="2128" b="1" kern="1200"/>
  </cs:title>
  <cs:trendline>
    <cs:lnRef idx="0">
      <cs:styleClr val="auto"/>
    </cs:lnRef>
    <cs:fillRef idx="0"/>
    <cs:effectRef idx="0"/>
    <cs:fontRef idx="minor">
      <a:schemeClr val="tx2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2"/>
    </cs:fontRef>
    <cs:defRPr sz="1197" kern="1200"/>
  </cs:trendlineLabel>
  <cs:upBar>
    <cs:lnRef idx="0"/>
    <cs:fillRef idx="0"/>
    <cs:effectRef idx="0"/>
    <cs:fontRef idx="minor">
      <a:schemeClr val="tx2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2"/>
    </cs:fontRef>
    <cs:defRPr sz="1197" kern="1200"/>
  </cs:valueAxis>
  <cs:wall>
    <cs:lnRef idx="0"/>
    <cs:fillRef idx="0"/>
    <cs:effectRef idx="0"/>
    <cs:fontRef idx="minor">
      <a:schemeClr val="tx2"/>
    </cs:fontRef>
  </cs:wall>
</cs:chartStyle>
</file>

<file path=ppt/charts/style11.xml><?xml version="1.0" encoding="utf-8"?>
<cs:chartStyle xmlns:cs="http://schemas.microsoft.com/office/drawing/2012/chartStyle" xmlns:a="http://schemas.openxmlformats.org/drawingml/2006/main" id="34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tx1"/>
    </cs:fontRef>
  </cs:dataPoint>
  <cs:dataPoint3D>
    <cs:lnRef idx="0"/>
    <cs:fillRef idx="3">
      <cs:styleClr val="auto"/>
    </cs:fillRef>
    <cs:effectRef idx="3"/>
    <cs:fontRef idx="minor">
      <a:schemeClr val="tx1"/>
    </cs:fontRef>
  </cs:dataPoint3D>
  <cs:dataPointLine>
    <cs:lnRef idx="0">
      <cs:styleClr val="auto"/>
    </cs:lnRef>
    <cs:fillRef idx="3"/>
    <cs:effectRef idx="3"/>
    <cs:fontRef idx="minor">
      <a:schemeClr val="tx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tx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lt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>
    <cs:lnRef idx="0"/>
    <cs:fillRef idx="0"/>
    <cs:effectRef idx="0"/>
    <cs:fontRef idx="minor">
      <a:schemeClr val="lt1"/>
    </cs:fontRef>
  </cs:plotArea>
  <cs:plotArea3D>
    <cs:lnRef idx="0"/>
    <cs:fillRef idx="0"/>
    <cs:effectRef idx="0"/>
    <cs:fontRef idx="minor">
      <a:schemeClr val="lt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2128" b="1" kern="1200" baseline="0"/>
  </cs:title>
  <cs:trendline>
    <cs:lnRef idx="0">
      <cs:styleClr val="auto"/>
    </cs:lnRef>
    <cs:fillRef idx="0"/>
    <cs:effectRef idx="0"/>
    <cs:fontRef idx="minor">
      <a:schemeClr val="lt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lt1"/>
    </cs:fontRef>
  </cs:wall>
</cs:chartStyle>
</file>

<file path=ppt/charts/style12.xml><?xml version="1.0" encoding="utf-8"?>
<cs:chartStyle xmlns:cs="http://schemas.microsoft.com/office/drawing/2012/chartStyle" xmlns:a="http://schemas.openxmlformats.org/drawingml/2006/main" id="258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lt1"/>
    </cs:fontRef>
    <cs:defRPr sz="1197" b="1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scene3d>
        <a:camera prst="orthographicFront"/>
        <a:lightRig rig="brightRoom" dir="t"/>
      </a:scene3d>
      <a:sp3d prstMaterial="flat">
        <a:bevelT w="50800" h="101600" prst="angle"/>
        <a:contourClr>
          <a:srgbClr val="000000"/>
        </a:contourClr>
      </a:sp3d>
    </cs:spPr>
  </cs:dataPoint>
  <cs:dataPoint3D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1905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1" i="0" kern="1200" cap="all" spc="5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3.xml><?xml version="1.0" encoding="utf-8"?>
<cs:chartStyle xmlns:cs="http://schemas.microsoft.com/office/drawing/2012/chartStyle" xmlns:a="http://schemas.openxmlformats.org/drawingml/2006/main" id="231">
  <cs:axisTitle>
    <cs:lnRef idx="0"/>
    <cs:fillRef idx="0"/>
    <cs:effectRef idx="0"/>
    <cs:fontRef idx="minor">
      <a:schemeClr val="tx2"/>
    </cs:fontRef>
    <cs:defRPr sz="1197" b="1" kern="1200"/>
  </cs:axisTitle>
  <cs:categoryAxis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2"/>
    </cs:fontRef>
    <cs:defRPr sz="1197" kern="1200"/>
  </cs:dataLabel>
  <cs:dataLabelCallout>
    <cs:lnRef idx="0"/>
    <cs:fillRef idx="0"/>
    <cs:effectRef idx="0"/>
    <cs:fontRef idx="minor">
      <a:schemeClr val="dk2">
        <a:lumMod val="7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2"/>
    <cs:fontRef idx="minor">
      <a:schemeClr val="tx2"/>
    </cs:fontRef>
  </cs:dataPoint>
  <cs:dataPoint3D>
    <cs:lnRef idx="0"/>
    <cs:fillRef idx="3">
      <cs:styleClr val="auto"/>
    </cs:fillRef>
    <cs:effectRef idx="2"/>
    <cs:fontRef idx="minor">
      <a:schemeClr val="tx2"/>
    </cs:fontRef>
  </cs:dataPoint3D>
  <cs:dataPointLine>
    <cs:lnRef idx="0">
      <cs:styleClr val="auto"/>
    </cs:lnRef>
    <cs:fillRef idx="3"/>
    <cs:effectRef idx="2"/>
    <cs:fontRef idx="minor">
      <a:schemeClr val="tx2"/>
    </cs:fontRef>
    <cs:spPr>
      <a:ln w="31750" cap="rnd">
        <a:solidFill>
          <a:schemeClr val="phClr"/>
        </a:solidFill>
        <a:round/>
      </a:ln>
    </cs:spPr>
  </cs:dataPointLine>
  <cs:dataPointMarker>
    <cs:lnRef idx="0"/>
    <cs:fillRef idx="3">
      <cs:styleClr val="auto"/>
    </cs:fillRef>
    <cs:effectRef idx="2"/>
    <cs:fontRef idx="minor">
      <a:schemeClr val="tx2"/>
    </cs:fontRef>
    <cs:spPr>
      <a:ln w="12700">
        <a:solidFill>
          <a:schemeClr val="lt2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2"/>
    <cs:fontRef idx="minor">
      <a:schemeClr val="tx2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2"/>
    </cs:fontRef>
    <cs:spPr>
      <a:ln w="9525">
        <a:solidFill>
          <a:schemeClr val="tx2">
            <a:lumMod val="15000"/>
            <a:lumOff val="8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tx2"/>
    </cs:fontRef>
    <cs:spPr>
      <a:ln w="9525">
        <a:solidFill>
          <a:schemeClr val="tx2">
            <a:lumMod val="75000"/>
          </a:schemeClr>
        </a:solidFill>
        <a:round/>
      </a:ln>
    </cs:spPr>
  </cs:errorBar>
  <cs:floor>
    <cs:lnRef idx="0"/>
    <cs:fillRef idx="0"/>
    <cs:effectRef idx="0"/>
    <cs:fontRef idx="minor">
      <a:schemeClr val="tx2"/>
    </cs:fontRef>
  </cs:floor>
  <cs:gridlineMajor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2"/>
    </cs:fontRef>
    <cs:spPr>
      <a:ln>
        <a:solidFill>
          <a:schemeClr val="tx2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2"/>
    </cs:fontRef>
    <cs:defRPr sz="1197" kern="1200"/>
  </cs:legend>
  <cs:plotArea>
    <cs:lnRef idx="0"/>
    <cs:fillRef idx="0"/>
    <cs:effectRef idx="0"/>
    <cs:fontRef idx="minor">
      <a:schemeClr val="tx2"/>
    </cs:fontRef>
  </cs:plotArea>
  <cs:plotArea3D>
    <cs:lnRef idx="0"/>
    <cs:fillRef idx="0"/>
    <cs:effectRef idx="0"/>
    <cs:fontRef idx="minor">
      <a:schemeClr val="tx2"/>
    </cs:fontRef>
  </cs:plotArea3D>
  <cs:seriesAxis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seriesLine>
  <cs:title>
    <cs:lnRef idx="0"/>
    <cs:fillRef idx="0"/>
    <cs:effectRef idx="0"/>
    <cs:fontRef idx="minor">
      <a:schemeClr val="tx2"/>
    </cs:fontRef>
    <cs:defRPr sz="2128" b="1" kern="1200"/>
  </cs:title>
  <cs:trendline>
    <cs:lnRef idx="0">
      <cs:styleClr val="auto"/>
    </cs:lnRef>
    <cs:fillRef idx="0"/>
    <cs:effectRef idx="0"/>
    <cs:fontRef idx="minor">
      <a:schemeClr val="tx2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2"/>
    </cs:fontRef>
    <cs:defRPr sz="1197" kern="1200"/>
  </cs:trendlineLabel>
  <cs:upBar>
    <cs:lnRef idx="0"/>
    <cs:fillRef idx="0"/>
    <cs:effectRef idx="0"/>
    <cs:fontRef idx="minor">
      <a:schemeClr val="tx2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2"/>
    </cs:fontRef>
    <cs:defRPr sz="1197" kern="1200"/>
  </cs:valueAxis>
  <cs:wall>
    <cs:lnRef idx="0"/>
    <cs:fillRef idx="0"/>
    <cs:effectRef idx="0"/>
    <cs:fontRef idx="minor">
      <a:schemeClr val="tx2"/>
    </cs:fontRef>
  </cs:wall>
</cs:chartStyle>
</file>

<file path=ppt/charts/style14.xml><?xml version="1.0" encoding="utf-8"?>
<cs:chartStyle xmlns:cs="http://schemas.microsoft.com/office/drawing/2012/chartStyle" xmlns:a="http://schemas.openxmlformats.org/drawingml/2006/main" id="258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lt1"/>
    </cs:fontRef>
    <cs:defRPr sz="1197" b="1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scene3d>
        <a:camera prst="orthographicFront"/>
        <a:lightRig rig="brightRoom" dir="t"/>
      </a:scene3d>
      <a:sp3d prstMaterial="flat">
        <a:bevelT w="50800" h="101600" prst="angle"/>
        <a:contourClr>
          <a:srgbClr val="000000"/>
        </a:contourClr>
      </a:sp3d>
    </cs:spPr>
  </cs:dataPoint>
  <cs:dataPoint3D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1905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1" i="0" kern="1200" cap="all" spc="5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5.xml><?xml version="1.0" encoding="utf-8"?>
<cs:chartStyle xmlns:cs="http://schemas.microsoft.com/office/drawing/2012/chartStyle" xmlns:a="http://schemas.openxmlformats.org/drawingml/2006/main" id="255">
  <cs:axisTitle>
    <cs:lnRef idx="0"/>
    <cs:fillRef idx="0"/>
    <cs:effectRef idx="0"/>
    <cs:fontRef idx="minor">
      <a:schemeClr val="tx2"/>
    </cs:fontRef>
    <cs:defRPr sz="1197" b="1" kern="1200"/>
  </cs:axisTitle>
  <cs:categoryAxis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2"/>
    </cs:fontRef>
    <cs:defRPr sz="1197" kern="1200"/>
  </cs:dataLabel>
  <cs:dataLabelCallout>
    <cs:lnRef idx="0"/>
    <cs:fillRef idx="0"/>
    <cs:effectRef idx="0"/>
    <cs:fontRef idx="minor">
      <a:schemeClr val="dk2">
        <a:lumMod val="7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2"/>
    <cs:fontRef idx="minor">
      <a:schemeClr val="tx2"/>
    </cs:fontRef>
  </cs:dataPoint>
  <cs:dataPoint3D>
    <cs:lnRef idx="0"/>
    <cs:fillRef idx="3">
      <cs:styleClr val="auto"/>
    </cs:fillRef>
    <cs:effectRef idx="2"/>
    <cs:fontRef idx="minor">
      <a:schemeClr val="tx2"/>
    </cs:fontRef>
  </cs:dataPoint3D>
  <cs:dataPointLine>
    <cs:lnRef idx="0">
      <cs:styleClr val="auto"/>
    </cs:lnRef>
    <cs:fillRef idx="3"/>
    <cs:effectRef idx="2"/>
    <cs:fontRef idx="minor">
      <a:schemeClr val="tx2"/>
    </cs:fontRef>
    <cs:spPr>
      <a:ln w="31750" cap="rnd">
        <a:solidFill>
          <a:schemeClr val="phClr"/>
        </a:solidFill>
        <a:round/>
      </a:ln>
    </cs:spPr>
  </cs:dataPointLine>
  <cs:dataPointMarker>
    <cs:lnRef idx="0"/>
    <cs:fillRef idx="3">
      <cs:styleClr val="auto"/>
    </cs:fillRef>
    <cs:effectRef idx="2"/>
    <cs:fontRef idx="minor">
      <a:schemeClr val="tx2"/>
    </cs:fontRef>
    <cs:spPr>
      <a:ln w="12700">
        <a:solidFill>
          <a:schemeClr val="lt2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2"/>
    <cs:fontRef idx="minor">
      <a:schemeClr val="tx2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2"/>
    </cs:fontRef>
    <cs:spPr>
      <a:ln w="9525">
        <a:solidFill>
          <a:schemeClr val="tx2">
            <a:lumMod val="15000"/>
            <a:lumOff val="8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tx2"/>
    </cs:fontRef>
    <cs:spPr>
      <a:ln w="9525">
        <a:solidFill>
          <a:schemeClr val="tx2">
            <a:lumMod val="75000"/>
          </a:schemeClr>
        </a:solidFill>
        <a:round/>
      </a:ln>
    </cs:spPr>
  </cs:errorBar>
  <cs:floor>
    <cs:lnRef idx="0"/>
    <cs:fillRef idx="0"/>
    <cs:effectRef idx="0"/>
    <cs:fontRef idx="minor">
      <a:schemeClr val="tx2"/>
    </cs:fontRef>
  </cs:floor>
  <cs:gridlineMajor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2"/>
    </cs:fontRef>
    <cs:spPr>
      <a:ln>
        <a:solidFill>
          <a:schemeClr val="tx2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2"/>
    </cs:fontRef>
    <cs:defRPr sz="1197" kern="1200"/>
  </cs:legend>
  <cs:plotArea>
    <cs:lnRef idx="0"/>
    <cs:fillRef idx="0"/>
    <cs:effectRef idx="0"/>
    <cs:fontRef idx="minor">
      <a:schemeClr val="tx2"/>
    </cs:fontRef>
  </cs:plotArea>
  <cs:plotArea3D>
    <cs:lnRef idx="0"/>
    <cs:fillRef idx="0"/>
    <cs:effectRef idx="0"/>
    <cs:fontRef idx="minor">
      <a:schemeClr val="tx2"/>
    </cs:fontRef>
  </cs:plotArea3D>
  <cs:seriesAxis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seriesLine>
  <cs:title>
    <cs:lnRef idx="0"/>
    <cs:fillRef idx="0"/>
    <cs:effectRef idx="0"/>
    <cs:fontRef idx="minor">
      <a:schemeClr val="tx2"/>
    </cs:fontRef>
    <cs:defRPr sz="2128" b="1" kern="1200"/>
  </cs:title>
  <cs:trendline>
    <cs:lnRef idx="0">
      <cs:styleClr val="auto"/>
    </cs:lnRef>
    <cs:fillRef idx="0"/>
    <cs:effectRef idx="0"/>
    <cs:fontRef idx="minor">
      <a:schemeClr val="tx2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2"/>
    </cs:fontRef>
    <cs:defRPr sz="1197" kern="1200"/>
  </cs:trendlineLabel>
  <cs:upBar>
    <cs:lnRef idx="0"/>
    <cs:fillRef idx="0"/>
    <cs:effectRef idx="0"/>
    <cs:fontRef idx="minor">
      <a:schemeClr val="tx2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2"/>
    </cs:fontRef>
    <cs:defRPr sz="1197" kern="1200"/>
  </cs:valueAxis>
  <cs:wall>
    <cs:lnRef idx="0"/>
    <cs:fillRef idx="0"/>
    <cs:effectRef idx="0"/>
    <cs:fontRef idx="minor">
      <a:schemeClr val="tx2"/>
    </cs:fontRef>
  </cs:wall>
</cs:chartStyle>
</file>

<file path=ppt/charts/style16.xml><?xml version="1.0" encoding="utf-8"?>
<cs:chartStyle xmlns:cs="http://schemas.microsoft.com/office/drawing/2012/chartStyle" xmlns:a="http://schemas.openxmlformats.org/drawingml/2006/main" id="256">
  <cs:axisTitle>
    <cs:lnRef idx="0"/>
    <cs:fillRef idx="0"/>
    <cs:effectRef idx="0"/>
    <cs:fontRef idx="minor">
      <a:schemeClr val="dk1">
        <a:lumMod val="65000"/>
        <a:lumOff val="35000"/>
      </a:schemeClr>
    </cs:fontRef>
    <cs:defRPr sz="1197" b="1" kern="1200"/>
  </cs:axisTitle>
  <cs:categoryAxis>
    <cs:lnRef idx="0"/>
    <cs:fillRef idx="0"/>
    <cs:effectRef idx="0"/>
    <cs:fontRef idx="minor">
      <a:schemeClr val="dk1">
        <a:lumMod val="65000"/>
        <a:lumOff val="35000"/>
      </a:schemeClr>
    </cs:fontRef>
    <cs:defRPr sz="1197" kern="1200" cap="none" spc="0" normalizeH="0" baseline="0"/>
  </cs:categoryAxis>
  <cs:chartArea>
    <cs:lnRef idx="0"/>
    <cs:fillRef idx="0"/>
    <cs:effectRef idx="0"/>
    <cs:fontRef idx="minor">
      <a:schemeClr val="dk1"/>
    </cs:fontRef>
    <cs:spPr>
      <a:pattFill prst="dkDnDiag">
        <a:fgClr>
          <a:schemeClr val="lt1"/>
        </a:fgClr>
        <a:bgClr>
          <a:schemeClr val="dk1">
            <a:lumMod val="10000"/>
            <a:lumOff val="90000"/>
          </a:schemeClr>
        </a:bgClr>
      </a:pattFill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dk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>
          <a:alpha val="75000"/>
        </a:schemeClr>
      </a:solidFill>
      <a:ln w="9525"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tx1"/>
    </cs:fontRef>
    <cs:spPr>
      <a:gradFill>
        <a:gsLst>
          <a:gs pos="100000">
            <a:schemeClr val="phClr">
              <a:lumMod val="60000"/>
              <a:lumOff val="40000"/>
            </a:schemeClr>
          </a:gs>
          <a:gs pos="0">
            <a:schemeClr val="phClr"/>
          </a:gs>
        </a:gsLst>
        <a:lin ang="5400000" scaled="0"/>
      </a:gradFill>
      <a:ln w="19050">
        <a:solidFill>
          <a:schemeClr val="lt1"/>
        </a:solidFill>
      </a:ln>
    </cs:spPr>
  </cs:dataPoint>
  <cs:dataPoint3D>
    <cs:lnRef idx="0"/>
    <cs:fillRef idx="0">
      <cs:styleClr val="auto"/>
    </cs:fillRef>
    <cs:effectRef idx="0"/>
    <cs:fontRef idx="minor">
      <a:schemeClr val="tx1"/>
    </cs:fontRef>
    <cs:spPr>
      <a:gradFill>
        <a:gsLst>
          <a:gs pos="100000">
            <a:schemeClr val="phClr">
              <a:lumMod val="60000"/>
              <a:lumOff val="40000"/>
            </a:schemeClr>
          </a:gs>
          <a:gs pos="0">
            <a:schemeClr val="phClr"/>
          </a:gs>
        </a:gsLst>
        <a:lin ang="5400000" scaled="0"/>
      </a:gradFill>
      <a:ln w="508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22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0">
      <cs:styleClr val="auto"/>
    </cs:fillRef>
    <cs:effectRef idx="0"/>
    <cs:fontRef idx="minor">
      <a:schemeClr val="dk1"/>
    </cs:fontRef>
    <cs:spPr>
      <a:solidFill>
        <a:schemeClr val="lt1"/>
      </a:solidFill>
      <a:ln w="1587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064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dk1">
            <a:lumMod val="50000"/>
            <a:lumOff val="50000"/>
          </a:schemeClr>
        </a:solidFill>
        <a:round/>
      </a:ln>
    </cs:spPr>
  </cs:downBar>
  <cs:drop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50000"/>
            <a:lumOff val="50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35000"/>
            <a:lumOff val="65000"/>
          </a:schemeClr>
        </a:solidFill>
        <a:round/>
      </a:ln>
    </cs:spPr>
  </cs:hiLoLine>
  <cs:leader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>
          <a:alpha val="50000"/>
        </a:schemeClr>
      </a:solidFill>
    </cs:spPr>
    <cs:defRPr sz="1197" kern="1200"/>
  </cs:legend>
  <cs:plotArea>
    <cs:lnRef idx="0"/>
    <cs:fillRef idx="0"/>
    <cs:effectRef idx="0"/>
    <cs:fontRef idx="minor">
      <a:schemeClr val="dk1"/>
    </cs:fontRef>
  </cs:plotArea>
  <cs:plotArea3D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dk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ajor">
      <a:schemeClr val="dk1">
        <a:lumMod val="50000"/>
        <a:lumOff val="50000"/>
      </a:schemeClr>
    </cs:fontRef>
    <cs:defRPr sz="2128" b="1" kern="1200" spc="0" normalizeH="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dk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 cap="flat" cmpd="sng" algn="ctr">
        <a:solidFill>
          <a:schemeClr val="dk1">
            <a:lumMod val="50000"/>
            <a:lumOff val="50000"/>
          </a:schemeClr>
        </a:solidFill>
        <a:round/>
      </a:ln>
    </cs:spPr>
  </cs:upBar>
  <cs:valueAxis>
    <cs:lnRef idx="0"/>
    <cs:fillRef idx="0"/>
    <cs:effectRef idx="0"/>
    <cs:fontRef idx="minor">
      <a:schemeClr val="dk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dk1"/>
    </cs:fontRef>
  </cs:wall>
</cs:chartStyle>
</file>

<file path=ppt/charts/style17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rawings/drawing1.xml><?xml version="1.0" encoding="utf-8"?>
<c:userShapes xmlns:c="http://schemas.openxmlformats.org/drawingml/2006/chart">
  <cdr:relSizeAnchor xmlns:cdr="http://schemas.openxmlformats.org/drawingml/2006/chartDrawing">
    <cdr:from>
      <cdr:x>0.47514</cdr:x>
      <cdr:y>0.42026</cdr:y>
    </cdr:from>
    <cdr:to>
      <cdr:x>0.52486</cdr:x>
      <cdr:y>0.53073</cdr:y>
    </cdr:to>
    <cdr:sp macro="" textlink="">
      <cdr:nvSpPr>
        <cdr:cNvPr id="2" name="Rectangle 1">
          <a:extLst xmlns:a="http://schemas.openxmlformats.org/drawingml/2006/main">
            <a:ext uri="{FF2B5EF4-FFF2-40B4-BE49-F238E27FC236}">
              <a16:creationId xmlns:a16="http://schemas.microsoft.com/office/drawing/2014/main" id="{DFBD5C82-0114-1A4A-133C-FE666F078859}"/>
            </a:ext>
          </a:extLst>
        </cdr:cNvPr>
        <cdr:cNvSpPr/>
      </cdr:nvSpPr>
      <cdr:spPr>
        <a:xfrm xmlns:a="http://schemas.openxmlformats.org/drawingml/2006/main">
          <a:off x="1765223" y="1522197"/>
          <a:ext cx="184731" cy="400110"/>
        </a:xfrm>
        <a:prstGeom xmlns:a="http://schemas.openxmlformats.org/drawingml/2006/main" prst="rect">
          <a:avLst/>
        </a:prstGeom>
        <a:noFill xmlns:a="http://schemas.openxmlformats.org/drawingml/2006/main"/>
      </cdr:spPr>
      <cdr:txBody>
        <a:bodyPr xmlns:a="http://schemas.openxmlformats.org/drawingml/2006/main" wrap="none" lIns="91440" tIns="45720" rIns="91440" bIns="45720">
          <a:spAutoFit/>
        </a:bodyPr>
        <a:lstStyle xmlns:a="http://schemas.openxmlformats.org/drawingml/2006/main"/>
        <a:p xmlns:a="http://schemas.openxmlformats.org/drawingml/2006/main">
          <a:pPr algn="ctr"/>
          <a:endParaRPr lang="en-US" sz="2000" b="1" cap="none" spc="0" dirty="0">
            <a:ln w="9525">
              <a:solidFill>
                <a:schemeClr val="bg1"/>
              </a:solidFill>
              <a:prstDash val="solid"/>
            </a:ln>
            <a:solidFill>
              <a:schemeClr val="accent1">
                <a:lumMod val="50000"/>
              </a:schemeClr>
            </a:solidFill>
            <a:effectLst>
              <a:outerShdw blurRad="12700" dist="38100" dir="2700000" algn="tl" rotWithShape="0">
                <a:schemeClr val="bg1">
                  <a:lumMod val="50000"/>
                </a:schemeClr>
              </a:outerShdw>
            </a:effectLst>
            <a:latin typeface="IBM Plex Sans Arabic" panose="020B0503050203000203" pitchFamily="34" charset="-78"/>
            <a:cs typeface="IBM Plex Sans Arabic" panose="020B0503050203000203" pitchFamily="34" charset="-78"/>
          </a:endParaRPr>
        </a:p>
      </cdr:txBody>
    </cdr:sp>
  </cdr:relSizeAnchor>
</c:userShapes>
</file>

<file path=ppt/drawings/drawing2.xml><?xml version="1.0" encoding="utf-8"?>
<c:userShapes xmlns:c="http://schemas.openxmlformats.org/drawingml/2006/chart">
  <cdr:relSizeAnchor xmlns:cdr="http://schemas.openxmlformats.org/drawingml/2006/chartDrawing">
    <cdr:from>
      <cdr:x>0</cdr:x>
      <cdr:y>0</cdr:y>
    </cdr:from>
    <cdr:to>
      <cdr:x>1</cdr:x>
      <cdr:y>0.18831</cdr:y>
    </cdr:to>
    <cdr:sp macro="" textlink="">
      <cdr:nvSpPr>
        <cdr:cNvPr id="3" name="Rectangle 2">
          <a:extLst xmlns:a="http://schemas.openxmlformats.org/drawingml/2006/main">
            <a:ext uri="{FF2B5EF4-FFF2-40B4-BE49-F238E27FC236}">
              <a16:creationId xmlns:a16="http://schemas.microsoft.com/office/drawing/2014/main" id="{3C0EA06E-16DB-5CD2-22A7-058D789F4A0B}"/>
            </a:ext>
          </a:extLst>
        </cdr:cNvPr>
        <cdr:cNvSpPr/>
      </cdr:nvSpPr>
      <cdr:spPr>
        <a:xfrm xmlns:a="http://schemas.openxmlformats.org/drawingml/2006/main">
          <a:off x="0" y="-54694"/>
          <a:ext cx="3741578" cy="737450"/>
        </a:xfrm>
        <a:prstGeom xmlns:a="http://schemas.openxmlformats.org/drawingml/2006/main" prst="rect">
          <a:avLst/>
        </a:prstGeom>
        <a:noFill xmlns:a="http://schemas.openxmlformats.org/drawingml/2006/main"/>
      </cdr:spPr>
      <cdr:txBody>
        <a:bodyPr xmlns:a="http://schemas.openxmlformats.org/drawingml/2006/main" wrap="none" lIns="91440" tIns="45720" rIns="91440" bIns="45720">
          <a:noAutofit/>
        </a:bodyPr>
        <a:lstStyle xmlns:a="http://schemas.openxmlformats.org/drawingml/2006/main">
          <a:lvl1pPr marL="0" indent="0">
            <a:defRPr sz="1100">
              <a:latin typeface="+mn-lt"/>
              <a:ea typeface="+mn-ea"/>
              <a:cs typeface="+mn-cs"/>
            </a:defRPr>
          </a:lvl1pPr>
          <a:lvl2pPr marL="457200" indent="0">
            <a:defRPr sz="1100">
              <a:latin typeface="+mn-lt"/>
              <a:ea typeface="+mn-ea"/>
              <a:cs typeface="+mn-cs"/>
            </a:defRPr>
          </a:lvl2pPr>
          <a:lvl3pPr marL="914400" indent="0">
            <a:defRPr sz="1100">
              <a:latin typeface="+mn-lt"/>
              <a:ea typeface="+mn-ea"/>
              <a:cs typeface="+mn-cs"/>
            </a:defRPr>
          </a:lvl3pPr>
          <a:lvl4pPr marL="1371600" indent="0">
            <a:defRPr sz="1100">
              <a:latin typeface="+mn-lt"/>
              <a:ea typeface="+mn-ea"/>
              <a:cs typeface="+mn-cs"/>
            </a:defRPr>
          </a:lvl4pPr>
          <a:lvl5pPr marL="1828800" indent="0">
            <a:defRPr sz="1100">
              <a:latin typeface="+mn-lt"/>
              <a:ea typeface="+mn-ea"/>
              <a:cs typeface="+mn-cs"/>
            </a:defRPr>
          </a:lvl5pPr>
          <a:lvl6pPr marL="2286000" indent="0">
            <a:defRPr sz="1100">
              <a:latin typeface="+mn-lt"/>
              <a:ea typeface="+mn-ea"/>
              <a:cs typeface="+mn-cs"/>
            </a:defRPr>
          </a:lvl6pPr>
          <a:lvl7pPr marL="2743200" indent="0">
            <a:defRPr sz="1100">
              <a:latin typeface="+mn-lt"/>
              <a:ea typeface="+mn-ea"/>
              <a:cs typeface="+mn-cs"/>
            </a:defRPr>
          </a:lvl7pPr>
          <a:lvl8pPr marL="3200400" indent="0">
            <a:defRPr sz="1100">
              <a:latin typeface="+mn-lt"/>
              <a:ea typeface="+mn-ea"/>
              <a:cs typeface="+mn-cs"/>
            </a:defRPr>
          </a:lvl8pPr>
          <a:lvl9pPr marL="3657600" indent="0">
            <a:defRPr sz="1100"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pPr algn="ctr"/>
          <a:r>
            <a:rPr lang="ar-SA" sz="2400" b="1" cap="none" spc="0" dirty="0">
              <a:ln w="9525">
                <a:solidFill>
                  <a:schemeClr val="bg1"/>
                </a:solidFill>
                <a:prstDash val="solid"/>
              </a:ln>
              <a:solidFill>
                <a:srgbClr val="035FB2"/>
              </a:solidFill>
              <a:effectLst>
                <a:outerShdw blurRad="12700" sx="1000" sy="1000" algn="tl" rotWithShape="0">
                  <a:schemeClr val="bg1">
                    <a:lumMod val="50000"/>
                  </a:schemeClr>
                </a:outerShdw>
              </a:effectLst>
              <a:latin typeface="IBM Plex Sans Arabic" panose="020B0503050203000203" pitchFamily="34" charset="-78"/>
              <a:cs typeface="IBM Plex Sans Arabic" panose="020B0503050203000203" pitchFamily="34" charset="-78"/>
            </a:rPr>
            <a:t>أعداد ال</a:t>
          </a:r>
          <a:r>
            <a:rPr lang="ar-SA" sz="2400" b="1" dirty="0">
              <a:ln w="9525">
                <a:solidFill>
                  <a:schemeClr val="bg1"/>
                </a:solidFill>
                <a:prstDash val="solid"/>
              </a:ln>
              <a:solidFill>
                <a:srgbClr val="035FB2"/>
              </a:solidFill>
              <a:effectLst>
                <a:outerShdw blurRad="12700" sx="1000" sy="1000" algn="tl" rotWithShape="0">
                  <a:schemeClr val="bg1">
                    <a:lumMod val="50000"/>
                  </a:schemeClr>
                </a:outerShdw>
              </a:effectLst>
              <a:latin typeface="IBM Plex Sans Arabic" panose="020B0503050203000203" pitchFamily="34" charset="-78"/>
              <a:cs typeface="IBM Plex Sans Arabic" panose="020B0503050203000203" pitchFamily="34" charset="-78"/>
            </a:rPr>
            <a:t>متــــدربـــيـــــــــــــن </a:t>
          </a:r>
          <a:endParaRPr lang="ar-SA" sz="2400" b="1" cap="none" spc="0" dirty="0">
            <a:ln w="9525">
              <a:solidFill>
                <a:schemeClr val="bg1"/>
              </a:solidFill>
              <a:prstDash val="solid"/>
            </a:ln>
            <a:solidFill>
              <a:srgbClr val="035FB2"/>
            </a:solidFill>
            <a:effectLst>
              <a:outerShdw blurRad="12700" sx="1000" sy="1000" algn="tl" rotWithShape="0">
                <a:schemeClr val="bg1">
                  <a:lumMod val="50000"/>
                </a:schemeClr>
              </a:outerShdw>
            </a:effectLst>
            <a:latin typeface="IBM Plex Sans Arabic" panose="020B0503050203000203" pitchFamily="34" charset="-78"/>
            <a:cs typeface="IBM Plex Sans Arabic" panose="020B0503050203000203" pitchFamily="34" charset="-78"/>
          </a:endParaRPr>
        </a:p>
      </cdr:txBody>
    </cdr:sp>
  </cdr:relSizeAnchor>
</c:userShapes>
</file>

<file path=ppt/drawings/drawing3.xml><?xml version="1.0" encoding="utf-8"?>
<c:userShapes xmlns:c="http://schemas.openxmlformats.org/drawingml/2006/chart">
  <cdr:relSizeAnchor xmlns:cdr="http://schemas.openxmlformats.org/drawingml/2006/chartDrawing">
    <cdr:from>
      <cdr:x>0</cdr:x>
      <cdr:y>0</cdr:y>
    </cdr:from>
    <cdr:to>
      <cdr:x>1</cdr:x>
      <cdr:y>0.19896</cdr:y>
    </cdr:to>
    <cdr:sp macro="" textlink="">
      <cdr:nvSpPr>
        <cdr:cNvPr id="2" name="Rectangle 1">
          <a:extLst xmlns:a="http://schemas.openxmlformats.org/drawingml/2006/main">
            <a:ext uri="{FF2B5EF4-FFF2-40B4-BE49-F238E27FC236}">
              <a16:creationId xmlns:a16="http://schemas.microsoft.com/office/drawing/2014/main" id="{598F6713-B583-FA1C-CE58-9377264AC418}"/>
            </a:ext>
          </a:extLst>
        </cdr:cNvPr>
        <cdr:cNvSpPr/>
      </cdr:nvSpPr>
      <cdr:spPr>
        <a:xfrm xmlns:a="http://schemas.openxmlformats.org/drawingml/2006/main">
          <a:off x="0" y="-1277855"/>
          <a:ext cx="3715178" cy="776256"/>
        </a:xfrm>
        <a:prstGeom xmlns:a="http://schemas.openxmlformats.org/drawingml/2006/main" prst="rect">
          <a:avLst/>
        </a:prstGeom>
        <a:noFill xmlns:a="http://schemas.openxmlformats.org/drawingml/2006/main"/>
      </cdr:spPr>
      <cdr:txBody>
        <a:bodyPr xmlns:a="http://schemas.openxmlformats.org/drawingml/2006/main" wrap="none" lIns="91440" tIns="45720" rIns="91440" bIns="45720">
          <a:noAutofit/>
        </a:bodyPr>
        <a:lstStyle xmlns:a="http://schemas.openxmlformats.org/drawingml/2006/main">
          <a:defPPr>
            <a:defRPr lang="en-SA"/>
          </a:defPPr>
          <a:lvl1pPr marL="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1pPr>
          <a:lvl2pPr marL="4572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2pPr>
          <a:lvl3pPr marL="9144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3pPr>
          <a:lvl4pPr marL="13716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4pPr>
          <a:lvl5pPr marL="18288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5pPr>
          <a:lvl6pPr marL="22860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6pPr>
          <a:lvl7pPr marL="27432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7pPr>
          <a:lvl8pPr marL="32004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8pPr>
          <a:lvl9pPr marL="36576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pPr algn="ctr"/>
          <a:r>
            <a:rPr lang="ar-SA" sz="2400" b="1" cap="none" spc="0" dirty="0">
              <a:ln w="9525">
                <a:solidFill>
                  <a:schemeClr val="bg1"/>
                </a:solidFill>
                <a:prstDash val="solid"/>
              </a:ln>
              <a:solidFill>
                <a:srgbClr val="035FB2"/>
              </a:solidFill>
              <a:effectLst>
                <a:outerShdw blurRad="12700" sx="1000" sy="1000" algn="tl" rotWithShape="0">
                  <a:schemeClr val="bg1">
                    <a:lumMod val="50000"/>
                  </a:schemeClr>
                </a:outerShdw>
              </a:effectLst>
              <a:latin typeface="IBM Plex Sans Arabic" panose="020B0503050203000203" pitchFamily="34" charset="-78"/>
              <a:cs typeface="IBM Plex Sans Arabic" panose="020B0503050203000203" pitchFamily="34" charset="-78"/>
            </a:rPr>
            <a:t>أعداد البـــــرامـــــــج المنجـــــزة</a:t>
          </a:r>
        </a:p>
      </cdr:txBody>
    </cdr:sp>
  </cdr:relSizeAnchor>
</c:userShapes>
</file>

<file path=ppt/drawings/drawing4.xml><?xml version="1.0" encoding="utf-8"?>
<c:userShapes xmlns:c="http://schemas.openxmlformats.org/drawingml/2006/chart">
  <cdr:relSizeAnchor xmlns:cdr="http://schemas.openxmlformats.org/drawingml/2006/chartDrawing">
    <cdr:from>
      <cdr:x>0.02564</cdr:x>
      <cdr:y>0.01395</cdr:y>
    </cdr:from>
    <cdr:to>
      <cdr:x>1</cdr:x>
      <cdr:y>0.17008</cdr:y>
    </cdr:to>
    <cdr:sp macro="" textlink="">
      <cdr:nvSpPr>
        <cdr:cNvPr id="2" name="TextBox 83">
          <a:extLst xmlns:a="http://schemas.openxmlformats.org/drawingml/2006/main">
            <a:ext uri="{FF2B5EF4-FFF2-40B4-BE49-F238E27FC236}">
              <a16:creationId xmlns:a16="http://schemas.microsoft.com/office/drawing/2014/main" id="{BDF32E57-5996-4027-F62A-9DF88E10EFA7}"/>
            </a:ext>
          </a:extLst>
        </cdr:cNvPr>
        <cdr:cNvSpPr txBox="1"/>
      </cdr:nvSpPr>
      <cdr:spPr>
        <a:xfrm xmlns:a="http://schemas.openxmlformats.org/drawingml/2006/main">
          <a:off x="98779" y="50800"/>
          <a:ext cx="3646561" cy="568391"/>
        </a:xfrm>
        <a:prstGeom xmlns:a="http://schemas.openxmlformats.org/drawingml/2006/main" prst="rect">
          <a:avLst/>
        </a:prstGeom>
        <a:noFill xmlns:a="http://schemas.openxmlformats.org/drawingml/2006/main"/>
      </cdr:spPr>
      <cdr:txBody>
        <a:bodyPr xmlns:a="http://schemas.openxmlformats.org/drawingml/2006/main" wrap="square">
          <a:spAutoFit/>
        </a:bodyPr>
        <a:lstStyle xmlns:a="http://schemas.openxmlformats.org/drawingml/2006/main">
          <a:lvl1pPr marL="0" indent="0">
            <a:defRPr sz="1100">
              <a:latin typeface="+mn-lt"/>
              <a:ea typeface="+mn-ea"/>
              <a:cs typeface="+mn-cs"/>
            </a:defRPr>
          </a:lvl1pPr>
          <a:lvl2pPr marL="457200" indent="0">
            <a:defRPr sz="1100">
              <a:latin typeface="+mn-lt"/>
              <a:ea typeface="+mn-ea"/>
              <a:cs typeface="+mn-cs"/>
            </a:defRPr>
          </a:lvl2pPr>
          <a:lvl3pPr marL="914400" indent="0">
            <a:defRPr sz="1100">
              <a:latin typeface="+mn-lt"/>
              <a:ea typeface="+mn-ea"/>
              <a:cs typeface="+mn-cs"/>
            </a:defRPr>
          </a:lvl3pPr>
          <a:lvl4pPr marL="1371600" indent="0">
            <a:defRPr sz="1100">
              <a:latin typeface="+mn-lt"/>
              <a:ea typeface="+mn-ea"/>
              <a:cs typeface="+mn-cs"/>
            </a:defRPr>
          </a:lvl4pPr>
          <a:lvl5pPr marL="1828800" indent="0">
            <a:defRPr sz="1100">
              <a:latin typeface="+mn-lt"/>
              <a:ea typeface="+mn-ea"/>
              <a:cs typeface="+mn-cs"/>
            </a:defRPr>
          </a:lvl5pPr>
          <a:lvl6pPr marL="2286000" indent="0">
            <a:defRPr sz="1100">
              <a:latin typeface="+mn-lt"/>
              <a:ea typeface="+mn-ea"/>
              <a:cs typeface="+mn-cs"/>
            </a:defRPr>
          </a:lvl6pPr>
          <a:lvl7pPr marL="2743200" indent="0">
            <a:defRPr sz="1100">
              <a:latin typeface="+mn-lt"/>
              <a:ea typeface="+mn-ea"/>
              <a:cs typeface="+mn-cs"/>
            </a:defRPr>
          </a:lvl7pPr>
          <a:lvl8pPr marL="3200400" indent="0">
            <a:defRPr sz="1100">
              <a:latin typeface="+mn-lt"/>
              <a:ea typeface="+mn-ea"/>
              <a:cs typeface="+mn-cs"/>
            </a:defRPr>
          </a:lvl8pPr>
          <a:lvl9pPr marL="3657600" indent="0">
            <a:defRPr sz="1100"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pPr algn="ctr"/>
          <a:r>
            <a:rPr lang="ar-SA" sz="2000" b="1" cap="none" spc="0" dirty="0">
              <a:ln w="9525">
                <a:solidFill>
                  <a:schemeClr val="bg1"/>
                </a:solidFill>
                <a:prstDash val="solid"/>
              </a:ln>
              <a:solidFill>
                <a:srgbClr val="035FB2"/>
              </a:solidFill>
              <a:effectLst>
                <a:outerShdw sx="1000" sy="1000" algn="tl" rotWithShape="0">
                  <a:schemeClr val="bg1">
                    <a:lumMod val="50000"/>
                  </a:schemeClr>
                </a:outerShdw>
              </a:effectLst>
              <a:latin typeface="IBM Plex Sans Arabic" panose="020B0503050203000203" pitchFamily="34" charset="-78"/>
              <a:cs typeface="IBM Plex Sans Arabic" panose="020B0503050203000203" pitchFamily="34" charset="-78"/>
            </a:rPr>
            <a:t>أعداد المتـــــدربيــــــــن حسب القطاع</a:t>
          </a:r>
        </a:p>
      </cdr:txBody>
    </cdr:sp>
  </cdr:relSizeAnchor>
</c:userShapes>
</file>

<file path=ppt/drawings/drawing5.xml><?xml version="1.0" encoding="utf-8"?>
<c:userShapes xmlns:c="http://schemas.openxmlformats.org/drawingml/2006/chart">
  <cdr:relSizeAnchor xmlns:cdr="http://schemas.openxmlformats.org/drawingml/2006/chartDrawing">
    <cdr:from>
      <cdr:x>0.47514</cdr:x>
      <cdr:y>0.42026</cdr:y>
    </cdr:from>
    <cdr:to>
      <cdr:x>0.52486</cdr:x>
      <cdr:y>0.53073</cdr:y>
    </cdr:to>
    <cdr:sp macro="" textlink="">
      <cdr:nvSpPr>
        <cdr:cNvPr id="2" name="Rectangle 1">
          <a:extLst xmlns:a="http://schemas.openxmlformats.org/drawingml/2006/main">
            <a:ext uri="{FF2B5EF4-FFF2-40B4-BE49-F238E27FC236}">
              <a16:creationId xmlns:a16="http://schemas.microsoft.com/office/drawing/2014/main" id="{DFBD5C82-0114-1A4A-133C-FE666F078859}"/>
            </a:ext>
          </a:extLst>
        </cdr:cNvPr>
        <cdr:cNvSpPr/>
      </cdr:nvSpPr>
      <cdr:spPr>
        <a:xfrm xmlns:a="http://schemas.openxmlformats.org/drawingml/2006/main">
          <a:off x="1765223" y="1522197"/>
          <a:ext cx="184731" cy="400110"/>
        </a:xfrm>
        <a:prstGeom xmlns:a="http://schemas.openxmlformats.org/drawingml/2006/main" prst="rect">
          <a:avLst/>
        </a:prstGeom>
        <a:noFill xmlns:a="http://schemas.openxmlformats.org/drawingml/2006/main"/>
      </cdr:spPr>
      <cdr:txBody>
        <a:bodyPr xmlns:a="http://schemas.openxmlformats.org/drawingml/2006/main" wrap="none" lIns="91440" tIns="45720" rIns="91440" bIns="45720">
          <a:spAutoFit/>
        </a:bodyPr>
        <a:lstStyle xmlns:a="http://schemas.openxmlformats.org/drawingml/2006/main"/>
        <a:p xmlns:a="http://schemas.openxmlformats.org/drawingml/2006/main">
          <a:pPr algn="ctr"/>
          <a:endParaRPr lang="en-US" sz="2000" b="1" cap="none" spc="0" dirty="0">
            <a:ln w="9525">
              <a:solidFill>
                <a:schemeClr val="bg1"/>
              </a:solidFill>
              <a:prstDash val="solid"/>
            </a:ln>
            <a:solidFill>
              <a:schemeClr val="accent1">
                <a:lumMod val="50000"/>
              </a:schemeClr>
            </a:solidFill>
            <a:effectLst>
              <a:outerShdw blurRad="12700" dist="38100" dir="2700000" algn="tl" rotWithShape="0">
                <a:schemeClr val="bg1">
                  <a:lumMod val="50000"/>
                </a:schemeClr>
              </a:outerShdw>
            </a:effectLst>
            <a:latin typeface="IBM Plex Sans Arabic" panose="020B0503050203000203" pitchFamily="34" charset="-78"/>
            <a:cs typeface="IBM Plex Sans Arabic" panose="020B0503050203000203" pitchFamily="34" charset="-78"/>
          </a:endParaRPr>
        </a:p>
      </cdr:txBody>
    </cdr:sp>
  </cdr:relSizeAnchor>
</c:userShapes>
</file>

<file path=ppt/drawings/drawing6.xml><?xml version="1.0" encoding="utf-8"?>
<c:userShapes xmlns:c="http://schemas.openxmlformats.org/drawingml/2006/chart">
  <cdr:relSizeAnchor xmlns:cdr="http://schemas.openxmlformats.org/drawingml/2006/chartDrawing">
    <cdr:from>
      <cdr:x>0</cdr:x>
      <cdr:y>0</cdr:y>
    </cdr:from>
    <cdr:to>
      <cdr:x>1</cdr:x>
      <cdr:y>0.18831</cdr:y>
    </cdr:to>
    <cdr:sp macro="" textlink="">
      <cdr:nvSpPr>
        <cdr:cNvPr id="3" name="Rectangle 2">
          <a:extLst xmlns:a="http://schemas.openxmlformats.org/drawingml/2006/main">
            <a:ext uri="{FF2B5EF4-FFF2-40B4-BE49-F238E27FC236}">
              <a16:creationId xmlns:a16="http://schemas.microsoft.com/office/drawing/2014/main" id="{3C0EA06E-16DB-5CD2-22A7-058D789F4A0B}"/>
            </a:ext>
          </a:extLst>
        </cdr:cNvPr>
        <cdr:cNvSpPr/>
      </cdr:nvSpPr>
      <cdr:spPr>
        <a:xfrm xmlns:a="http://schemas.openxmlformats.org/drawingml/2006/main">
          <a:off x="0" y="-54694"/>
          <a:ext cx="3741578" cy="737450"/>
        </a:xfrm>
        <a:prstGeom xmlns:a="http://schemas.openxmlformats.org/drawingml/2006/main" prst="rect">
          <a:avLst/>
        </a:prstGeom>
        <a:noFill xmlns:a="http://schemas.openxmlformats.org/drawingml/2006/main"/>
      </cdr:spPr>
      <cdr:txBody>
        <a:bodyPr xmlns:a="http://schemas.openxmlformats.org/drawingml/2006/main" wrap="none" lIns="91440" tIns="45720" rIns="91440" bIns="45720">
          <a:noAutofit/>
        </a:bodyPr>
        <a:lstStyle xmlns:a="http://schemas.openxmlformats.org/drawingml/2006/main">
          <a:lvl1pPr marL="0" indent="0">
            <a:defRPr sz="1100">
              <a:latin typeface="+mn-lt"/>
              <a:ea typeface="+mn-ea"/>
              <a:cs typeface="+mn-cs"/>
            </a:defRPr>
          </a:lvl1pPr>
          <a:lvl2pPr marL="457200" indent="0">
            <a:defRPr sz="1100">
              <a:latin typeface="+mn-lt"/>
              <a:ea typeface="+mn-ea"/>
              <a:cs typeface="+mn-cs"/>
            </a:defRPr>
          </a:lvl2pPr>
          <a:lvl3pPr marL="914400" indent="0">
            <a:defRPr sz="1100">
              <a:latin typeface="+mn-lt"/>
              <a:ea typeface="+mn-ea"/>
              <a:cs typeface="+mn-cs"/>
            </a:defRPr>
          </a:lvl3pPr>
          <a:lvl4pPr marL="1371600" indent="0">
            <a:defRPr sz="1100">
              <a:latin typeface="+mn-lt"/>
              <a:ea typeface="+mn-ea"/>
              <a:cs typeface="+mn-cs"/>
            </a:defRPr>
          </a:lvl4pPr>
          <a:lvl5pPr marL="1828800" indent="0">
            <a:defRPr sz="1100">
              <a:latin typeface="+mn-lt"/>
              <a:ea typeface="+mn-ea"/>
              <a:cs typeface="+mn-cs"/>
            </a:defRPr>
          </a:lvl5pPr>
          <a:lvl6pPr marL="2286000" indent="0">
            <a:defRPr sz="1100">
              <a:latin typeface="+mn-lt"/>
              <a:ea typeface="+mn-ea"/>
              <a:cs typeface="+mn-cs"/>
            </a:defRPr>
          </a:lvl6pPr>
          <a:lvl7pPr marL="2743200" indent="0">
            <a:defRPr sz="1100">
              <a:latin typeface="+mn-lt"/>
              <a:ea typeface="+mn-ea"/>
              <a:cs typeface="+mn-cs"/>
            </a:defRPr>
          </a:lvl7pPr>
          <a:lvl8pPr marL="3200400" indent="0">
            <a:defRPr sz="1100">
              <a:latin typeface="+mn-lt"/>
              <a:ea typeface="+mn-ea"/>
              <a:cs typeface="+mn-cs"/>
            </a:defRPr>
          </a:lvl8pPr>
          <a:lvl9pPr marL="3657600" indent="0">
            <a:defRPr sz="1100"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pPr algn="ctr"/>
          <a:r>
            <a:rPr lang="ar-SA" sz="2400" b="1" cap="none" spc="0" dirty="0">
              <a:ln w="9525">
                <a:solidFill>
                  <a:schemeClr val="bg1"/>
                </a:solidFill>
                <a:prstDash val="solid"/>
              </a:ln>
              <a:solidFill>
                <a:srgbClr val="035FB2"/>
              </a:solidFill>
              <a:effectLst>
                <a:outerShdw blurRad="12700" sx="1000" sy="1000" algn="tl" rotWithShape="0">
                  <a:schemeClr val="bg1">
                    <a:lumMod val="50000"/>
                  </a:schemeClr>
                </a:outerShdw>
              </a:effectLst>
              <a:latin typeface="IBM Plex Sans Arabic" panose="020B0503050203000203" pitchFamily="34" charset="-78"/>
              <a:cs typeface="IBM Plex Sans Arabic" panose="020B0503050203000203" pitchFamily="34" charset="-78"/>
            </a:rPr>
            <a:t>أعداد ال</a:t>
          </a:r>
          <a:r>
            <a:rPr lang="ar-SA" sz="2400" b="1" dirty="0">
              <a:ln w="9525">
                <a:solidFill>
                  <a:schemeClr val="bg1"/>
                </a:solidFill>
                <a:prstDash val="solid"/>
              </a:ln>
              <a:solidFill>
                <a:srgbClr val="035FB2"/>
              </a:solidFill>
              <a:effectLst>
                <a:outerShdw blurRad="12700" sx="1000" sy="1000" algn="tl" rotWithShape="0">
                  <a:schemeClr val="bg1">
                    <a:lumMod val="50000"/>
                  </a:schemeClr>
                </a:outerShdw>
              </a:effectLst>
              <a:latin typeface="IBM Plex Sans Arabic" panose="020B0503050203000203" pitchFamily="34" charset="-78"/>
              <a:cs typeface="IBM Plex Sans Arabic" panose="020B0503050203000203" pitchFamily="34" charset="-78"/>
            </a:rPr>
            <a:t>متــــدربـــيـــــــــــــن </a:t>
          </a:r>
          <a:endParaRPr lang="en-US" sz="1800" b="1" cap="none" spc="0" dirty="0">
            <a:ln w="9525">
              <a:solidFill>
                <a:schemeClr val="bg1"/>
              </a:solidFill>
              <a:prstDash val="solid"/>
            </a:ln>
            <a:solidFill>
              <a:srgbClr val="035FB2"/>
            </a:solidFill>
            <a:effectLst>
              <a:outerShdw blurRad="12700" sx="1000" sy="1000" algn="tl" rotWithShape="0">
                <a:schemeClr val="bg1">
                  <a:lumMod val="50000"/>
                </a:schemeClr>
              </a:outerShdw>
            </a:effectLst>
            <a:latin typeface="IBM Plex Sans Arabic" panose="020B0503050203000203" pitchFamily="34" charset="-78"/>
            <a:cs typeface="IBM Plex Sans Arabic" panose="020B0503050203000203" pitchFamily="34" charset="-78"/>
          </a:endParaRPr>
        </a:p>
      </cdr:txBody>
    </cdr:sp>
  </cdr:relSizeAnchor>
</c:userShapes>
</file>

<file path=ppt/drawings/drawing7.xml><?xml version="1.0" encoding="utf-8"?>
<c:userShapes xmlns:c="http://schemas.openxmlformats.org/drawingml/2006/chart">
  <cdr:relSizeAnchor xmlns:cdr="http://schemas.openxmlformats.org/drawingml/2006/chartDrawing">
    <cdr:from>
      <cdr:x>0.0192</cdr:x>
      <cdr:y>0.00999</cdr:y>
    </cdr:from>
    <cdr:to>
      <cdr:x>0.99356</cdr:x>
      <cdr:y>0.19499</cdr:y>
    </cdr:to>
    <cdr:sp macro="" textlink="">
      <cdr:nvSpPr>
        <cdr:cNvPr id="3" name="TextBox 83">
          <a:extLst xmlns:a="http://schemas.openxmlformats.org/drawingml/2006/main">
            <a:ext uri="{FF2B5EF4-FFF2-40B4-BE49-F238E27FC236}">
              <a16:creationId xmlns:a16="http://schemas.microsoft.com/office/drawing/2014/main" id="{79643ECD-A333-C725-5AE7-B90689261141}"/>
            </a:ext>
          </a:extLst>
        </cdr:cNvPr>
        <cdr:cNvSpPr txBox="1"/>
      </cdr:nvSpPr>
      <cdr:spPr>
        <a:xfrm xmlns:a="http://schemas.openxmlformats.org/drawingml/2006/main">
          <a:off x="71856" y="21606"/>
          <a:ext cx="3646561" cy="400110"/>
        </a:xfrm>
        <a:prstGeom xmlns:a="http://schemas.openxmlformats.org/drawingml/2006/main" prst="rect">
          <a:avLst/>
        </a:prstGeom>
        <a:noFill xmlns:a="http://schemas.openxmlformats.org/drawingml/2006/main"/>
      </cdr:spPr>
      <cdr:txBody>
        <a:bodyPr xmlns:a="http://schemas.openxmlformats.org/drawingml/2006/main" wrap="square">
          <a:spAutoFit/>
        </a:bodyPr>
        <a:lstStyle xmlns:a="http://schemas.openxmlformats.org/drawingml/2006/main">
          <a:defPPr>
            <a:defRPr lang="en-SA"/>
          </a:defPPr>
          <a:lvl1pPr marL="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1pPr>
          <a:lvl2pPr marL="4572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2pPr>
          <a:lvl3pPr marL="9144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3pPr>
          <a:lvl4pPr marL="13716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4pPr>
          <a:lvl5pPr marL="18288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5pPr>
          <a:lvl6pPr marL="22860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6pPr>
          <a:lvl7pPr marL="27432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7pPr>
          <a:lvl8pPr marL="32004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8pPr>
          <a:lvl9pPr marL="36576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pPr algn="ctr"/>
          <a:r>
            <a:rPr lang="ar-SA" sz="2000" b="1" dirty="0">
              <a:ln w="9525">
                <a:solidFill>
                  <a:schemeClr val="bg1"/>
                </a:solidFill>
                <a:prstDash val="solid"/>
              </a:ln>
              <a:solidFill>
                <a:srgbClr val="035FB2"/>
              </a:solidFill>
              <a:effectLst>
                <a:outerShdw blurRad="12700" sx="1000" sy="1000" algn="tl" rotWithShape="0">
                  <a:schemeClr val="bg1">
                    <a:lumMod val="50000"/>
                  </a:schemeClr>
                </a:outerShdw>
              </a:effectLst>
              <a:latin typeface="IBM Plex Sans Arabic" panose="020B0503050203000203" pitchFamily="34" charset="-78"/>
              <a:cs typeface="IBM Plex Sans Arabic" panose="020B0503050203000203" pitchFamily="34" charset="-78"/>
            </a:rPr>
            <a:t>أعداد المتـــــدربيــــــــن حسب القطاع</a:t>
          </a:r>
        </a:p>
      </cdr:txBody>
    </cdr:sp>
  </cdr:relSizeAnchor>
</c:userShapes>
</file>

<file path=ppt/drawings/drawing8.xml><?xml version="1.0" encoding="utf-8"?>
<c:userShapes xmlns:c="http://schemas.openxmlformats.org/drawingml/2006/chart">
  <cdr:relSizeAnchor xmlns:cdr="http://schemas.openxmlformats.org/drawingml/2006/chartDrawing">
    <cdr:from>
      <cdr:x>1.9082E-17</cdr:x>
      <cdr:y>0.02127</cdr:y>
    </cdr:from>
    <cdr:to>
      <cdr:x>1</cdr:x>
      <cdr:y>0.22023</cdr:y>
    </cdr:to>
    <cdr:sp macro="" textlink="">
      <cdr:nvSpPr>
        <cdr:cNvPr id="3" name="Rectangle 2">
          <a:extLst xmlns:a="http://schemas.openxmlformats.org/drawingml/2006/main">
            <a:ext uri="{FF2B5EF4-FFF2-40B4-BE49-F238E27FC236}">
              <a16:creationId xmlns:a16="http://schemas.microsoft.com/office/drawing/2014/main" id="{31D26503-9EF7-7083-35DE-BF898256A865}"/>
            </a:ext>
          </a:extLst>
        </cdr:cNvPr>
        <cdr:cNvSpPr/>
      </cdr:nvSpPr>
      <cdr:spPr>
        <a:xfrm xmlns:a="http://schemas.openxmlformats.org/drawingml/2006/main">
          <a:off x="50800" y="50800"/>
          <a:ext cx="3715178" cy="475095"/>
        </a:xfrm>
        <a:prstGeom xmlns:a="http://schemas.openxmlformats.org/drawingml/2006/main" prst="rect">
          <a:avLst/>
        </a:prstGeom>
        <a:noFill xmlns:a="http://schemas.openxmlformats.org/drawingml/2006/main"/>
      </cdr:spPr>
      <cdr:txBody>
        <a:bodyPr xmlns:a="http://schemas.openxmlformats.org/drawingml/2006/main" wrap="none" lIns="91440" tIns="45720" rIns="91440" bIns="45720">
          <a:noAutofit/>
        </a:bodyPr>
        <a:lstStyle xmlns:a="http://schemas.openxmlformats.org/drawingml/2006/main">
          <a:lvl1pPr marL="0" indent="0">
            <a:defRPr sz="1100">
              <a:latin typeface="+mn-lt"/>
              <a:ea typeface="+mn-ea"/>
              <a:cs typeface="+mn-cs"/>
            </a:defRPr>
          </a:lvl1pPr>
          <a:lvl2pPr marL="457200" indent="0">
            <a:defRPr sz="1100">
              <a:latin typeface="+mn-lt"/>
              <a:ea typeface="+mn-ea"/>
              <a:cs typeface="+mn-cs"/>
            </a:defRPr>
          </a:lvl2pPr>
          <a:lvl3pPr marL="914400" indent="0">
            <a:defRPr sz="1100">
              <a:latin typeface="+mn-lt"/>
              <a:ea typeface="+mn-ea"/>
              <a:cs typeface="+mn-cs"/>
            </a:defRPr>
          </a:lvl3pPr>
          <a:lvl4pPr marL="1371600" indent="0">
            <a:defRPr sz="1100">
              <a:latin typeface="+mn-lt"/>
              <a:ea typeface="+mn-ea"/>
              <a:cs typeface="+mn-cs"/>
            </a:defRPr>
          </a:lvl4pPr>
          <a:lvl5pPr marL="1828800" indent="0">
            <a:defRPr sz="1100">
              <a:latin typeface="+mn-lt"/>
              <a:ea typeface="+mn-ea"/>
              <a:cs typeface="+mn-cs"/>
            </a:defRPr>
          </a:lvl5pPr>
          <a:lvl6pPr marL="2286000" indent="0">
            <a:defRPr sz="1100">
              <a:latin typeface="+mn-lt"/>
              <a:ea typeface="+mn-ea"/>
              <a:cs typeface="+mn-cs"/>
            </a:defRPr>
          </a:lvl6pPr>
          <a:lvl7pPr marL="2743200" indent="0">
            <a:defRPr sz="1100">
              <a:latin typeface="+mn-lt"/>
              <a:ea typeface="+mn-ea"/>
              <a:cs typeface="+mn-cs"/>
            </a:defRPr>
          </a:lvl7pPr>
          <a:lvl8pPr marL="3200400" indent="0">
            <a:defRPr sz="1100">
              <a:latin typeface="+mn-lt"/>
              <a:ea typeface="+mn-ea"/>
              <a:cs typeface="+mn-cs"/>
            </a:defRPr>
          </a:lvl8pPr>
          <a:lvl9pPr marL="3657600" indent="0">
            <a:defRPr sz="1100"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pPr algn="ctr"/>
          <a:r>
            <a:rPr lang="ar-SA" sz="2400" b="1" cap="none" spc="0" dirty="0">
              <a:ln w="9525">
                <a:solidFill>
                  <a:schemeClr val="bg1"/>
                </a:solidFill>
                <a:prstDash val="solid"/>
              </a:ln>
              <a:solidFill>
                <a:srgbClr val="035FB2"/>
              </a:solidFill>
              <a:effectLst>
                <a:outerShdw blurRad="12700" sx="1000" sy="1000" algn="tl" rotWithShape="0">
                  <a:schemeClr val="bg1">
                    <a:lumMod val="50000"/>
                  </a:schemeClr>
                </a:outerShdw>
              </a:effectLst>
              <a:latin typeface="IBM Plex Sans Arabic" panose="020B0503050203000203" pitchFamily="34" charset="-78"/>
              <a:cs typeface="IBM Plex Sans Arabic" panose="020B0503050203000203" pitchFamily="34" charset="-78"/>
            </a:rPr>
            <a:t>أعداد البـــــرامـــــــج المنجـــــزة</a:t>
          </a:r>
          <a:endParaRPr lang="en-US" b="1" cap="none" spc="0" dirty="0">
            <a:ln w="9525">
              <a:solidFill>
                <a:schemeClr val="bg1"/>
              </a:solidFill>
              <a:prstDash val="solid"/>
            </a:ln>
            <a:solidFill>
              <a:srgbClr val="035FB2"/>
            </a:solidFill>
            <a:effectLst>
              <a:outerShdw blurRad="12700" sx="1000" sy="1000" algn="tl" rotWithShape="0">
                <a:schemeClr val="bg1">
                  <a:lumMod val="50000"/>
                </a:schemeClr>
              </a:outerShdw>
            </a:effectLst>
            <a:latin typeface="IBM Plex Sans Arabic" panose="020B0503050203000203" pitchFamily="34" charset="-78"/>
            <a:cs typeface="IBM Plex Sans Arabic" panose="020B0503050203000203" pitchFamily="34" charset="-78"/>
          </a:endParaRPr>
        </a:p>
      </cdr:txBody>
    </cdr:sp>
  </cdr:relSizeAnchor>
</c:userShapes>
</file>

<file path=ppt/handoutMasters/_rels/handoutMaster1.xml.rels><?xml version="1.0" encoding="UTF-8" standalone="yes"?>
<Relationships xmlns="http://schemas.openxmlformats.org/package/2006/relationships"><Relationship Id="rId2" Type="http://schemas.openxmlformats.org/officeDocument/2006/relationships/tags" Target="../tags/tag7.xml"/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صر نائب للرأس 1">
            <a:extLst>
              <a:ext uri="{FF2B5EF4-FFF2-40B4-BE49-F238E27FC236}">
                <a16:creationId xmlns:a16="http://schemas.microsoft.com/office/drawing/2014/main" id="{C1E61D66-DE20-359B-E84E-4DD2A8270E8C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388620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1"/>
          <a:lstStyle>
            <a:lvl1pPr algn="r">
              <a:defRPr sz="1200"/>
            </a:lvl1pPr>
          </a:lstStyle>
          <a:p>
            <a:endParaRPr lang="ar-SA"/>
          </a:p>
        </p:txBody>
      </p:sp>
      <p:sp>
        <p:nvSpPr>
          <p:cNvPr id="3" name="عنصر نائب للتاريخ 2">
            <a:extLst>
              <a:ext uri="{FF2B5EF4-FFF2-40B4-BE49-F238E27FC236}">
                <a16:creationId xmlns:a16="http://schemas.microsoft.com/office/drawing/2014/main" id="{ACD88EE6-F874-ADE4-8249-B045485D52D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1588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1"/>
          <a:lstStyle>
            <a:lvl1pPr algn="l">
              <a:defRPr sz="1200"/>
            </a:lvl1pPr>
          </a:lstStyle>
          <a:p>
            <a:fld id="{A3263FDE-A9D5-4029-ADA8-2F9D8812C62D}" type="datetimeFigureOut">
              <a:rPr lang="ar-SA" smtClean="0"/>
              <a:t>17/04/1448</a:t>
            </a:fld>
            <a:endParaRPr lang="ar-SA"/>
          </a:p>
        </p:txBody>
      </p:sp>
      <p:sp>
        <p:nvSpPr>
          <p:cNvPr id="4" name="عنصر نائب للتذييل 3">
            <a:extLst>
              <a:ext uri="{FF2B5EF4-FFF2-40B4-BE49-F238E27FC236}">
                <a16:creationId xmlns:a16="http://schemas.microsoft.com/office/drawing/2014/main" id="{FCA24745-89BC-9597-AF85-D66B9619E11C}"/>
              </a:ext>
            </a:extLst>
          </p:cNvPr>
          <p:cNvSpPr>
            <a:spLocks noGrp="1"/>
          </p:cNvSpPr>
          <p:nvPr>
            <p:ph type="ftr" sz="quarter" idx="2"/>
            <p:custDataLst>
              <p:tags r:id="rId2"/>
            </p:custDataLst>
          </p:nvPr>
        </p:nvSpPr>
        <p:spPr>
          <a:xfrm>
            <a:off x="388620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1" anchor="b"/>
          <a:lstStyle>
            <a:lvl1pPr algn="r">
              <a:defRPr sz="1200"/>
            </a:lvl1pPr>
          </a:lstStyle>
          <a:p>
            <a:pPr algn="ctr"/>
            <a:r>
              <a:rPr lang="en-US" sz="1000">
                <a:solidFill>
                  <a:srgbClr val="000000"/>
                </a:solidFill>
                <a:latin typeface="Times New Roman" panose="02020603050405020304" pitchFamily="18" charset="0"/>
              </a:rPr>
              <a:t>Public    </a:t>
            </a:r>
            <a:r>
              <a:rPr lang="ar-SA" sz="1000">
                <a:solidFill>
                  <a:srgbClr val="000000"/>
                </a:solidFill>
                <a:latin typeface="Times New Roman" panose="02020603050405020304" pitchFamily="18" charset="0"/>
              </a:rPr>
              <a:t>عام</a:t>
            </a:r>
          </a:p>
        </p:txBody>
      </p:sp>
      <p:sp>
        <p:nvSpPr>
          <p:cNvPr id="5" name="عنصر نائب لرقم الشريحة 4">
            <a:extLst>
              <a:ext uri="{FF2B5EF4-FFF2-40B4-BE49-F238E27FC236}">
                <a16:creationId xmlns:a16="http://schemas.microsoft.com/office/drawing/2014/main" id="{A5E2334E-1E7B-F0B2-ACF4-F4416AC3730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1588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1" anchor="b"/>
          <a:lstStyle>
            <a:lvl1pPr algn="l">
              <a:defRPr sz="1200"/>
            </a:lvl1pPr>
          </a:lstStyle>
          <a:p>
            <a:fld id="{A532F2EE-6EB5-4BA1-8A12-5FCE7381FD07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1734297257"/>
      </p:ext>
    </p:extLst>
  </p:cSld>
  <p:clrMap bg1="lt1" tx1="dk1" bg2="lt2" tx2="dk2" accent1="accent1" accent2="accent2" accent3="accent3" accent4="accent4" accent5="accent5" accent6="accent6" hlink="hlink" folHlink="folHlink"/>
  <p:hf sldNum="0" hdr="0" dt="0"/>
</p:handoutMaster>
</file>

<file path=ppt/notesMasters/_rels/notesMaster1.xml.rels><?xml version="1.0" encoding="UTF-8" standalone="yes"?>
<Relationships xmlns="http://schemas.openxmlformats.org/package/2006/relationships"><Relationship Id="rId2" Type="http://schemas.openxmlformats.org/officeDocument/2006/relationships/tags" Target="../tags/tag6.xml"/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صر نائب للرأس 1"/>
          <p:cNvSpPr>
            <a:spLocks noGrp="1"/>
          </p:cNvSpPr>
          <p:nvPr>
            <p:ph type="hdr" sz="quarter"/>
          </p:nvPr>
        </p:nvSpPr>
        <p:spPr>
          <a:xfrm>
            <a:off x="388620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1"/>
          <a:lstStyle>
            <a:lvl1pPr algn="r">
              <a:defRPr sz="1200"/>
            </a:lvl1pPr>
          </a:lstStyle>
          <a:p>
            <a:endParaRPr lang="ar-SA"/>
          </a:p>
        </p:txBody>
      </p:sp>
      <p:sp>
        <p:nvSpPr>
          <p:cNvPr id="3" name="عنصر نائب للتاريخ 2"/>
          <p:cNvSpPr>
            <a:spLocks noGrp="1"/>
          </p:cNvSpPr>
          <p:nvPr>
            <p:ph type="dt" idx="1"/>
          </p:nvPr>
        </p:nvSpPr>
        <p:spPr>
          <a:xfrm>
            <a:off x="1588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1"/>
          <a:lstStyle>
            <a:lvl1pPr algn="l">
              <a:defRPr sz="1200"/>
            </a:lvl1pPr>
          </a:lstStyle>
          <a:p>
            <a:fld id="{8F853850-2D89-49CE-965D-7E793FB324BE}" type="datetimeFigureOut">
              <a:rPr lang="ar-SA" smtClean="0"/>
              <a:t>17/04/1448</a:t>
            </a:fld>
            <a:endParaRPr lang="ar-SA"/>
          </a:p>
        </p:txBody>
      </p:sp>
      <p:sp>
        <p:nvSpPr>
          <p:cNvPr id="4" name="عنصر نائب لصورة الشريحة 3"/>
          <p:cNvSpPr>
            <a:spLocks noGrp="1" noRot="1" noChangeAspect="1"/>
          </p:cNvSpPr>
          <p:nvPr>
            <p:ph type="sldImg" idx="2"/>
          </p:nvPr>
        </p:nvSpPr>
        <p:spPr>
          <a:xfrm>
            <a:off x="2338388" y="1143000"/>
            <a:ext cx="21812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1" anchor="ctr"/>
          <a:lstStyle/>
          <a:p>
            <a:endParaRPr lang="ar-SA"/>
          </a:p>
        </p:txBody>
      </p:sp>
      <p:sp>
        <p:nvSpPr>
          <p:cNvPr id="5" name="عنصر نائب للملاحظات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1"/>
          <a:lstStyle/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</a:p>
        </p:txBody>
      </p:sp>
      <p:sp>
        <p:nvSpPr>
          <p:cNvPr id="6" name="عنصر نائب للتذييل 5"/>
          <p:cNvSpPr>
            <a:spLocks noGrp="1"/>
          </p:cNvSpPr>
          <p:nvPr>
            <p:ph type="ftr" sz="quarter" idx="4"/>
            <p:custDataLst>
              <p:tags r:id="rId2"/>
            </p:custDataLst>
          </p:nvPr>
        </p:nvSpPr>
        <p:spPr>
          <a:xfrm>
            <a:off x="388620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1" anchor="b"/>
          <a:lstStyle>
            <a:lvl1pPr algn="ctr">
              <a:defRPr lang="ar-SA" sz="1000" b="0" i="0" u="none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</a:lstStyle>
          <a:p>
            <a:r>
              <a:rPr lang="en-US"/>
              <a:t>Public    </a:t>
            </a:r>
            <a:r>
              <a:rPr lang="ar-SA"/>
              <a:t>عام</a:t>
            </a:r>
          </a:p>
        </p:txBody>
      </p:sp>
      <p:sp>
        <p:nvSpPr>
          <p:cNvPr id="7" name="عنصر نائب لرقم الشريحة 6"/>
          <p:cNvSpPr>
            <a:spLocks noGrp="1"/>
          </p:cNvSpPr>
          <p:nvPr>
            <p:ph type="sldNum" sz="quarter" idx="5"/>
          </p:nvPr>
        </p:nvSpPr>
        <p:spPr>
          <a:xfrm>
            <a:off x="1588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1" anchor="b"/>
          <a:lstStyle>
            <a:lvl1pPr algn="l">
              <a:defRPr sz="1200"/>
            </a:lvl1pPr>
          </a:lstStyle>
          <a:p>
            <a:fld id="{AB1B1E63-F35D-43FB-A0C4-8729FE23B216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2148269615"/>
      </p:ext>
    </p:extLst>
  </p:cSld>
  <p:clrMap bg1="lt1" tx1="dk1" bg2="lt2" tx2="dk2" accent1="accent1" accent2="accent2" accent3="accent3" accent4="accent4" accent5="accent5" accent6="accent6" hlink="hlink" folHlink="folHlink"/>
  <p:hf sldNum="0" dt="0"/>
  <p:notesStyle>
    <a:lvl1pPr marL="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154884633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21879218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85531185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51265485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411330763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104211643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9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jp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4.xml"/><Relationship Id="rId4" Type="http://schemas.openxmlformats.org/officeDocument/2006/relationships/image" Target="../media/image10.emf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 grass field with bushes in front of a building&#10;&#10;Description automatically generated">
            <a:extLst>
              <a:ext uri="{FF2B5EF4-FFF2-40B4-BE49-F238E27FC236}">
                <a16:creationId xmlns:a16="http://schemas.microsoft.com/office/drawing/2014/main" id="{6C3BF9BB-5B5E-979D-65E7-DDBE3EC370F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41931" r="3391" b="15729"/>
          <a:stretch/>
        </p:blipFill>
        <p:spPr>
          <a:xfrm>
            <a:off x="0" y="1"/>
            <a:ext cx="7559675" cy="10691813"/>
          </a:xfrm>
          <a:prstGeom prst="rect">
            <a:avLst/>
          </a:prstGeom>
        </p:spPr>
      </p:pic>
      <p:pic>
        <p:nvPicPr>
          <p:cNvPr id="3" name="Picture 2" descr="A logo with white lines on a black background&#10;&#10;Description automatically generated">
            <a:extLst>
              <a:ext uri="{FF2B5EF4-FFF2-40B4-BE49-F238E27FC236}">
                <a16:creationId xmlns:a16="http://schemas.microsoft.com/office/drawing/2014/main" id="{D70BCACC-19B8-D45B-9A3C-F6510249B73B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868069" y="-138041"/>
            <a:ext cx="1691606" cy="1975109"/>
          </a:xfrm>
          <a:prstGeom prst="rect">
            <a:avLst/>
          </a:prstGeom>
        </p:spPr>
      </p:pic>
      <p:pic>
        <p:nvPicPr>
          <p:cNvPr id="5" name="Picture 4" descr="A blue curved object with a black background&#10;&#10;Description automatically generated">
            <a:extLst>
              <a:ext uri="{FF2B5EF4-FFF2-40B4-BE49-F238E27FC236}">
                <a16:creationId xmlns:a16="http://schemas.microsoft.com/office/drawing/2014/main" id="{95E0E8A2-45FD-ECCC-5794-71858A1A5E24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-1" y="5921969"/>
            <a:ext cx="8892406" cy="4769843"/>
          </a:xfrm>
          <a:prstGeom prst="rect">
            <a:avLst/>
          </a:prstGeom>
        </p:spPr>
      </p:pic>
      <p:pic>
        <p:nvPicPr>
          <p:cNvPr id="2" name="Picture 1" descr="A black background with white text&#10;&#10;Description automatically generated">
            <a:extLst>
              <a:ext uri="{FF2B5EF4-FFF2-40B4-BE49-F238E27FC236}">
                <a16:creationId xmlns:a16="http://schemas.microsoft.com/office/drawing/2014/main" id="{6B01D44D-DA23-945B-DC85-01DE49134566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172540" y="9287854"/>
            <a:ext cx="1843374" cy="16661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2926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الرئيسي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08B40E7A-93D1-2101-C37B-C0BD7E6BF6B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t="2732" b="2732"/>
          <a:stretch/>
        </p:blipFill>
        <p:spPr>
          <a:xfrm>
            <a:off x="0" y="3"/>
            <a:ext cx="7561096" cy="10691812"/>
          </a:xfrm>
          <a:prstGeom prst="rect">
            <a:avLst/>
          </a:prstGeom>
        </p:spPr>
      </p:pic>
      <p:pic>
        <p:nvPicPr>
          <p:cNvPr id="5" name="Picture 4" descr="A logo with white lines on a black background&#10;&#10;Description automatically generated">
            <a:extLst>
              <a:ext uri="{FF2B5EF4-FFF2-40B4-BE49-F238E27FC236}">
                <a16:creationId xmlns:a16="http://schemas.microsoft.com/office/drawing/2014/main" id="{09D4DBEB-D3B9-BD7D-CF7F-D8AEF3E8BE2C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860549" y="-197388"/>
            <a:ext cx="1699127" cy="1931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16906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CFFCA390-648A-9E60-EDB0-5795B2F308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065584" y="10087925"/>
            <a:ext cx="1700927" cy="569240"/>
          </a:xfrm>
        </p:spPr>
        <p:txBody>
          <a:bodyPr/>
          <a:lstStyle>
            <a:lvl1pPr algn="ctr" rtl="1">
              <a:defRPr>
                <a:solidFill>
                  <a:schemeClr val="bg1"/>
                </a:solidFill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57AB98C-BB3B-707A-9236-C341B915756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t="2766" b="2766"/>
          <a:stretch/>
        </p:blipFill>
        <p:spPr>
          <a:xfrm>
            <a:off x="0" y="0"/>
            <a:ext cx="7559675" cy="10691813"/>
          </a:xfrm>
          <a:prstGeom prst="rect">
            <a:avLst/>
          </a:prstGeom>
        </p:spPr>
      </p:pic>
      <p:pic>
        <p:nvPicPr>
          <p:cNvPr id="4" name="Picture 3" descr="A blue line on a black background&#10;&#10;Description automatically generated">
            <a:extLst>
              <a:ext uri="{FF2B5EF4-FFF2-40B4-BE49-F238E27FC236}">
                <a16:creationId xmlns:a16="http://schemas.microsoft.com/office/drawing/2014/main" id="{F66225E8-59BA-4802-4031-E2C751315945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-451170"/>
            <a:ext cx="9071610" cy="11155381"/>
          </a:xfrm>
          <a:prstGeom prst="rect">
            <a:avLst/>
          </a:prstGeom>
        </p:spPr>
      </p:pic>
      <p:pic>
        <p:nvPicPr>
          <p:cNvPr id="6" name="Picture 4" descr="A logo with white lines on a black background&#10;&#10;Description automatically generated">
            <a:extLst>
              <a:ext uri="{FF2B5EF4-FFF2-40B4-BE49-F238E27FC236}">
                <a16:creationId xmlns:a16="http://schemas.microsoft.com/office/drawing/2014/main" id="{F08D25DA-934A-4C62-B85E-8F2AB238B9CF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5860549" y="-197388"/>
            <a:ext cx="1699127" cy="1931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07427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white background with black dots&#10;&#10;Description automatically generated">
            <a:extLst>
              <a:ext uri="{FF2B5EF4-FFF2-40B4-BE49-F238E27FC236}">
                <a16:creationId xmlns:a16="http://schemas.microsoft.com/office/drawing/2014/main" id="{214331B6-5CA8-8D4B-038C-698528EDD13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83705" t="8729"/>
          <a:stretch/>
        </p:blipFill>
        <p:spPr>
          <a:xfrm>
            <a:off x="5428567" y="2100766"/>
            <a:ext cx="2136039" cy="781301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2D09851-91EE-969C-4E2F-7D9EEA5AB4CD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 l="29002" t="19740" r="29164" b="16134"/>
          <a:stretch/>
        </p:blipFill>
        <p:spPr>
          <a:xfrm>
            <a:off x="6148537" y="148757"/>
            <a:ext cx="1411139" cy="1557983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DC4CEF20-3C97-57A1-EEC7-7EADE1A9D73F}"/>
              </a:ext>
            </a:extLst>
          </p:cNvPr>
          <p:cNvSpPr txBox="1"/>
          <p:nvPr userDrawn="1"/>
        </p:nvSpPr>
        <p:spPr>
          <a:xfrm>
            <a:off x="936743" y="10124842"/>
            <a:ext cx="2309821" cy="3801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algn="l" defTabSz="712748" rtl="0" eaLnBrk="1" latinLnBrk="0" hangingPunct="1"/>
            <a:r>
              <a:rPr lang="en-SA" sz="1870" dirty="0">
                <a:solidFill>
                  <a:srgbClr val="00349C"/>
                </a:solidFill>
              </a:rPr>
              <a:t>wa_academy</a:t>
            </a:r>
          </a:p>
        </p:txBody>
      </p:sp>
      <p:sp>
        <p:nvSpPr>
          <p:cNvPr id="18" name="Slide Number Placeholder 14">
            <a:extLst>
              <a:ext uri="{FF2B5EF4-FFF2-40B4-BE49-F238E27FC236}">
                <a16:creationId xmlns:a16="http://schemas.microsoft.com/office/drawing/2014/main" id="{F780892D-CE55-A584-7C54-BCEBFBFFD2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929374" y="10124908"/>
            <a:ext cx="1700927" cy="569240"/>
          </a:xfrm>
        </p:spPr>
        <p:txBody>
          <a:bodyPr/>
          <a:lstStyle>
            <a:lvl1pPr algn="ctr" rtl="1">
              <a:defRPr>
                <a:solidFill>
                  <a:srgbClr val="00349C"/>
                </a:solidFill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7A5E7D7-80B7-1063-46D4-C800D48FD27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/>
          <a:srcRect t="93435" r="75892" b="-1332"/>
          <a:stretch/>
        </p:blipFill>
        <p:spPr>
          <a:xfrm>
            <a:off x="88671" y="10122572"/>
            <a:ext cx="2575215" cy="5692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9864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شريحة عنوا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1C271A5D-1B26-4B19-B2F4-724536A5044D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-3228622" y="1651000"/>
            <a:ext cx="2880078" cy="724606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DBD8976-6C6D-46FE-AB0B-F1620E5DFBB3}"/>
              </a:ext>
            </a:extLst>
          </p:cNvPr>
          <p:cNvSpPr txBox="1"/>
          <p:nvPr userDrawn="1"/>
        </p:nvSpPr>
        <p:spPr>
          <a:xfrm>
            <a:off x="755501" y="10314458"/>
            <a:ext cx="2309821" cy="3801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algn="l" defTabSz="712748" rtl="0" eaLnBrk="1" latinLnBrk="0" hangingPunct="1"/>
            <a:r>
              <a:rPr lang="en-SA" sz="1870" dirty="0">
                <a:solidFill>
                  <a:srgbClr val="00349C"/>
                </a:solidFill>
              </a:rPr>
              <a:t>wa_academy</a:t>
            </a:r>
          </a:p>
        </p:txBody>
      </p:sp>
      <p:sp>
        <p:nvSpPr>
          <p:cNvPr id="13" name="Slide Number Placeholder 14">
            <a:extLst>
              <a:ext uri="{FF2B5EF4-FFF2-40B4-BE49-F238E27FC236}">
                <a16:creationId xmlns:a16="http://schemas.microsoft.com/office/drawing/2014/main" id="{8790E6A6-CFDF-4AA4-8780-36A3A11F4C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929374" y="10393290"/>
            <a:ext cx="1700927" cy="569240"/>
          </a:xfrm>
        </p:spPr>
        <p:txBody>
          <a:bodyPr/>
          <a:lstStyle>
            <a:lvl1pPr algn="ctr" rtl="1">
              <a:defRPr>
                <a:solidFill>
                  <a:srgbClr val="00349C"/>
                </a:solidFill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6" name="مربع نص 8">
            <a:extLst>
              <a:ext uri="{FF2B5EF4-FFF2-40B4-BE49-F238E27FC236}">
                <a16:creationId xmlns:a16="http://schemas.microsoft.com/office/drawing/2014/main" id="{676F2FCC-5980-48CE-8119-92385035B8DB}"/>
              </a:ext>
            </a:extLst>
          </p:cNvPr>
          <p:cNvSpPr txBox="1"/>
          <p:nvPr userDrawn="1"/>
        </p:nvSpPr>
        <p:spPr>
          <a:xfrm>
            <a:off x="107429" y="65917"/>
            <a:ext cx="455574" cy="276999"/>
          </a:xfrm>
          <a:prstGeom prst="rect">
            <a:avLst/>
          </a:prstGeom>
          <a:solidFill>
            <a:srgbClr val="0561E9"/>
          </a:solidFill>
          <a:ln>
            <a:solidFill>
              <a:schemeClr val="accent1"/>
            </a:solidFill>
          </a:ln>
        </p:spPr>
        <p:txBody>
          <a:bodyPr wrap="none" rtlCol="1">
            <a:spAutoFit/>
          </a:bodyPr>
          <a:lstStyle/>
          <a:p>
            <a:r>
              <a:rPr lang="ar-SA" sz="1200" b="0" i="0" dirty="0">
                <a:solidFill>
                  <a:srgbClr val="FFFFFF"/>
                </a:solidFill>
                <a:latin typeface="IBM Plex Sans Arabic" panose="020B0503050203000203" pitchFamily="34" charset="-78"/>
                <a:cs typeface="IBM Plex Sans Arabic" panose="020B0503050203000203" pitchFamily="34" charset="-78"/>
              </a:rPr>
              <a:t>مقيد</a:t>
            </a:r>
          </a:p>
        </p:txBody>
      </p:sp>
      <p:pic>
        <p:nvPicPr>
          <p:cNvPr id="17" name="Picture 16" descr="A white background with black dots&#10;&#10;Description automatically generated">
            <a:extLst>
              <a:ext uri="{FF2B5EF4-FFF2-40B4-BE49-F238E27FC236}">
                <a16:creationId xmlns:a16="http://schemas.microsoft.com/office/drawing/2014/main" id="{DA7DBA71-ED0D-4368-AB6B-902C8E4AD8E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/>
          <a:srcRect l="83705" t="8729"/>
          <a:stretch/>
        </p:blipFill>
        <p:spPr>
          <a:xfrm>
            <a:off x="5388214" y="2100766"/>
            <a:ext cx="2136039" cy="7813012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CB876330-F4A1-4826-B074-9EB7DF71ED9E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rcRect l="29002" t="19740" r="29164" b="16134"/>
          <a:stretch/>
        </p:blipFill>
        <p:spPr>
          <a:xfrm>
            <a:off x="7020197" y="17315"/>
            <a:ext cx="456547" cy="504056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FE419A9F-7FC6-4FFD-AB98-B1E30F186F8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/>
          <a:srcRect t="93435" r="75892" b="-1332"/>
          <a:stretch/>
        </p:blipFill>
        <p:spPr>
          <a:xfrm>
            <a:off x="-91522" y="10314458"/>
            <a:ext cx="2575215" cy="569240"/>
          </a:xfrm>
          <a:prstGeom prst="rect">
            <a:avLst/>
          </a:prstGeom>
        </p:spPr>
      </p:pic>
      <p:sp>
        <p:nvSpPr>
          <p:cNvPr id="22" name="مربع نص 6">
            <a:extLst>
              <a:ext uri="{FF2B5EF4-FFF2-40B4-BE49-F238E27FC236}">
                <a16:creationId xmlns:a16="http://schemas.microsoft.com/office/drawing/2014/main" id="{88B58233-8E91-4735-89B3-47B719C74B57}"/>
              </a:ext>
            </a:extLst>
          </p:cNvPr>
          <p:cNvSpPr txBox="1"/>
          <p:nvPr userDrawn="1"/>
        </p:nvSpPr>
        <p:spPr>
          <a:xfrm>
            <a:off x="4355901" y="10409034"/>
            <a:ext cx="3411012" cy="276999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marL="0" marR="0" lvl="0" indent="0" algn="ct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ar-SA" sz="1200" b="0" i="0" dirty="0">
                <a:latin typeface="IBM Plex Sans Arabic" panose="020B0503050203000203" pitchFamily="34" charset="-78"/>
                <a:cs typeface="IBM Plex Sans Arabic" panose="020B0503050203000203" pitchFamily="34" charset="-78"/>
              </a:rPr>
              <a:t>التقرير الأسبوعي 18 يوليو  – 24 يوليو  2025م</a:t>
            </a:r>
          </a:p>
        </p:txBody>
      </p:sp>
      <p:sp>
        <p:nvSpPr>
          <p:cNvPr id="23" name="مربع نص 9">
            <a:extLst>
              <a:ext uri="{FF2B5EF4-FFF2-40B4-BE49-F238E27FC236}">
                <a16:creationId xmlns:a16="http://schemas.microsoft.com/office/drawing/2014/main" id="{FB1680F3-E20C-4512-B7CB-E9FE1F76E1C7}"/>
              </a:ext>
            </a:extLst>
          </p:cNvPr>
          <p:cNvSpPr txBox="1"/>
          <p:nvPr userDrawn="1"/>
        </p:nvSpPr>
        <p:spPr>
          <a:xfrm>
            <a:off x="7477968" y="10386466"/>
            <a:ext cx="46285" cy="276999"/>
          </a:xfrm>
          <a:prstGeom prst="rect">
            <a:avLst/>
          </a:prstGeom>
          <a:solidFill>
            <a:srgbClr val="00349C"/>
          </a:solidFill>
        </p:spPr>
        <p:txBody>
          <a:bodyPr wrap="square" rtlCol="1">
            <a:spAutoFit/>
          </a:bodyPr>
          <a:lstStyle/>
          <a:p>
            <a:endParaRPr lang="ar-SA" sz="1200" dirty="0">
              <a:solidFill>
                <a:srgbClr val="FFFFFF"/>
              </a:solidFill>
              <a:latin typeface="SWCC 2-" panose="00000500000000000000" pitchFamily="2" charset="-78"/>
              <a:cs typeface="SWCC 2-" panose="00000500000000000000" pitchFamily="2" charset="-78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38841287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368">
          <p15:clr>
            <a:srgbClr val="FBAE40"/>
          </p15:clr>
        </p15:guide>
        <p15:guide id="2" pos="238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A402A921-E8FD-B345-A7A5-71E24A333D5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t="2766" b="2766"/>
          <a:stretch/>
        </p:blipFill>
        <p:spPr>
          <a:xfrm>
            <a:off x="0" y="1"/>
            <a:ext cx="7559675" cy="10691813"/>
          </a:xfrm>
          <a:prstGeom prst="rect">
            <a:avLst/>
          </a:prstGeom>
        </p:spPr>
      </p:pic>
      <p:pic>
        <p:nvPicPr>
          <p:cNvPr id="12" name="Gráfico 1">
            <a:extLst>
              <a:ext uri="{FF2B5EF4-FFF2-40B4-BE49-F238E27FC236}">
                <a16:creationId xmlns:a16="http://schemas.microsoft.com/office/drawing/2014/main" id="{30977DB0-FCA6-A73F-6CFE-C99D4895ECA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735881" y="3790186"/>
            <a:ext cx="2087910" cy="2326835"/>
          </a:xfrm>
          <a:prstGeom prst="rect">
            <a:avLst/>
          </a:prstGeom>
        </p:spPr>
      </p:pic>
      <p:sp>
        <p:nvSpPr>
          <p:cNvPr id="13" name="CuadroTexto 4">
            <a:extLst>
              <a:ext uri="{FF2B5EF4-FFF2-40B4-BE49-F238E27FC236}">
                <a16:creationId xmlns:a16="http://schemas.microsoft.com/office/drawing/2014/main" id="{3FEC91EB-3380-7776-DBBA-0C45876383F2}"/>
              </a:ext>
            </a:extLst>
          </p:cNvPr>
          <p:cNvSpPr txBox="1"/>
          <p:nvPr userDrawn="1"/>
        </p:nvSpPr>
        <p:spPr>
          <a:xfrm>
            <a:off x="1821341" y="6519453"/>
            <a:ext cx="3916995" cy="14355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182" dirty="0">
                <a:solidFill>
                  <a:srgbClr val="FFFFFF"/>
                </a:solidFill>
                <a:effectLst/>
                <a:latin typeface="IBM Plex Sans Arabic" panose="020B0503050203000203" pitchFamily="34" charset="-78"/>
                <a:cs typeface="IBM Plex Sans Arabic" panose="020B0503050203000203" pitchFamily="34" charset="-78"/>
              </a:rPr>
              <a:t>Water Academy</a:t>
            </a:r>
          </a:p>
          <a:p>
            <a:pPr algn="ctr"/>
            <a:r>
              <a:rPr lang="en-US" sz="2182" dirty="0">
                <a:solidFill>
                  <a:srgbClr val="FFFFFF"/>
                </a:solidFill>
                <a:effectLst/>
                <a:latin typeface="IBM Plex Sans Arabic" panose="020B0503050203000203" pitchFamily="34" charset="-78"/>
                <a:cs typeface="IBM Plex Sans Arabic" panose="020B0503050203000203" pitchFamily="34" charset="-78"/>
              </a:rPr>
              <a:t>Tel +966 133430333-30555</a:t>
            </a:r>
            <a:endParaRPr lang="en-SA" sz="2182" dirty="0">
              <a:solidFill>
                <a:srgbClr val="FFFFFF"/>
              </a:solidFill>
              <a:effectLst/>
              <a:latin typeface="IBM Plex Sans Arabic" panose="020B0503050203000203" pitchFamily="34" charset="-78"/>
              <a:cs typeface="IBM Plex Sans Arabic" panose="020B0503050203000203" pitchFamily="34" charset="-78"/>
            </a:endParaRPr>
          </a:p>
          <a:p>
            <a:pPr algn="ctr"/>
            <a:r>
              <a:rPr lang="en-US" sz="2182" dirty="0">
                <a:solidFill>
                  <a:srgbClr val="FFFFFF"/>
                </a:solidFill>
                <a:effectLst/>
                <a:latin typeface="IBM Plex Sans Arabic" panose="020B0503050203000203" pitchFamily="34" charset="-78"/>
                <a:cs typeface="IBM Plex Sans Arabic" panose="020B0503050203000203" pitchFamily="34" charset="-78"/>
              </a:rPr>
              <a:t>Email: wa@watercademy.com</a:t>
            </a:r>
          </a:p>
        </p:txBody>
      </p:sp>
      <p:pic>
        <p:nvPicPr>
          <p:cNvPr id="14" name="Picture 13" descr="A black background with white text&#10;&#10;Description automatically generated">
            <a:extLst>
              <a:ext uri="{FF2B5EF4-FFF2-40B4-BE49-F238E27FC236}">
                <a16:creationId xmlns:a16="http://schemas.microsoft.com/office/drawing/2014/main" id="{4C80B6FC-84E5-CD59-9F53-3BC1846C4283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2879876" y="7421748"/>
            <a:ext cx="2073510" cy="18864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80104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41419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929853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0713" y="712788"/>
            <a:ext cx="2438191" cy="2494756"/>
          </a:xfrm>
        </p:spPr>
        <p:txBody>
          <a:bodyPr anchor="b"/>
          <a:lstStyle>
            <a:lvl1pPr>
              <a:defRPr sz="498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13847" y="1539424"/>
            <a:ext cx="3827086" cy="7598118"/>
          </a:xfrm>
        </p:spPr>
        <p:txBody>
          <a:bodyPr/>
          <a:lstStyle>
            <a:lvl1pPr>
              <a:defRPr sz="4989"/>
            </a:lvl1pPr>
            <a:lvl2pPr>
              <a:defRPr sz="4365"/>
            </a:lvl2pPr>
            <a:lvl3pPr>
              <a:defRPr sz="3742"/>
            </a:lvl3pPr>
            <a:lvl4pPr>
              <a:defRPr sz="3118"/>
            </a:lvl4pPr>
            <a:lvl5pPr>
              <a:defRPr sz="3118"/>
            </a:lvl5pPr>
            <a:lvl6pPr>
              <a:defRPr sz="3118"/>
            </a:lvl6pPr>
            <a:lvl7pPr>
              <a:defRPr sz="3118"/>
            </a:lvl7pPr>
            <a:lvl8pPr>
              <a:defRPr sz="3118"/>
            </a:lvl8pPr>
            <a:lvl9pPr>
              <a:defRPr sz="3118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20713" y="3207544"/>
            <a:ext cx="2438191" cy="5942372"/>
          </a:xfrm>
        </p:spPr>
        <p:txBody>
          <a:bodyPr/>
          <a:lstStyle>
            <a:lvl1pPr marL="0" indent="0">
              <a:buNone/>
              <a:defRPr sz="2494"/>
            </a:lvl1pPr>
            <a:lvl2pPr marL="712748" indent="0">
              <a:buNone/>
              <a:defRPr sz="2182"/>
            </a:lvl2pPr>
            <a:lvl3pPr marL="1425495" indent="0">
              <a:buNone/>
              <a:defRPr sz="1870"/>
            </a:lvl3pPr>
            <a:lvl4pPr marL="2138243" indent="0">
              <a:buNone/>
              <a:defRPr sz="1559"/>
            </a:lvl4pPr>
            <a:lvl5pPr marL="2850991" indent="0">
              <a:buNone/>
              <a:defRPr sz="1559"/>
            </a:lvl5pPr>
            <a:lvl6pPr marL="3563739" indent="0">
              <a:buNone/>
              <a:defRPr sz="1559"/>
            </a:lvl6pPr>
            <a:lvl7pPr marL="4276487" indent="0">
              <a:buNone/>
              <a:defRPr sz="1559"/>
            </a:lvl7pPr>
            <a:lvl8pPr marL="4989235" indent="0">
              <a:buNone/>
              <a:defRPr sz="1559"/>
            </a:lvl8pPr>
            <a:lvl9pPr marL="5701982" indent="0">
              <a:buNone/>
              <a:defRPr sz="1559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7332046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0713" y="712788"/>
            <a:ext cx="2438191" cy="2494756"/>
          </a:xfrm>
        </p:spPr>
        <p:txBody>
          <a:bodyPr anchor="b"/>
          <a:lstStyle>
            <a:lvl1pPr>
              <a:defRPr sz="498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213847" y="1539424"/>
            <a:ext cx="3827086" cy="7598118"/>
          </a:xfrm>
        </p:spPr>
        <p:txBody>
          <a:bodyPr anchor="t"/>
          <a:lstStyle>
            <a:lvl1pPr marL="0" indent="0">
              <a:buNone/>
              <a:defRPr sz="4989"/>
            </a:lvl1pPr>
            <a:lvl2pPr marL="712748" indent="0">
              <a:buNone/>
              <a:defRPr sz="4365"/>
            </a:lvl2pPr>
            <a:lvl3pPr marL="1425495" indent="0">
              <a:buNone/>
              <a:defRPr sz="3742"/>
            </a:lvl3pPr>
            <a:lvl4pPr marL="2138243" indent="0">
              <a:buNone/>
              <a:defRPr sz="3118"/>
            </a:lvl4pPr>
            <a:lvl5pPr marL="2850991" indent="0">
              <a:buNone/>
              <a:defRPr sz="3118"/>
            </a:lvl5pPr>
            <a:lvl6pPr marL="3563739" indent="0">
              <a:buNone/>
              <a:defRPr sz="3118"/>
            </a:lvl6pPr>
            <a:lvl7pPr marL="4276487" indent="0">
              <a:buNone/>
              <a:defRPr sz="3118"/>
            </a:lvl7pPr>
            <a:lvl8pPr marL="4989235" indent="0">
              <a:buNone/>
              <a:defRPr sz="3118"/>
            </a:lvl8pPr>
            <a:lvl9pPr marL="5701982" indent="0">
              <a:buNone/>
              <a:defRPr sz="3118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20713" y="3207544"/>
            <a:ext cx="2438191" cy="5942372"/>
          </a:xfrm>
        </p:spPr>
        <p:txBody>
          <a:bodyPr/>
          <a:lstStyle>
            <a:lvl1pPr marL="0" indent="0">
              <a:buNone/>
              <a:defRPr sz="2494"/>
            </a:lvl1pPr>
            <a:lvl2pPr marL="712748" indent="0">
              <a:buNone/>
              <a:defRPr sz="2182"/>
            </a:lvl2pPr>
            <a:lvl3pPr marL="1425495" indent="0">
              <a:buNone/>
              <a:defRPr sz="1870"/>
            </a:lvl3pPr>
            <a:lvl4pPr marL="2138243" indent="0">
              <a:buNone/>
              <a:defRPr sz="1559"/>
            </a:lvl4pPr>
            <a:lvl5pPr marL="2850991" indent="0">
              <a:buNone/>
              <a:defRPr sz="1559"/>
            </a:lvl5pPr>
            <a:lvl6pPr marL="3563739" indent="0">
              <a:buNone/>
              <a:defRPr sz="1559"/>
            </a:lvl6pPr>
            <a:lvl7pPr marL="4276487" indent="0">
              <a:buNone/>
              <a:defRPr sz="1559"/>
            </a:lvl7pPr>
            <a:lvl8pPr marL="4989235" indent="0">
              <a:buNone/>
              <a:defRPr sz="1559"/>
            </a:lvl8pPr>
            <a:lvl9pPr marL="5701982" indent="0">
              <a:buNone/>
              <a:defRPr sz="1559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2919439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4759704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409892" y="569241"/>
            <a:ext cx="1630055" cy="906081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19727" y="569241"/>
            <a:ext cx="4795669" cy="90608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6870788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5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Background pattern&#10;&#10;Description automatically generated">
            <a:extLst>
              <a:ext uri="{FF2B5EF4-FFF2-40B4-BE49-F238E27FC236}">
                <a16:creationId xmlns:a16="http://schemas.microsoft.com/office/drawing/2014/main" id="{7AFEAC9F-A465-CD16-5934-CCB6786EE72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98996" y="-158397"/>
            <a:ext cx="7757666" cy="1085021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105E656-FE9E-CC00-F660-F19DA143A49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76865" y="4979721"/>
            <a:ext cx="1214947" cy="732372"/>
          </a:xfrm>
          <a:prstGeom prst="rect">
            <a:avLst/>
          </a:prstGeom>
        </p:spPr>
        <p:txBody>
          <a:bodyPr/>
          <a:lstStyle>
            <a:lvl1pPr>
              <a:defRPr sz="1860" b="1" i="0">
                <a:solidFill>
                  <a:schemeClr val="bg1"/>
                </a:solidFill>
                <a:latin typeface="IBM Plex Sans Arabic" panose="020B0503050203000203" pitchFamily="34" charset="-78"/>
                <a:cs typeface="IBM Plex Sans Arabic" panose="020B0503050203000203" pitchFamily="34" charset="-78"/>
              </a:defRPr>
            </a:lvl1pPr>
          </a:lstStyle>
          <a:p>
            <a:r>
              <a:rPr lang="ar-SA" dirty="0"/>
              <a:t>شكرا لكم </a:t>
            </a:r>
            <a:endParaRPr lang="en-SA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B29BF94-FF1D-43D1-BD91-3F0B97B8F6DA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-3228622" y="1651000"/>
            <a:ext cx="2880078" cy="724606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406552705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368">
          <p15:clr>
            <a:srgbClr val="FBAE40"/>
          </p15:clr>
        </p15:guide>
        <p15:guide id="2" pos="238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شريحة عنوا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itle 1">
            <a:extLst>
              <a:ext uri="{FF2B5EF4-FFF2-40B4-BE49-F238E27FC236}">
                <a16:creationId xmlns:a16="http://schemas.microsoft.com/office/drawing/2014/main" id="{95DF455B-EF6C-4A98-81E0-58D59B43789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44960" y="1749795"/>
            <a:ext cx="5669756" cy="3722335"/>
          </a:xfrm>
        </p:spPr>
        <p:txBody>
          <a:bodyPr anchor="b"/>
          <a:lstStyle>
            <a:lvl1pPr algn="ctr">
              <a:defRPr sz="3721" b="1" i="0">
                <a:latin typeface="IBM Plex Sans Arabic" panose="020B0503050203000203" pitchFamily="34" charset="-78"/>
                <a:cs typeface="IBM Plex Sans Arabic" panose="020B0503050203000203" pitchFamily="34" charset="-78"/>
              </a:defRPr>
            </a:lvl1pPr>
          </a:lstStyle>
          <a:p>
            <a:r>
              <a:rPr lang="ar-SA" dirty="0"/>
              <a:t>انقر لتحرير نمط عنوان الشكل الرئيسي</a:t>
            </a:r>
            <a:endParaRPr lang="en-SA" dirty="0"/>
          </a:p>
        </p:txBody>
      </p:sp>
      <p:sp>
        <p:nvSpPr>
          <p:cNvPr id="25" name="Subtitle 2">
            <a:extLst>
              <a:ext uri="{FF2B5EF4-FFF2-40B4-BE49-F238E27FC236}">
                <a16:creationId xmlns:a16="http://schemas.microsoft.com/office/drawing/2014/main" id="{F3FD5623-462B-455B-BADC-FD39EB0DEB4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44960" y="5615679"/>
            <a:ext cx="5669756" cy="2581379"/>
          </a:xfrm>
        </p:spPr>
        <p:txBody>
          <a:bodyPr/>
          <a:lstStyle>
            <a:lvl1pPr marL="0" indent="0" algn="ctr">
              <a:buNone/>
              <a:defRPr sz="1488" b="1" i="0">
                <a:latin typeface="IBM Plex Sans Arabic SemiBold" panose="020B0503050203000203" pitchFamily="34" charset="-78"/>
                <a:cs typeface="IBM Plex Sans Arabic SemiBold" panose="020B0503050203000203" pitchFamily="34" charset="-78"/>
              </a:defRPr>
            </a:lvl1pPr>
            <a:lvl2pPr marL="283494" indent="0" algn="ctr">
              <a:buNone/>
              <a:defRPr sz="1240"/>
            </a:lvl2pPr>
            <a:lvl3pPr marL="566987" indent="0" algn="ctr">
              <a:buNone/>
              <a:defRPr sz="1116"/>
            </a:lvl3pPr>
            <a:lvl4pPr marL="850480" indent="0" algn="ctr">
              <a:buNone/>
              <a:defRPr sz="992"/>
            </a:lvl4pPr>
            <a:lvl5pPr marL="1133974" indent="0" algn="ctr">
              <a:buNone/>
              <a:defRPr sz="992"/>
            </a:lvl5pPr>
            <a:lvl6pPr marL="1417467" indent="0" algn="ctr">
              <a:buNone/>
              <a:defRPr sz="992"/>
            </a:lvl6pPr>
            <a:lvl7pPr marL="1700961" indent="0" algn="ctr">
              <a:buNone/>
              <a:defRPr sz="992"/>
            </a:lvl7pPr>
            <a:lvl8pPr marL="1984455" indent="0" algn="ctr">
              <a:buNone/>
              <a:defRPr sz="992"/>
            </a:lvl8pPr>
            <a:lvl9pPr marL="2267948" indent="0" algn="ctr">
              <a:buNone/>
              <a:defRPr sz="992"/>
            </a:lvl9pPr>
          </a:lstStyle>
          <a:p>
            <a:r>
              <a:rPr lang="ar-SA" dirty="0"/>
              <a:t>انقر لتحرير نمط العنوان الفرعي للشكل الرئيسي</a:t>
            </a:r>
            <a:endParaRPr lang="en-SA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36056044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368">
          <p15:clr>
            <a:srgbClr val="FBAE40"/>
          </p15:clr>
        </p15:guide>
        <p15:guide id="2" pos="238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ags" Target="../tags/tag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custDataLst>
      <p:tags r:id="rId16"/>
    </p:custDataLst>
    <p:extLst>
      <p:ext uri="{BB962C8B-B14F-4D97-AF65-F5344CB8AC3E}">
        <p14:creationId xmlns:p14="http://schemas.microsoft.com/office/powerpoint/2010/main" val="41895012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78" r:id="rId2"/>
    <p:sldLayoutId id="2147483679" r:id="rId3"/>
    <p:sldLayoutId id="2147483680" r:id="rId4"/>
    <p:sldLayoutId id="2147483688" r:id="rId5"/>
    <p:sldLayoutId id="2147483681" r:id="rId6"/>
    <p:sldLayoutId id="2147483682" r:id="rId7"/>
    <p:sldLayoutId id="2147483683" r:id="rId8"/>
    <p:sldLayoutId id="2147483684" r:id="rId9"/>
    <p:sldLayoutId id="2147483685" r:id="rId10"/>
    <p:sldLayoutId id="2147483686" r:id="rId11"/>
    <p:sldLayoutId id="2147483687" r:id="rId12"/>
    <p:sldLayoutId id="2147483675" r:id="rId13"/>
    <p:sldLayoutId id="2147483676" r:id="rId14"/>
  </p:sldLayoutIdLst>
  <p:hf sldNum="0" hdr="0" dt="0"/>
  <p:txStyles>
    <p:titleStyle>
      <a:lvl1pPr algn="l" defTabSz="566987" rtl="1" eaLnBrk="1" latinLnBrk="0" hangingPunct="1">
        <a:lnSpc>
          <a:spcPct val="90000"/>
        </a:lnSpc>
        <a:spcBef>
          <a:spcPct val="0"/>
        </a:spcBef>
        <a:buNone/>
        <a:defRPr sz="2728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41747" indent="-141747" algn="r" defTabSz="566987" rtl="1" eaLnBrk="1" latinLnBrk="0" hangingPunct="1">
        <a:lnSpc>
          <a:spcPct val="90000"/>
        </a:lnSpc>
        <a:spcBef>
          <a:spcPts val="620"/>
        </a:spcBef>
        <a:buFont typeface="Arial" panose="020B0604020202020204" pitchFamily="34" charset="0"/>
        <a:buChar char="•"/>
        <a:defRPr sz="1736" kern="1200">
          <a:solidFill>
            <a:schemeClr val="tx1"/>
          </a:solidFill>
          <a:latin typeface="+mn-lt"/>
          <a:ea typeface="+mn-ea"/>
          <a:cs typeface="+mn-cs"/>
        </a:defRPr>
      </a:lvl1pPr>
      <a:lvl2pPr marL="425240" indent="-141747" algn="r" defTabSz="566987" rtl="1" eaLnBrk="1" latinLnBrk="0" hangingPunct="1">
        <a:lnSpc>
          <a:spcPct val="90000"/>
        </a:lnSpc>
        <a:spcBef>
          <a:spcPts val="310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2pPr>
      <a:lvl3pPr marL="708733" indent="-141747" algn="r" defTabSz="566987" rtl="1" eaLnBrk="1" latinLnBrk="0" hangingPunct="1">
        <a:lnSpc>
          <a:spcPct val="90000"/>
        </a:lnSpc>
        <a:spcBef>
          <a:spcPts val="310"/>
        </a:spcBef>
        <a:buFont typeface="Arial" panose="020B0604020202020204" pitchFamily="34" charset="0"/>
        <a:buChar char="•"/>
        <a:defRPr sz="1240" kern="1200">
          <a:solidFill>
            <a:schemeClr val="tx1"/>
          </a:solidFill>
          <a:latin typeface="+mn-lt"/>
          <a:ea typeface="+mn-ea"/>
          <a:cs typeface="+mn-cs"/>
        </a:defRPr>
      </a:lvl3pPr>
      <a:lvl4pPr marL="992227" indent="-141747" algn="r" defTabSz="566987" rtl="1" eaLnBrk="1" latinLnBrk="0" hangingPunct="1">
        <a:lnSpc>
          <a:spcPct val="90000"/>
        </a:lnSpc>
        <a:spcBef>
          <a:spcPts val="310"/>
        </a:spcBef>
        <a:buFont typeface="Arial" panose="020B0604020202020204" pitchFamily="34" charset="0"/>
        <a:buChar char="•"/>
        <a:defRPr sz="1116" kern="1200">
          <a:solidFill>
            <a:schemeClr val="tx1"/>
          </a:solidFill>
          <a:latin typeface="+mn-lt"/>
          <a:ea typeface="+mn-ea"/>
          <a:cs typeface="+mn-cs"/>
        </a:defRPr>
      </a:lvl4pPr>
      <a:lvl5pPr marL="1275721" indent="-141747" algn="r" defTabSz="566987" rtl="1" eaLnBrk="1" latinLnBrk="0" hangingPunct="1">
        <a:lnSpc>
          <a:spcPct val="90000"/>
        </a:lnSpc>
        <a:spcBef>
          <a:spcPts val="310"/>
        </a:spcBef>
        <a:buFont typeface="Arial" panose="020B0604020202020204" pitchFamily="34" charset="0"/>
        <a:buChar char="•"/>
        <a:defRPr sz="1116" kern="1200">
          <a:solidFill>
            <a:schemeClr val="tx1"/>
          </a:solidFill>
          <a:latin typeface="+mn-lt"/>
          <a:ea typeface="+mn-ea"/>
          <a:cs typeface="+mn-cs"/>
        </a:defRPr>
      </a:lvl5pPr>
      <a:lvl6pPr marL="1559214" indent="-141747" algn="r" defTabSz="566987" rtl="1" eaLnBrk="1" latinLnBrk="0" hangingPunct="1">
        <a:lnSpc>
          <a:spcPct val="90000"/>
        </a:lnSpc>
        <a:spcBef>
          <a:spcPts val="310"/>
        </a:spcBef>
        <a:buFont typeface="Arial" panose="020B0604020202020204" pitchFamily="34" charset="0"/>
        <a:buChar char="•"/>
        <a:defRPr sz="1116" kern="1200">
          <a:solidFill>
            <a:schemeClr val="tx1"/>
          </a:solidFill>
          <a:latin typeface="+mn-lt"/>
          <a:ea typeface="+mn-ea"/>
          <a:cs typeface="+mn-cs"/>
        </a:defRPr>
      </a:lvl6pPr>
      <a:lvl7pPr marL="1842707" indent="-141747" algn="r" defTabSz="566987" rtl="1" eaLnBrk="1" latinLnBrk="0" hangingPunct="1">
        <a:lnSpc>
          <a:spcPct val="90000"/>
        </a:lnSpc>
        <a:spcBef>
          <a:spcPts val="310"/>
        </a:spcBef>
        <a:buFont typeface="Arial" panose="020B0604020202020204" pitchFamily="34" charset="0"/>
        <a:buChar char="•"/>
        <a:defRPr sz="1116" kern="1200">
          <a:solidFill>
            <a:schemeClr val="tx1"/>
          </a:solidFill>
          <a:latin typeface="+mn-lt"/>
          <a:ea typeface="+mn-ea"/>
          <a:cs typeface="+mn-cs"/>
        </a:defRPr>
      </a:lvl7pPr>
      <a:lvl8pPr marL="2126201" indent="-141747" algn="r" defTabSz="566987" rtl="1" eaLnBrk="1" latinLnBrk="0" hangingPunct="1">
        <a:lnSpc>
          <a:spcPct val="90000"/>
        </a:lnSpc>
        <a:spcBef>
          <a:spcPts val="310"/>
        </a:spcBef>
        <a:buFont typeface="Arial" panose="020B0604020202020204" pitchFamily="34" charset="0"/>
        <a:buChar char="•"/>
        <a:defRPr sz="1116" kern="1200">
          <a:solidFill>
            <a:schemeClr val="tx1"/>
          </a:solidFill>
          <a:latin typeface="+mn-lt"/>
          <a:ea typeface="+mn-ea"/>
          <a:cs typeface="+mn-cs"/>
        </a:defRPr>
      </a:lvl8pPr>
      <a:lvl9pPr marL="2409694" indent="-141747" algn="r" defTabSz="566987" rtl="1" eaLnBrk="1" latinLnBrk="0" hangingPunct="1">
        <a:lnSpc>
          <a:spcPct val="90000"/>
        </a:lnSpc>
        <a:spcBef>
          <a:spcPts val="310"/>
        </a:spcBef>
        <a:buFont typeface="Arial" panose="020B0604020202020204" pitchFamily="34" charset="0"/>
        <a:buChar char="•"/>
        <a:defRPr sz="1116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SA"/>
      </a:defPPr>
      <a:lvl1pPr marL="0" algn="r" defTabSz="566987" rtl="1" eaLnBrk="1" latinLnBrk="0" hangingPunct="1">
        <a:defRPr sz="1116" kern="1200">
          <a:solidFill>
            <a:schemeClr val="tx1"/>
          </a:solidFill>
          <a:latin typeface="+mn-lt"/>
          <a:ea typeface="+mn-ea"/>
          <a:cs typeface="+mn-cs"/>
        </a:defRPr>
      </a:lvl1pPr>
      <a:lvl2pPr marL="283494" algn="r" defTabSz="566987" rtl="1" eaLnBrk="1" latinLnBrk="0" hangingPunct="1">
        <a:defRPr sz="1116" kern="1200">
          <a:solidFill>
            <a:schemeClr val="tx1"/>
          </a:solidFill>
          <a:latin typeface="+mn-lt"/>
          <a:ea typeface="+mn-ea"/>
          <a:cs typeface="+mn-cs"/>
        </a:defRPr>
      </a:lvl2pPr>
      <a:lvl3pPr marL="566987" algn="r" defTabSz="566987" rtl="1" eaLnBrk="1" latinLnBrk="0" hangingPunct="1">
        <a:defRPr sz="1116" kern="1200">
          <a:solidFill>
            <a:schemeClr val="tx1"/>
          </a:solidFill>
          <a:latin typeface="+mn-lt"/>
          <a:ea typeface="+mn-ea"/>
          <a:cs typeface="+mn-cs"/>
        </a:defRPr>
      </a:lvl3pPr>
      <a:lvl4pPr marL="850480" algn="r" defTabSz="566987" rtl="1" eaLnBrk="1" latinLnBrk="0" hangingPunct="1">
        <a:defRPr sz="1116" kern="1200">
          <a:solidFill>
            <a:schemeClr val="tx1"/>
          </a:solidFill>
          <a:latin typeface="+mn-lt"/>
          <a:ea typeface="+mn-ea"/>
          <a:cs typeface="+mn-cs"/>
        </a:defRPr>
      </a:lvl4pPr>
      <a:lvl5pPr marL="1133974" algn="r" defTabSz="566987" rtl="1" eaLnBrk="1" latinLnBrk="0" hangingPunct="1">
        <a:defRPr sz="1116" kern="1200">
          <a:solidFill>
            <a:schemeClr val="tx1"/>
          </a:solidFill>
          <a:latin typeface="+mn-lt"/>
          <a:ea typeface="+mn-ea"/>
          <a:cs typeface="+mn-cs"/>
        </a:defRPr>
      </a:lvl5pPr>
      <a:lvl6pPr marL="1417467" algn="r" defTabSz="566987" rtl="1" eaLnBrk="1" latinLnBrk="0" hangingPunct="1">
        <a:defRPr sz="1116" kern="1200">
          <a:solidFill>
            <a:schemeClr val="tx1"/>
          </a:solidFill>
          <a:latin typeface="+mn-lt"/>
          <a:ea typeface="+mn-ea"/>
          <a:cs typeface="+mn-cs"/>
        </a:defRPr>
      </a:lvl6pPr>
      <a:lvl7pPr marL="1700961" algn="r" defTabSz="566987" rtl="1" eaLnBrk="1" latinLnBrk="0" hangingPunct="1">
        <a:defRPr sz="1116" kern="1200">
          <a:solidFill>
            <a:schemeClr val="tx1"/>
          </a:solidFill>
          <a:latin typeface="+mn-lt"/>
          <a:ea typeface="+mn-ea"/>
          <a:cs typeface="+mn-cs"/>
        </a:defRPr>
      </a:lvl7pPr>
      <a:lvl8pPr marL="1984455" algn="r" defTabSz="566987" rtl="1" eaLnBrk="1" latinLnBrk="0" hangingPunct="1">
        <a:defRPr sz="1116" kern="1200">
          <a:solidFill>
            <a:schemeClr val="tx1"/>
          </a:solidFill>
          <a:latin typeface="+mn-lt"/>
          <a:ea typeface="+mn-ea"/>
          <a:cs typeface="+mn-cs"/>
        </a:defRPr>
      </a:lvl8pPr>
      <a:lvl9pPr marL="2267948" algn="r" defTabSz="566987" rtl="1" eaLnBrk="1" latinLnBrk="0" hangingPunct="1">
        <a:defRPr sz="1116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tags" Target="../tags/tag9.xml"/><Relationship Id="rId1" Type="http://schemas.openxmlformats.org/officeDocument/2006/relationships/tags" Target="../tags/tag8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.xml"/><Relationship Id="rId2" Type="http://schemas.openxmlformats.org/officeDocument/2006/relationships/tags" Target="../tags/tag11.xml"/><Relationship Id="rId1" Type="http://schemas.openxmlformats.org/officeDocument/2006/relationships/tags" Target="../tags/tag10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.xml"/><Relationship Id="rId2" Type="http://schemas.openxmlformats.org/officeDocument/2006/relationships/tags" Target="../tags/tag13.xml"/><Relationship Id="rId1" Type="http://schemas.openxmlformats.org/officeDocument/2006/relationships/tags" Target="../tags/tag12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chart" Target="../charts/chart4.xml"/><Relationship Id="rId3" Type="http://schemas.openxmlformats.org/officeDocument/2006/relationships/slideLayout" Target="../slideLayouts/slideLayout5.xml"/><Relationship Id="rId7" Type="http://schemas.openxmlformats.org/officeDocument/2006/relationships/chart" Target="../charts/chart3.xml"/><Relationship Id="rId2" Type="http://schemas.openxmlformats.org/officeDocument/2006/relationships/tags" Target="../tags/tag15.xml"/><Relationship Id="rId1" Type="http://schemas.openxmlformats.org/officeDocument/2006/relationships/tags" Target="../tags/tag14.xml"/><Relationship Id="rId6" Type="http://schemas.openxmlformats.org/officeDocument/2006/relationships/chart" Target="../charts/chart2.xml"/><Relationship Id="rId5" Type="http://schemas.openxmlformats.org/officeDocument/2006/relationships/chart" Target="../charts/char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chart" Target="../charts/chart8.xml"/><Relationship Id="rId3" Type="http://schemas.openxmlformats.org/officeDocument/2006/relationships/slideLayout" Target="../slideLayouts/slideLayout5.xml"/><Relationship Id="rId7" Type="http://schemas.openxmlformats.org/officeDocument/2006/relationships/chart" Target="../charts/chart7.xml"/><Relationship Id="rId2" Type="http://schemas.openxmlformats.org/officeDocument/2006/relationships/tags" Target="../tags/tag17.xml"/><Relationship Id="rId1" Type="http://schemas.openxmlformats.org/officeDocument/2006/relationships/tags" Target="../tags/tag16.xml"/><Relationship Id="rId6" Type="http://schemas.openxmlformats.org/officeDocument/2006/relationships/chart" Target="../charts/chart6.xml"/><Relationship Id="rId5" Type="http://schemas.openxmlformats.org/officeDocument/2006/relationships/chart" Target="../charts/chart5.xml"/><Relationship Id="rId10" Type="http://schemas.openxmlformats.org/officeDocument/2006/relationships/chart" Target="../charts/chart10.xml"/><Relationship Id="rId4" Type="http://schemas.openxmlformats.org/officeDocument/2006/relationships/notesSlide" Target="../notesSlides/notesSlide5.xml"/><Relationship Id="rId9" Type="http://schemas.openxmlformats.org/officeDocument/2006/relationships/chart" Target="../charts/chart9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chart" Target="../charts/chart14.xml"/><Relationship Id="rId3" Type="http://schemas.openxmlformats.org/officeDocument/2006/relationships/slideLayout" Target="../slideLayouts/slideLayout5.xml"/><Relationship Id="rId7" Type="http://schemas.openxmlformats.org/officeDocument/2006/relationships/chart" Target="../charts/chart13.xml"/><Relationship Id="rId2" Type="http://schemas.openxmlformats.org/officeDocument/2006/relationships/tags" Target="../tags/tag19.xml"/><Relationship Id="rId1" Type="http://schemas.openxmlformats.org/officeDocument/2006/relationships/tags" Target="../tags/tag18.xml"/><Relationship Id="rId6" Type="http://schemas.openxmlformats.org/officeDocument/2006/relationships/chart" Target="../charts/chart12.xml"/><Relationship Id="rId11" Type="http://schemas.openxmlformats.org/officeDocument/2006/relationships/chart" Target="../charts/chart17.xml"/><Relationship Id="rId5" Type="http://schemas.openxmlformats.org/officeDocument/2006/relationships/chart" Target="../charts/chart11.xml"/><Relationship Id="rId10" Type="http://schemas.openxmlformats.org/officeDocument/2006/relationships/chart" Target="../charts/chart16.xml"/><Relationship Id="rId4" Type="http://schemas.openxmlformats.org/officeDocument/2006/relationships/notesSlide" Target="../notesSlides/notesSlide6.xml"/><Relationship Id="rId9" Type="http://schemas.openxmlformats.org/officeDocument/2006/relationships/chart" Target="../charts/chart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مربع نص 5">
            <a:extLst>
              <a:ext uri="{FF2B5EF4-FFF2-40B4-BE49-F238E27FC236}">
                <a16:creationId xmlns:a16="http://schemas.microsoft.com/office/drawing/2014/main" id="{4CFDB581-52DC-E82A-94B8-5214D386C516}"/>
              </a:ext>
            </a:extLst>
          </p:cNvPr>
          <p:cNvSpPr txBox="1"/>
          <p:nvPr/>
        </p:nvSpPr>
        <p:spPr>
          <a:xfrm>
            <a:off x="323453" y="3833738"/>
            <a:ext cx="6840760" cy="13311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1">
              <a:lnSpc>
                <a:spcPct val="150000"/>
              </a:lnSpc>
            </a:pPr>
            <a:r>
              <a:rPr lang="ar-SA" sz="2800" b="1" dirty="0">
                <a:solidFill>
                  <a:schemeClr val="bg1"/>
                </a:solidFill>
                <a:latin typeface="IBM Plex Sans Arabic SemiBold" panose="020B0503050203000203" pitchFamily="34" charset="-78"/>
                <a:cs typeface="IBM Plex Sans Arabic SemiBold" panose="020B0503050203000203" pitchFamily="34" charset="-78"/>
              </a:rPr>
              <a:t>التقرير الأسبوعي للأكاديمية المياه</a:t>
            </a:r>
            <a:br>
              <a:rPr lang="ar-SA" sz="2800" b="1" dirty="0">
                <a:solidFill>
                  <a:schemeClr val="bg1"/>
                </a:solidFill>
                <a:latin typeface="IBM Plex Sans Arabic SemiBold" panose="020B0503050203000203" pitchFamily="34" charset="-78"/>
                <a:cs typeface="IBM Plex Sans Arabic SemiBold" panose="020B0503050203000203" pitchFamily="34" charset="-78"/>
              </a:rPr>
            </a:br>
            <a:r>
              <a:rPr lang="ar-SA" sz="2800" b="1" dirty="0">
                <a:solidFill>
                  <a:schemeClr val="bg1"/>
                </a:solidFill>
                <a:latin typeface="IBM Plex Sans Arabic SemiBold" panose="020B0503050203000203" pitchFamily="34" charset="-78"/>
                <a:cs typeface="IBM Plex Sans Arabic SemiBold" panose="020B0503050203000203" pitchFamily="34" charset="-78"/>
              </a:rPr>
              <a:t>30 أغسطس 2026م  –  03 سبتمبر 2026م</a:t>
            </a:r>
            <a:endParaRPr lang="en-US" sz="2800" b="1" dirty="0">
              <a:solidFill>
                <a:schemeClr val="bg1"/>
              </a:solidFill>
              <a:latin typeface="IBM Plex Sans Arabic SemiBold" panose="020B0503050203000203" pitchFamily="34" charset="-78"/>
              <a:cs typeface="IBM Plex Sans Arabic SemiBold" panose="020B0503050203000203" pitchFamily="34" charset="-78"/>
            </a:endParaRPr>
          </a:p>
        </p:txBody>
      </p:sp>
      <p:sp>
        <p:nvSpPr>
          <p:cNvPr id="3" name="BJPseudoFooter">
            <a:extLst>
              <a:ext uri="{FF2B5EF4-FFF2-40B4-BE49-F238E27FC236}">
                <a16:creationId xmlns:a16="http://schemas.microsoft.com/office/drawing/2014/main" id="{E23E6A2A-9861-42B7-88D2-E36EC2EBD718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3386140" y="10445592"/>
            <a:ext cx="787395" cy="246221"/>
          </a:xfrm>
          <a:prstGeom prst="rect">
            <a:avLst/>
          </a:prstGeom>
          <a:noFill/>
        </p:spPr>
        <p:txBody>
          <a:bodyPr vert="horz" wrap="none" rtlCol="0">
            <a:spAutoFit/>
          </a:bodyPr>
          <a:lstStyle/>
          <a:p>
            <a:pPr algn="ctr"/>
            <a:r>
              <a:rPr lang="en-US" sz="1000">
                <a:solidFill>
                  <a:srgbClr val="000000"/>
                </a:solidFill>
                <a:latin typeface="Times New Roman" panose="02020603050405020304" pitchFamily="18" charset="0"/>
              </a:rPr>
              <a:t>Public    </a:t>
            </a:r>
            <a:r>
              <a:rPr lang="ar-SA" sz="1000">
                <a:solidFill>
                  <a:srgbClr val="000000"/>
                </a:solidFill>
                <a:latin typeface="Times New Roman" panose="02020603050405020304" pitchFamily="18" charset="0"/>
              </a:rPr>
              <a:t>عام</a:t>
            </a:r>
            <a:endParaRPr lang="en-US" sz="10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8043006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مستطيل 51">
            <a:extLst>
              <a:ext uri="{FF2B5EF4-FFF2-40B4-BE49-F238E27FC236}">
                <a16:creationId xmlns:a16="http://schemas.microsoft.com/office/drawing/2014/main" id="{94FDB1D4-D805-4263-B906-90C40D547D0C}"/>
              </a:ext>
            </a:extLst>
          </p:cNvPr>
          <p:cNvSpPr/>
          <p:nvPr/>
        </p:nvSpPr>
        <p:spPr>
          <a:xfrm>
            <a:off x="142875" y="833115"/>
            <a:ext cx="7188356" cy="327417"/>
          </a:xfrm>
          <a:prstGeom prst="rect">
            <a:avLst/>
          </a:prstGeom>
          <a:solidFill>
            <a:srgbClr val="2163CB"/>
          </a:solidFill>
          <a:ln>
            <a:solidFill>
              <a:srgbClr val="006EB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r" rtl="1"/>
            <a:r>
              <a:rPr lang="ar-SA" b="1" dirty="0">
                <a:latin typeface="IBM Plex Sans Arabic SemiBold" panose="020B0503050203000203" pitchFamily="34" charset="-78"/>
                <a:cs typeface="IBM Plex Sans Arabic SemiBold" panose="020B0503050203000203" pitchFamily="34" charset="-78"/>
              </a:rPr>
              <a:t>جـــــــــــــــــــــــدول الـــــــــــــــــــــــدورات الأســــــــــبــــــــــوعـــــــــــــــــــــــــــــــــــــــــــــي</a:t>
            </a:r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4729E265-7E24-CEDC-CD73-0A1EABAEDEE7}"/>
              </a:ext>
            </a:extLst>
          </p:cNvPr>
          <p:cNvGraphicFramePr>
            <a:graphicFrameLocks noGrp="1"/>
          </p:cNvGraphicFramePr>
          <p:nvPr/>
        </p:nvGraphicFramePr>
        <p:xfrm>
          <a:off x="7841491" y="1373242"/>
          <a:ext cx="7002927" cy="441506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99574">
                  <a:extLst>
                    <a:ext uri="{9D8B030D-6E8A-4147-A177-3AD203B41FA5}">
                      <a16:colId xmlns:a16="http://schemas.microsoft.com/office/drawing/2014/main" val="726384040"/>
                    </a:ext>
                  </a:extLst>
                </a:gridCol>
                <a:gridCol w="648072">
                  <a:extLst>
                    <a:ext uri="{9D8B030D-6E8A-4147-A177-3AD203B41FA5}">
                      <a16:colId xmlns:a16="http://schemas.microsoft.com/office/drawing/2014/main" val="1355934814"/>
                    </a:ext>
                  </a:extLst>
                </a:gridCol>
                <a:gridCol w="648072">
                  <a:extLst>
                    <a:ext uri="{9D8B030D-6E8A-4147-A177-3AD203B41FA5}">
                      <a16:colId xmlns:a16="http://schemas.microsoft.com/office/drawing/2014/main" val="2062052948"/>
                    </a:ext>
                  </a:extLst>
                </a:gridCol>
                <a:gridCol w="881814">
                  <a:extLst>
                    <a:ext uri="{9D8B030D-6E8A-4147-A177-3AD203B41FA5}">
                      <a16:colId xmlns:a16="http://schemas.microsoft.com/office/drawing/2014/main" val="621713318"/>
                    </a:ext>
                  </a:extLst>
                </a:gridCol>
                <a:gridCol w="2718586">
                  <a:extLst>
                    <a:ext uri="{9D8B030D-6E8A-4147-A177-3AD203B41FA5}">
                      <a16:colId xmlns:a16="http://schemas.microsoft.com/office/drawing/2014/main" val="3340034655"/>
                    </a:ext>
                  </a:extLst>
                </a:gridCol>
                <a:gridCol w="1406809">
                  <a:extLst>
                    <a:ext uri="{9D8B030D-6E8A-4147-A177-3AD203B41FA5}">
                      <a16:colId xmlns:a16="http://schemas.microsoft.com/office/drawing/2014/main" val="3850417023"/>
                    </a:ext>
                  </a:extLst>
                </a:gridCol>
              </a:tblGrid>
              <a:tr h="414807">
                <a:tc>
                  <a:txBody>
                    <a:bodyPr/>
                    <a:lstStyle/>
                    <a:p>
                      <a:pPr marL="0" marR="0" lvl="0" indent="0" algn="ctr" defTabSz="56698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SA" sz="900" b="1" kern="1200" dirty="0">
                          <a:solidFill>
                            <a:schemeClr val="bg1"/>
                          </a:solidFill>
                          <a:latin typeface="SWCC 2-" panose="00000500000000000000" pitchFamily="2" charset="-78"/>
                          <a:ea typeface="+mn-ea"/>
                          <a:cs typeface="SWCC 2-" panose="00000500000000000000" pitchFamily="2" charset="-78"/>
                        </a:rPr>
                        <a:t>عدد المجموعات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566987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SA" sz="1000" b="1" kern="1200" dirty="0">
                          <a:solidFill>
                            <a:schemeClr val="bg1"/>
                          </a:solidFill>
                          <a:latin typeface="SWCC 2-" panose="00000500000000000000" pitchFamily="2" charset="-78"/>
                          <a:ea typeface="+mn-ea"/>
                          <a:cs typeface="SWCC 2-" panose="00000500000000000000" pitchFamily="2" charset="-78"/>
                        </a:rPr>
                        <a:t>عدد المتدربين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566987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SA" sz="1050" b="1" kern="1200" dirty="0">
                          <a:solidFill>
                            <a:schemeClr val="bg1"/>
                          </a:solidFill>
                          <a:latin typeface="SWCC 2-" panose="00000500000000000000" pitchFamily="2" charset="-78"/>
                          <a:ea typeface="+mn-ea"/>
                          <a:cs typeface="SWCC 2-" panose="00000500000000000000" pitchFamily="2" charset="-78"/>
                        </a:rPr>
                        <a:t>عدد البرامج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56698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SA" sz="1200" b="1" kern="1200" dirty="0">
                          <a:solidFill>
                            <a:schemeClr val="bg1"/>
                          </a:solidFill>
                          <a:latin typeface="SWCC 2-" panose="00000500000000000000" pitchFamily="2" charset="-78"/>
                          <a:ea typeface="+mn-ea"/>
                          <a:cs typeface="SWCC 2-" panose="00000500000000000000" pitchFamily="2" charset="-78"/>
                        </a:rPr>
                        <a:t>موقع التنفيذ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56698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SA" sz="1200" b="1" kern="1200" dirty="0">
                          <a:solidFill>
                            <a:schemeClr val="bg1"/>
                          </a:solidFill>
                          <a:latin typeface="SWCC 2-" panose="00000500000000000000" pitchFamily="2" charset="-78"/>
                          <a:ea typeface="+mn-ea"/>
                          <a:cs typeface="SWCC 2-" panose="00000500000000000000" pitchFamily="2" charset="-78"/>
                        </a:rPr>
                        <a:t>اسم البرنامج</a:t>
                      </a:r>
                    </a:p>
                    <a:p>
                      <a:pPr marL="0" marR="0" lvl="0" indent="0" algn="ctr" defTabSz="56698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ar-SA" sz="1200" b="1" kern="1200" dirty="0">
                        <a:solidFill>
                          <a:schemeClr val="bg1"/>
                        </a:solidFill>
                        <a:latin typeface="SWCC 2-" panose="00000500000000000000" pitchFamily="2" charset="-78"/>
                        <a:ea typeface="+mn-ea"/>
                        <a:cs typeface="SWCC 2-" panose="00000500000000000000" pitchFamily="2" charset="-7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566987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SA" sz="1200" b="1" kern="1200" dirty="0">
                          <a:solidFill>
                            <a:schemeClr val="bg1"/>
                          </a:solidFill>
                          <a:latin typeface="SWCC 2-" panose="00000500000000000000" pitchFamily="2" charset="-78"/>
                          <a:ea typeface="+mn-ea"/>
                          <a:cs typeface="SWCC 2-" panose="00000500000000000000" pitchFamily="2" charset="-78"/>
                        </a:rPr>
                        <a:t>الجهات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44208094"/>
                  </a:ext>
                </a:extLst>
              </a:tr>
              <a:tr h="419120">
                <a:tc>
                  <a:txBody>
                    <a:bodyPr/>
                    <a:lstStyle/>
                    <a:p>
                      <a:pPr algn="ctr" rtl="1"/>
                      <a:endParaRPr lang="ar-SA" sz="1200" dirty="0">
                        <a:solidFill>
                          <a:schemeClr val="accent6">
                            <a:lumMod val="10000"/>
                          </a:schemeClr>
                        </a:solidFill>
                        <a:latin typeface="SWCC 2-" panose="00000500000000000000" pitchFamily="2" charset="-78"/>
                        <a:cs typeface="SWCC 2-" panose="00000500000000000000" pitchFamily="2" charset="-7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1"/>
                      <a:endParaRPr lang="ar-SA" sz="1200" dirty="0">
                        <a:solidFill>
                          <a:schemeClr val="accent6">
                            <a:lumMod val="10000"/>
                          </a:schemeClr>
                        </a:solidFill>
                        <a:latin typeface="SWCC 2-" panose="00000500000000000000" pitchFamily="2" charset="-78"/>
                        <a:cs typeface="SWCC 2-" panose="00000500000000000000" pitchFamily="2" charset="-7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1"/>
                      <a:endParaRPr lang="ar-SA" sz="1200" dirty="0">
                        <a:solidFill>
                          <a:schemeClr val="accent6">
                            <a:lumMod val="10000"/>
                          </a:schemeClr>
                        </a:solidFill>
                        <a:latin typeface="SWCC 2-" panose="00000500000000000000" pitchFamily="2" charset="-78"/>
                        <a:cs typeface="SWCC 2-" panose="00000500000000000000" pitchFamily="2" charset="-7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1"/>
                      <a:endParaRPr lang="ar-SA" sz="1100" dirty="0">
                        <a:solidFill>
                          <a:schemeClr val="accent6">
                            <a:lumMod val="10000"/>
                          </a:schemeClr>
                        </a:solidFill>
                        <a:latin typeface="SWCC 2-" panose="00000500000000000000" pitchFamily="2" charset="-78"/>
                        <a:cs typeface="SWCC 2-" panose="00000500000000000000" pitchFamily="2" charset="-7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r" defTabSz="566987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ar-SA" sz="1100" kern="1200" dirty="0">
                        <a:solidFill>
                          <a:schemeClr val="accent6">
                            <a:lumMod val="10000"/>
                          </a:schemeClr>
                        </a:solidFill>
                        <a:latin typeface="SWCC 2-" panose="00000500000000000000" pitchFamily="2" charset="-78"/>
                        <a:ea typeface="+mn-ea"/>
                        <a:cs typeface="SWCC 2-" panose="00000500000000000000" pitchFamily="2" charset="-78"/>
                      </a:endParaRPr>
                    </a:p>
                  </a:txBody>
                  <a:tcPr anchor="ctr"/>
                </a:tc>
                <a:tc rowSpan="2">
                  <a:txBody>
                    <a:bodyPr/>
                    <a:lstStyle/>
                    <a:p>
                      <a:pPr marL="0" marR="0" lvl="0" indent="0" algn="r" defTabSz="566987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ar-SA" sz="1200" kern="1200" dirty="0">
                        <a:solidFill>
                          <a:schemeClr val="accent6">
                            <a:lumMod val="10000"/>
                          </a:schemeClr>
                        </a:solidFill>
                        <a:latin typeface="SWCC 2-" panose="00000500000000000000" pitchFamily="2" charset="-78"/>
                        <a:ea typeface="+mn-ea"/>
                        <a:cs typeface="SWCC 2-" panose="00000500000000000000" pitchFamily="2" charset="-78"/>
                      </a:endParaRPr>
                    </a:p>
                  </a:txBody>
                  <a:tcPr anchor="ctr">
                    <a:solidFill>
                      <a:srgbClr val="E9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32097651"/>
                  </a:ext>
                </a:extLst>
              </a:tr>
              <a:tr h="366788">
                <a:tc>
                  <a:txBody>
                    <a:bodyPr/>
                    <a:lstStyle/>
                    <a:p>
                      <a:pPr marL="0" algn="ctr" defTabSz="566987" rtl="0" eaLnBrk="1" latinLnBrk="0" hangingPunct="1"/>
                      <a:endParaRPr lang="ar-SA" sz="1200" dirty="0">
                        <a:solidFill>
                          <a:schemeClr val="accent6">
                            <a:lumMod val="10000"/>
                          </a:schemeClr>
                        </a:solidFill>
                        <a:latin typeface="SWCC 2-" panose="00000500000000000000" pitchFamily="2" charset="-78"/>
                        <a:cs typeface="SWCC 2-" panose="00000500000000000000" pitchFamily="2" charset="-7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566987" rtl="0" eaLnBrk="1" latinLnBrk="0" hangingPunct="1"/>
                      <a:endParaRPr lang="ar-SA" sz="1200" dirty="0">
                        <a:solidFill>
                          <a:schemeClr val="accent6">
                            <a:lumMod val="10000"/>
                          </a:schemeClr>
                        </a:solidFill>
                        <a:latin typeface="SWCC 2-" panose="00000500000000000000" pitchFamily="2" charset="-78"/>
                        <a:cs typeface="SWCC 2-" panose="00000500000000000000" pitchFamily="2" charset="-7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566987" rtl="0" eaLnBrk="1" latinLnBrk="0" hangingPunct="1"/>
                      <a:endParaRPr lang="ar-SA" sz="1200" dirty="0">
                        <a:solidFill>
                          <a:schemeClr val="accent6">
                            <a:lumMod val="10000"/>
                          </a:schemeClr>
                        </a:solidFill>
                        <a:latin typeface="SWCC 2-" panose="00000500000000000000" pitchFamily="2" charset="-78"/>
                        <a:cs typeface="SWCC 2-" panose="00000500000000000000" pitchFamily="2" charset="-7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566987" rtl="0" eaLnBrk="1" latinLnBrk="0" hangingPunct="1"/>
                      <a:endParaRPr lang="ar-SA" sz="1200" dirty="0">
                        <a:solidFill>
                          <a:schemeClr val="accent6">
                            <a:lumMod val="10000"/>
                          </a:schemeClr>
                        </a:solidFill>
                        <a:latin typeface="SWCC 2-" panose="00000500000000000000" pitchFamily="2" charset="-78"/>
                        <a:cs typeface="SWCC 2-" panose="00000500000000000000" pitchFamily="2" charset="-7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r" defTabSz="566987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ar-SA" sz="1100" kern="1200" dirty="0">
                        <a:solidFill>
                          <a:schemeClr val="accent6">
                            <a:lumMod val="10000"/>
                          </a:schemeClr>
                        </a:solidFill>
                        <a:latin typeface="SWCC 2-" panose="00000500000000000000" pitchFamily="2" charset="-78"/>
                        <a:ea typeface="+mn-ea"/>
                        <a:cs typeface="SWCC 2-" panose="00000500000000000000" pitchFamily="2" charset="-78"/>
                      </a:endParaRPr>
                    </a:p>
                  </a:txBody>
                  <a:tcPr anchor="ctr">
                    <a:solidFill>
                      <a:srgbClr val="E9EBF5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algn="l" defTabSz="566987" rtl="0" eaLnBrk="1" latinLnBrk="0" hangingPunct="1"/>
                      <a:endParaRPr lang="en-SA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81362945"/>
                  </a:ext>
                </a:extLst>
              </a:tr>
              <a:tr h="405936">
                <a:tc>
                  <a:txBody>
                    <a:bodyPr/>
                    <a:lstStyle/>
                    <a:p>
                      <a:pPr marL="0" algn="ctr" defTabSz="566987" rtl="0" eaLnBrk="1" latinLnBrk="0" hangingPunct="1"/>
                      <a:endParaRPr lang="ar-SA" sz="1200" dirty="0">
                        <a:solidFill>
                          <a:schemeClr val="accent6">
                            <a:lumMod val="10000"/>
                          </a:schemeClr>
                        </a:solidFill>
                        <a:latin typeface="SWCC 2-" panose="00000500000000000000" pitchFamily="2" charset="-78"/>
                        <a:cs typeface="SWCC 2-" panose="00000500000000000000" pitchFamily="2" charset="-7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566987" rtl="0" eaLnBrk="1" latinLnBrk="0" hangingPunct="1"/>
                      <a:endParaRPr lang="ar-SA" sz="1200" dirty="0">
                        <a:solidFill>
                          <a:schemeClr val="accent6">
                            <a:lumMod val="10000"/>
                          </a:schemeClr>
                        </a:solidFill>
                        <a:latin typeface="SWCC 2-" panose="00000500000000000000" pitchFamily="2" charset="-78"/>
                        <a:cs typeface="SWCC 2-" panose="00000500000000000000" pitchFamily="2" charset="-7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566987" rtl="0" eaLnBrk="1" latinLnBrk="0" hangingPunct="1"/>
                      <a:endParaRPr lang="ar-SA" sz="1200" dirty="0">
                        <a:solidFill>
                          <a:schemeClr val="accent6">
                            <a:lumMod val="10000"/>
                          </a:schemeClr>
                        </a:solidFill>
                        <a:latin typeface="SWCC 2-" panose="00000500000000000000" pitchFamily="2" charset="-78"/>
                        <a:cs typeface="SWCC 2-" panose="00000500000000000000" pitchFamily="2" charset="-7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566987" rtl="0" eaLnBrk="1" latinLnBrk="0" hangingPunct="1"/>
                      <a:endParaRPr lang="ar-SA" sz="1200" dirty="0">
                        <a:solidFill>
                          <a:schemeClr val="accent6">
                            <a:lumMod val="10000"/>
                          </a:schemeClr>
                        </a:solidFill>
                        <a:latin typeface="SWCC 2-" panose="00000500000000000000" pitchFamily="2" charset="-78"/>
                        <a:cs typeface="SWCC 2-" panose="00000500000000000000" pitchFamily="2" charset="-7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r" defTabSz="566987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ar-SA" sz="1100" kern="1200" dirty="0">
                        <a:solidFill>
                          <a:schemeClr val="accent6">
                            <a:lumMod val="10000"/>
                          </a:schemeClr>
                        </a:solidFill>
                        <a:latin typeface="SWCC 2-" panose="00000500000000000000" pitchFamily="2" charset="-78"/>
                        <a:ea typeface="+mn-ea"/>
                        <a:cs typeface="SWCC 2-" panose="00000500000000000000" pitchFamily="2" charset="-7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r" defTabSz="566987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ar-SA" sz="1100" kern="1200" dirty="0">
                        <a:solidFill>
                          <a:schemeClr val="accent6">
                            <a:lumMod val="10000"/>
                          </a:schemeClr>
                        </a:solidFill>
                        <a:latin typeface="SWCC 2-" panose="00000500000000000000" pitchFamily="2" charset="-78"/>
                        <a:ea typeface="+mn-ea"/>
                        <a:cs typeface="SWCC 2-" panose="00000500000000000000" pitchFamily="2" charset="-78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99784578"/>
                  </a:ext>
                </a:extLst>
              </a:tr>
              <a:tr h="372480">
                <a:tc>
                  <a:txBody>
                    <a:bodyPr/>
                    <a:lstStyle/>
                    <a:p>
                      <a:pPr marL="0" algn="ctr" defTabSz="566987" rtl="0" eaLnBrk="1" latinLnBrk="0" hangingPunct="1"/>
                      <a:endParaRPr lang="ar-SA" sz="1200" dirty="0">
                        <a:solidFill>
                          <a:schemeClr val="accent6">
                            <a:lumMod val="10000"/>
                          </a:schemeClr>
                        </a:solidFill>
                        <a:latin typeface="SWCC 2-" panose="00000500000000000000" pitchFamily="2" charset="-78"/>
                        <a:cs typeface="SWCC 2-" panose="00000500000000000000" pitchFamily="2" charset="-7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566987" rtl="0" eaLnBrk="1" latinLnBrk="0" hangingPunct="1"/>
                      <a:endParaRPr lang="ar-SA" sz="1200" dirty="0">
                        <a:solidFill>
                          <a:schemeClr val="accent6">
                            <a:lumMod val="10000"/>
                          </a:schemeClr>
                        </a:solidFill>
                        <a:latin typeface="SWCC 2-" panose="00000500000000000000" pitchFamily="2" charset="-78"/>
                        <a:cs typeface="SWCC 2-" panose="00000500000000000000" pitchFamily="2" charset="-7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1"/>
                      <a:endParaRPr lang="ar-SA" sz="1200" dirty="0">
                        <a:solidFill>
                          <a:schemeClr val="accent6">
                            <a:lumMod val="10000"/>
                          </a:schemeClr>
                        </a:solidFill>
                        <a:latin typeface="SWCC 2-" panose="00000500000000000000" pitchFamily="2" charset="-78"/>
                        <a:cs typeface="SWCC 2-" panose="00000500000000000000" pitchFamily="2" charset="-7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1"/>
                      <a:endParaRPr lang="ar-SA" sz="1200" dirty="0">
                        <a:solidFill>
                          <a:schemeClr val="accent6">
                            <a:lumMod val="10000"/>
                          </a:schemeClr>
                        </a:solidFill>
                        <a:latin typeface="SWCC 2-" panose="00000500000000000000" pitchFamily="2" charset="-78"/>
                        <a:cs typeface="SWCC 2-" panose="00000500000000000000" pitchFamily="2" charset="-7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r" defTabSz="566987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ar-SA" sz="1100" kern="1200" dirty="0">
                        <a:solidFill>
                          <a:schemeClr val="accent6">
                            <a:lumMod val="10000"/>
                          </a:schemeClr>
                        </a:solidFill>
                        <a:latin typeface="SWCC 2-" panose="00000500000000000000" pitchFamily="2" charset="-78"/>
                        <a:ea typeface="+mn-ea"/>
                        <a:cs typeface="SWCC 2-" panose="00000500000000000000" pitchFamily="2" charset="-7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r" defTabSz="566987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ar-SA" sz="1200" kern="1200" dirty="0">
                        <a:solidFill>
                          <a:schemeClr val="accent6">
                            <a:lumMod val="10000"/>
                          </a:schemeClr>
                        </a:solidFill>
                        <a:latin typeface="SWCC 2-" panose="00000500000000000000" pitchFamily="2" charset="-78"/>
                        <a:ea typeface="+mn-ea"/>
                        <a:cs typeface="SWCC 2-" panose="00000500000000000000" pitchFamily="2" charset="-78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81346696"/>
                  </a:ext>
                </a:extLst>
              </a:tr>
              <a:tr h="373752">
                <a:tc>
                  <a:txBody>
                    <a:bodyPr/>
                    <a:lstStyle/>
                    <a:p>
                      <a:pPr marL="0" algn="ctr" defTabSz="566987" rtl="1" eaLnBrk="1" latinLnBrk="0" hangingPunct="1"/>
                      <a:endParaRPr lang="ar-SA" sz="1200" dirty="0">
                        <a:solidFill>
                          <a:schemeClr val="accent6">
                            <a:lumMod val="10000"/>
                          </a:schemeClr>
                        </a:solidFill>
                        <a:latin typeface="SWCC 2-" panose="00000500000000000000" pitchFamily="2" charset="-78"/>
                        <a:cs typeface="SWCC 2-" panose="00000500000000000000" pitchFamily="2" charset="-7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566987" rtl="0" eaLnBrk="1" latinLnBrk="0" hangingPunct="1"/>
                      <a:endParaRPr lang="ar-SA" sz="1200" dirty="0">
                        <a:solidFill>
                          <a:schemeClr val="accent6">
                            <a:lumMod val="10000"/>
                          </a:schemeClr>
                        </a:solidFill>
                        <a:latin typeface="SWCC 2-" panose="00000500000000000000" pitchFamily="2" charset="-78"/>
                        <a:cs typeface="SWCC 2-" panose="00000500000000000000" pitchFamily="2" charset="-7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1"/>
                      <a:endParaRPr lang="ar-SA" sz="1200" dirty="0">
                        <a:solidFill>
                          <a:schemeClr val="accent6">
                            <a:lumMod val="10000"/>
                          </a:schemeClr>
                        </a:solidFill>
                        <a:latin typeface="SWCC 2-" panose="00000500000000000000" pitchFamily="2" charset="-78"/>
                        <a:cs typeface="SWCC 2-" panose="00000500000000000000" pitchFamily="2" charset="-7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1"/>
                      <a:endParaRPr lang="ar-SA" sz="1200" dirty="0">
                        <a:solidFill>
                          <a:schemeClr val="accent6">
                            <a:lumMod val="10000"/>
                          </a:schemeClr>
                        </a:solidFill>
                        <a:latin typeface="SWCC 2-" panose="00000500000000000000" pitchFamily="2" charset="-78"/>
                        <a:cs typeface="SWCC 2-" panose="00000500000000000000" pitchFamily="2" charset="-7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r" defTabSz="566987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ar-SA" sz="1100" kern="1200" dirty="0">
                        <a:solidFill>
                          <a:schemeClr val="accent6">
                            <a:lumMod val="10000"/>
                          </a:schemeClr>
                        </a:solidFill>
                        <a:latin typeface="SWCC 2-" panose="00000500000000000000" pitchFamily="2" charset="-78"/>
                        <a:ea typeface="+mn-ea"/>
                        <a:cs typeface="SWCC 2-" panose="00000500000000000000" pitchFamily="2" charset="-7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r" defTabSz="566987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ar-SA" sz="1200" kern="1200" dirty="0">
                        <a:solidFill>
                          <a:schemeClr val="accent6">
                            <a:lumMod val="10000"/>
                          </a:schemeClr>
                        </a:solidFill>
                        <a:latin typeface="SWCC 2-" panose="00000500000000000000" pitchFamily="2" charset="-78"/>
                        <a:ea typeface="+mn-ea"/>
                        <a:cs typeface="SWCC 2-" panose="00000500000000000000" pitchFamily="2" charset="-78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1043714"/>
                  </a:ext>
                </a:extLst>
              </a:tr>
              <a:tr h="387153">
                <a:tc>
                  <a:txBody>
                    <a:bodyPr/>
                    <a:lstStyle/>
                    <a:p>
                      <a:pPr marL="0" algn="ctr" defTabSz="566987" rtl="0" eaLnBrk="1" latinLnBrk="0" hangingPunct="1"/>
                      <a:endParaRPr lang="en-US" sz="1200" dirty="0">
                        <a:solidFill>
                          <a:schemeClr val="accent6">
                            <a:lumMod val="10000"/>
                          </a:schemeClr>
                        </a:solidFill>
                        <a:latin typeface="SWCC 2-" panose="00000500000000000000" pitchFamily="2" charset="-78"/>
                        <a:cs typeface="SWCC 2-" panose="00000500000000000000" pitchFamily="2" charset="-7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566987" rtl="1" eaLnBrk="1" latinLnBrk="0" hangingPunct="1"/>
                      <a:endParaRPr lang="en-US" sz="1200" dirty="0">
                        <a:solidFill>
                          <a:schemeClr val="accent6">
                            <a:lumMod val="10000"/>
                          </a:schemeClr>
                        </a:solidFill>
                        <a:latin typeface="SWCC 2-" panose="00000500000000000000" pitchFamily="2" charset="-78"/>
                        <a:cs typeface="SWCC 2-" panose="00000500000000000000" pitchFamily="2" charset="-7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566987" rtl="0" eaLnBrk="1" latinLnBrk="0" hangingPunct="1"/>
                      <a:endParaRPr lang="ar-SA" sz="1200" dirty="0">
                        <a:solidFill>
                          <a:schemeClr val="accent6">
                            <a:lumMod val="10000"/>
                          </a:schemeClr>
                        </a:solidFill>
                        <a:latin typeface="SWCC 2-" panose="00000500000000000000" pitchFamily="2" charset="-78"/>
                        <a:cs typeface="SWCC 2-" panose="00000500000000000000" pitchFamily="2" charset="-7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566987" rtl="0" eaLnBrk="1" latinLnBrk="0" hangingPunct="1"/>
                      <a:endParaRPr lang="ar-SA" sz="1200" dirty="0">
                        <a:solidFill>
                          <a:schemeClr val="accent6">
                            <a:lumMod val="10000"/>
                          </a:schemeClr>
                        </a:solidFill>
                        <a:latin typeface="SWCC 2-" panose="00000500000000000000" pitchFamily="2" charset="-78"/>
                        <a:cs typeface="SWCC 2-" panose="00000500000000000000" pitchFamily="2" charset="-7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r" defTabSz="566987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ar-SA" sz="1100" kern="1200" dirty="0">
                        <a:solidFill>
                          <a:schemeClr val="accent6">
                            <a:lumMod val="10000"/>
                          </a:schemeClr>
                        </a:solidFill>
                        <a:latin typeface="SWCC 2-" panose="00000500000000000000" pitchFamily="2" charset="-78"/>
                        <a:ea typeface="+mn-ea"/>
                        <a:cs typeface="SWCC 2-" panose="00000500000000000000" pitchFamily="2" charset="-78"/>
                      </a:endParaRPr>
                    </a:p>
                  </a:txBody>
                  <a:tcPr anchor="ctr"/>
                </a:tc>
                <a:tc rowSpan="3">
                  <a:txBody>
                    <a:bodyPr/>
                    <a:lstStyle/>
                    <a:p>
                      <a:pPr marL="0" marR="0" lvl="0" indent="0" algn="r" defTabSz="566987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ar-SA" sz="1200" kern="1200" dirty="0">
                        <a:solidFill>
                          <a:schemeClr val="accent6">
                            <a:lumMod val="10000"/>
                          </a:schemeClr>
                        </a:solidFill>
                        <a:latin typeface="SWCC 2-" panose="00000500000000000000" pitchFamily="2" charset="-78"/>
                        <a:ea typeface="+mn-ea"/>
                        <a:cs typeface="SWCC 2-" panose="00000500000000000000" pitchFamily="2" charset="-78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78766192"/>
                  </a:ext>
                </a:extLst>
              </a:tr>
              <a:tr h="387153">
                <a:tc>
                  <a:txBody>
                    <a:bodyPr/>
                    <a:lstStyle/>
                    <a:p>
                      <a:pPr marL="0" algn="ctr" defTabSz="566987" rtl="0" eaLnBrk="1" latinLnBrk="0" hangingPunct="1"/>
                      <a:endParaRPr lang="en-US" sz="1200" dirty="0">
                        <a:solidFill>
                          <a:schemeClr val="accent6">
                            <a:lumMod val="10000"/>
                          </a:schemeClr>
                        </a:solidFill>
                        <a:latin typeface="SWCC 2-" panose="00000500000000000000" pitchFamily="2" charset="-78"/>
                        <a:cs typeface="SWCC 2-" panose="00000500000000000000" pitchFamily="2" charset="-7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566987" rtl="1" eaLnBrk="1" latinLnBrk="0" hangingPunct="1"/>
                      <a:endParaRPr lang="en-US" sz="1200" dirty="0">
                        <a:solidFill>
                          <a:schemeClr val="accent6">
                            <a:lumMod val="10000"/>
                          </a:schemeClr>
                        </a:solidFill>
                        <a:latin typeface="SWCC 2-" panose="00000500000000000000" pitchFamily="2" charset="-78"/>
                        <a:cs typeface="SWCC 2-" panose="00000500000000000000" pitchFamily="2" charset="-7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566987" rtl="0" eaLnBrk="1" latinLnBrk="0" hangingPunct="1"/>
                      <a:endParaRPr lang="ar-SA" sz="1200" dirty="0">
                        <a:solidFill>
                          <a:schemeClr val="accent6">
                            <a:lumMod val="10000"/>
                          </a:schemeClr>
                        </a:solidFill>
                        <a:latin typeface="SWCC 2-" panose="00000500000000000000" pitchFamily="2" charset="-78"/>
                        <a:cs typeface="SWCC 2-" panose="00000500000000000000" pitchFamily="2" charset="-7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566987" rtl="0" eaLnBrk="1" latinLnBrk="0" hangingPunct="1"/>
                      <a:endParaRPr lang="ar-SA" sz="1200" dirty="0">
                        <a:solidFill>
                          <a:schemeClr val="accent6">
                            <a:lumMod val="10000"/>
                          </a:schemeClr>
                        </a:solidFill>
                        <a:latin typeface="SWCC 2-" panose="00000500000000000000" pitchFamily="2" charset="-78"/>
                        <a:cs typeface="SWCC 2-" panose="00000500000000000000" pitchFamily="2" charset="-7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r" defTabSz="566987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ar-SA" sz="1100" kern="1200" dirty="0">
                        <a:solidFill>
                          <a:schemeClr val="accent6">
                            <a:lumMod val="10000"/>
                          </a:schemeClr>
                        </a:solidFill>
                        <a:latin typeface="SWCC 2-" panose="00000500000000000000" pitchFamily="2" charset="-78"/>
                        <a:ea typeface="+mn-ea"/>
                        <a:cs typeface="SWCC 2-" panose="00000500000000000000" pitchFamily="2" charset="-78"/>
                      </a:endParaRP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marL="0" marR="0" lvl="0" indent="0" algn="r" defTabSz="566987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ar-SA" sz="1200" kern="1200" dirty="0">
                        <a:solidFill>
                          <a:schemeClr val="accent6">
                            <a:lumMod val="10000"/>
                          </a:schemeClr>
                        </a:solidFill>
                        <a:latin typeface="SWCC 2-" panose="00000500000000000000" pitchFamily="2" charset="-78"/>
                        <a:ea typeface="+mn-ea"/>
                        <a:cs typeface="SWCC 2-" panose="00000500000000000000" pitchFamily="2" charset="-78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15033260"/>
                  </a:ext>
                </a:extLst>
              </a:tr>
              <a:tr h="336455">
                <a:tc>
                  <a:txBody>
                    <a:bodyPr/>
                    <a:lstStyle/>
                    <a:p>
                      <a:pPr marL="0" algn="ctr" defTabSz="566987" rtl="0" eaLnBrk="1" latinLnBrk="0" hangingPunct="1"/>
                      <a:endParaRPr lang="en-US" sz="1200" dirty="0">
                        <a:solidFill>
                          <a:schemeClr val="accent6">
                            <a:lumMod val="10000"/>
                          </a:schemeClr>
                        </a:solidFill>
                        <a:latin typeface="SWCC 2-" panose="00000500000000000000" pitchFamily="2" charset="-78"/>
                        <a:cs typeface="SWCC 2-" panose="00000500000000000000" pitchFamily="2" charset="-7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566987" rtl="1" eaLnBrk="1" latinLnBrk="0" hangingPunct="1"/>
                      <a:endParaRPr lang="en-US" sz="1200" dirty="0">
                        <a:solidFill>
                          <a:schemeClr val="accent6">
                            <a:lumMod val="10000"/>
                          </a:schemeClr>
                        </a:solidFill>
                        <a:latin typeface="SWCC 2-" panose="00000500000000000000" pitchFamily="2" charset="-78"/>
                        <a:cs typeface="SWCC 2-" panose="00000500000000000000" pitchFamily="2" charset="-7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566987" rtl="0" eaLnBrk="1" latinLnBrk="0" hangingPunct="1"/>
                      <a:endParaRPr lang="ar-SA" sz="1200" dirty="0">
                        <a:solidFill>
                          <a:schemeClr val="accent6">
                            <a:lumMod val="10000"/>
                          </a:schemeClr>
                        </a:solidFill>
                        <a:latin typeface="SWCC 2-" panose="00000500000000000000" pitchFamily="2" charset="-78"/>
                        <a:cs typeface="SWCC 2-" panose="00000500000000000000" pitchFamily="2" charset="-7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566987" rtl="0" eaLnBrk="1" latinLnBrk="0" hangingPunct="1"/>
                      <a:endParaRPr lang="ar-SA" sz="1200" dirty="0">
                        <a:solidFill>
                          <a:schemeClr val="accent6">
                            <a:lumMod val="10000"/>
                          </a:schemeClr>
                        </a:solidFill>
                        <a:latin typeface="SWCC 2-" panose="00000500000000000000" pitchFamily="2" charset="-78"/>
                        <a:cs typeface="SWCC 2-" panose="00000500000000000000" pitchFamily="2" charset="-7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r" defTabSz="566987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ar-SA" sz="1100" kern="1200" dirty="0">
                        <a:solidFill>
                          <a:schemeClr val="accent6">
                            <a:lumMod val="10000"/>
                          </a:schemeClr>
                        </a:solidFill>
                        <a:latin typeface="SWCC 2-" panose="00000500000000000000" pitchFamily="2" charset="-78"/>
                        <a:ea typeface="+mn-ea"/>
                        <a:cs typeface="SWCC 2-" panose="00000500000000000000" pitchFamily="2" charset="-78"/>
                      </a:endParaRP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endParaRPr lang="en-SA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4256613"/>
                  </a:ext>
                </a:extLst>
              </a:tr>
              <a:tr h="414402">
                <a:tc>
                  <a:txBody>
                    <a:bodyPr/>
                    <a:lstStyle/>
                    <a:p>
                      <a:pPr algn="ctr" rtl="1"/>
                      <a:endParaRPr lang="en-US" sz="1200" dirty="0">
                        <a:solidFill>
                          <a:schemeClr val="accent6">
                            <a:lumMod val="10000"/>
                          </a:schemeClr>
                        </a:solidFill>
                        <a:latin typeface="SWCC 2-" panose="00000500000000000000" pitchFamily="2" charset="-78"/>
                        <a:cs typeface="SWCC 2-" panose="00000500000000000000" pitchFamily="2" charset="-7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1"/>
                      <a:endParaRPr lang="en-US" sz="1200" dirty="0">
                        <a:solidFill>
                          <a:schemeClr val="accent6">
                            <a:lumMod val="10000"/>
                          </a:schemeClr>
                        </a:solidFill>
                        <a:latin typeface="SWCC 2-" panose="00000500000000000000" pitchFamily="2" charset="-78"/>
                        <a:cs typeface="SWCC 2-" panose="00000500000000000000" pitchFamily="2" charset="-7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1"/>
                      <a:endParaRPr lang="ar-SA" sz="1200" dirty="0">
                        <a:solidFill>
                          <a:schemeClr val="accent6">
                            <a:lumMod val="10000"/>
                          </a:schemeClr>
                        </a:solidFill>
                        <a:latin typeface="SWCC 2-" panose="00000500000000000000" pitchFamily="2" charset="-78"/>
                        <a:cs typeface="SWCC 2-" panose="00000500000000000000" pitchFamily="2" charset="-7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1"/>
                      <a:endParaRPr lang="ar-SA" sz="1200" dirty="0">
                        <a:solidFill>
                          <a:schemeClr val="accent6">
                            <a:lumMod val="10000"/>
                          </a:schemeClr>
                        </a:solidFill>
                        <a:latin typeface="SWCC 2-" panose="00000500000000000000" pitchFamily="2" charset="-78"/>
                        <a:cs typeface="SWCC 2-" panose="00000500000000000000" pitchFamily="2" charset="-7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r" defTabSz="566987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ar-SA" sz="1100" kern="1200" dirty="0">
                        <a:solidFill>
                          <a:schemeClr val="accent6">
                            <a:lumMod val="10000"/>
                          </a:schemeClr>
                        </a:solidFill>
                        <a:latin typeface="SWCC 2-" panose="00000500000000000000" pitchFamily="2" charset="-78"/>
                        <a:ea typeface="+mn-ea"/>
                        <a:cs typeface="SWCC 2-" panose="00000500000000000000" pitchFamily="2" charset="-7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r" defTabSz="566987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ar-SA" sz="1200" kern="1200" dirty="0">
                        <a:solidFill>
                          <a:schemeClr val="accent6">
                            <a:lumMod val="10000"/>
                          </a:schemeClr>
                        </a:solidFill>
                        <a:latin typeface="SWCC 2-" panose="00000500000000000000" pitchFamily="2" charset="-78"/>
                        <a:ea typeface="+mn-ea"/>
                        <a:cs typeface="SWCC 2-" panose="00000500000000000000" pitchFamily="2" charset="-78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4227489"/>
                  </a:ext>
                </a:extLst>
              </a:tr>
              <a:tr h="494622">
                <a:tc>
                  <a:txBody>
                    <a:bodyPr/>
                    <a:lstStyle/>
                    <a:p>
                      <a:pPr marL="0" algn="ctr" defTabSz="566987" rtl="0" eaLnBrk="1" latinLnBrk="0" hangingPunct="1"/>
                      <a:endParaRPr lang="ar-SA" sz="1200" b="1" i="0" dirty="0">
                        <a:solidFill>
                          <a:schemeClr val="accent6">
                            <a:lumMod val="10000"/>
                          </a:schemeClr>
                        </a:solidFill>
                        <a:latin typeface="SWCC 4- Bold" pitchFamily="2" charset="-78"/>
                        <a:cs typeface="SWCC 4- Bold" pitchFamily="2" charset="-78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566987" rtl="0" eaLnBrk="1" latinLnBrk="0" hangingPunct="1"/>
                      <a:endParaRPr lang="ar-SA" sz="1050" b="1" dirty="0">
                        <a:solidFill>
                          <a:schemeClr val="accent6">
                            <a:lumMod val="10000"/>
                          </a:schemeClr>
                        </a:solidFill>
                        <a:latin typeface="SWCC 2-" panose="00000500000000000000" pitchFamily="2" charset="-78"/>
                        <a:cs typeface="SWCC 2-" panose="00000500000000000000" pitchFamily="2" charset="-7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566987" rtl="0" eaLnBrk="1" latinLnBrk="0" hangingPunct="1"/>
                      <a:endParaRPr lang="en-US" sz="1100" b="1" dirty="0">
                        <a:solidFill>
                          <a:schemeClr val="accent6">
                            <a:lumMod val="10000"/>
                          </a:schemeClr>
                        </a:solidFill>
                        <a:latin typeface="SWCC 2-" panose="00000500000000000000" pitchFamily="2" charset="-78"/>
                        <a:cs typeface="SWCC 2-" panose="00000500000000000000" pitchFamily="2" charset="-7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566987" rtl="0" eaLnBrk="1" latinLnBrk="0" hangingPunct="1"/>
                      <a:endParaRPr lang="ar-SA" sz="1200" b="1" i="0" dirty="0">
                        <a:solidFill>
                          <a:schemeClr val="accent6">
                            <a:lumMod val="10000"/>
                          </a:schemeClr>
                        </a:solidFill>
                        <a:latin typeface="SWCC 4- Bold" pitchFamily="2" charset="-78"/>
                        <a:cs typeface="SWCC 4- Bold" pitchFamily="2" charset="-7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566987" rtl="0" eaLnBrk="1" latinLnBrk="0" hangingPunct="1"/>
                      <a:endParaRPr lang="ar-SA" sz="1200" b="1" i="0" dirty="0">
                        <a:solidFill>
                          <a:schemeClr val="accent6">
                            <a:lumMod val="10000"/>
                          </a:schemeClr>
                        </a:solidFill>
                        <a:latin typeface="SWCC 4- Bold" pitchFamily="2" charset="-78"/>
                        <a:cs typeface="SWCC 4- Bold" pitchFamily="2" charset="-78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566987" rtl="1" eaLnBrk="1" latinLnBrk="0" hangingPunct="1"/>
                      <a:endParaRPr lang="en-SA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846716"/>
                  </a:ext>
                </a:extLst>
              </a:tr>
            </a:tbl>
          </a:graphicData>
        </a:graphic>
      </p:graphicFrame>
      <p:sp>
        <p:nvSpPr>
          <p:cNvPr id="7" name="مستطيل 51">
            <a:extLst>
              <a:ext uri="{FF2B5EF4-FFF2-40B4-BE49-F238E27FC236}">
                <a16:creationId xmlns:a16="http://schemas.microsoft.com/office/drawing/2014/main" id="{85C85F93-0CCF-A11F-963D-E6368BCDA686}"/>
              </a:ext>
            </a:extLst>
          </p:cNvPr>
          <p:cNvSpPr/>
          <p:nvPr/>
        </p:nvSpPr>
        <p:spPr>
          <a:xfrm>
            <a:off x="142874" y="425649"/>
            <a:ext cx="7205347" cy="383753"/>
          </a:xfrm>
          <a:prstGeom prst="rect">
            <a:avLst/>
          </a:prstGeom>
          <a:solidFill>
            <a:srgbClr val="00349C"/>
          </a:solidFill>
          <a:ln>
            <a:solidFill>
              <a:srgbClr val="F8F8F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marL="0" algn="ctr" defTabSz="914400" rtl="1" eaLnBrk="1" latinLnBrk="0" hangingPunct="1"/>
            <a:endParaRPr lang="ar-SA" dirty="0"/>
          </a:p>
        </p:txBody>
      </p:sp>
      <p:sp>
        <p:nvSpPr>
          <p:cNvPr id="9" name="عنصر نائب للنص 2">
            <a:extLst>
              <a:ext uri="{FF2B5EF4-FFF2-40B4-BE49-F238E27FC236}">
                <a16:creationId xmlns:a16="http://schemas.microsoft.com/office/drawing/2014/main" id="{8E6C72DC-64E5-601E-34AD-F3E8E5FB902D}"/>
              </a:ext>
            </a:extLst>
          </p:cNvPr>
          <p:cNvSpPr txBox="1">
            <a:spLocks/>
          </p:cNvSpPr>
          <p:nvPr/>
        </p:nvSpPr>
        <p:spPr>
          <a:xfrm>
            <a:off x="1900921" y="473957"/>
            <a:ext cx="5450084" cy="287135"/>
          </a:xfrm>
          <a:prstGeom prst="rect">
            <a:avLst/>
          </a:prstGeom>
        </p:spPr>
        <p:txBody>
          <a:bodyPr anchor="ctr"/>
          <a:lstStyle>
            <a:lvl1pPr marL="0" indent="-141747" algn="r" defTabSz="567019" rtl="1" eaLnBrk="1" latinLnBrk="0" hangingPunct="1">
              <a:lnSpc>
                <a:spcPct val="90000"/>
              </a:lnSpc>
              <a:spcBef>
                <a:spcPts val="620"/>
              </a:spcBef>
              <a:buFont typeface="Arial" panose="020B0604020202020204" pitchFamily="34" charset="0"/>
              <a:buChar char="•"/>
              <a:defRPr sz="1736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25240" indent="-141747" algn="r" defTabSz="566987" rtl="1" eaLnBrk="1" latinLnBrk="0" hangingPunct="1">
              <a:lnSpc>
                <a:spcPct val="90000"/>
              </a:lnSpc>
              <a:spcBef>
                <a:spcPts val="310"/>
              </a:spcBef>
              <a:buFont typeface="Arial" panose="020B0604020202020204" pitchFamily="34" charset="0"/>
              <a:buChar char="•"/>
              <a:defRPr sz="14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08733" indent="-141747" algn="r" defTabSz="566987" rtl="1" eaLnBrk="1" latinLnBrk="0" hangingPunct="1">
              <a:lnSpc>
                <a:spcPct val="90000"/>
              </a:lnSpc>
              <a:spcBef>
                <a:spcPts val="310"/>
              </a:spcBef>
              <a:buFont typeface="Arial" panose="020B0604020202020204" pitchFamily="34" charset="0"/>
              <a:buChar char="•"/>
              <a:defRPr sz="12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50480" indent="0" algn="r" defTabSz="566987" rtl="1" eaLnBrk="1" latinLnBrk="0" hangingPunct="1">
              <a:lnSpc>
                <a:spcPct val="90000"/>
              </a:lnSpc>
              <a:spcBef>
                <a:spcPts val="310"/>
              </a:spcBef>
              <a:buFont typeface="Arial" panose="020B0604020202020204" pitchFamily="34" charset="0"/>
              <a:buNone/>
              <a:defRPr sz="111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33974" indent="0" algn="r" defTabSz="566987" rtl="1" eaLnBrk="1" latinLnBrk="0" hangingPunct="1">
              <a:lnSpc>
                <a:spcPct val="90000"/>
              </a:lnSpc>
              <a:spcBef>
                <a:spcPts val="310"/>
              </a:spcBef>
              <a:buFont typeface="Arial" panose="020B0604020202020204" pitchFamily="34" charset="0"/>
              <a:buNone/>
              <a:defRPr sz="111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59214" indent="-141747" algn="r" defTabSz="566987" rtl="1" eaLnBrk="1" latinLnBrk="0" hangingPunct="1">
              <a:lnSpc>
                <a:spcPct val="90000"/>
              </a:lnSpc>
              <a:spcBef>
                <a:spcPts val="310"/>
              </a:spcBef>
              <a:buFont typeface="Arial" panose="020B0604020202020204" pitchFamily="34" charset="0"/>
              <a:buChar char="•"/>
              <a:defRPr sz="111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42707" indent="-141747" algn="r" defTabSz="566987" rtl="1" eaLnBrk="1" latinLnBrk="0" hangingPunct="1">
              <a:lnSpc>
                <a:spcPct val="90000"/>
              </a:lnSpc>
              <a:spcBef>
                <a:spcPts val="310"/>
              </a:spcBef>
              <a:buFont typeface="Arial" panose="020B0604020202020204" pitchFamily="34" charset="0"/>
              <a:buChar char="•"/>
              <a:defRPr sz="111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26201" indent="-141747" algn="r" defTabSz="566987" rtl="1" eaLnBrk="1" latinLnBrk="0" hangingPunct="1">
              <a:lnSpc>
                <a:spcPct val="90000"/>
              </a:lnSpc>
              <a:spcBef>
                <a:spcPts val="310"/>
              </a:spcBef>
              <a:buFont typeface="Arial" panose="020B0604020202020204" pitchFamily="34" charset="0"/>
              <a:buChar char="•"/>
              <a:defRPr sz="111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09694" indent="-141747" algn="r" defTabSz="566987" rtl="1" eaLnBrk="1" latinLnBrk="0" hangingPunct="1">
              <a:lnSpc>
                <a:spcPct val="90000"/>
              </a:lnSpc>
              <a:spcBef>
                <a:spcPts val="310"/>
              </a:spcBef>
              <a:buFont typeface="Arial" panose="020B0604020202020204" pitchFamily="34" charset="0"/>
              <a:buChar char="•"/>
              <a:defRPr sz="111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0">
              <a:buFont typeface="Arial" panose="020B0604020202020204" pitchFamily="34" charset="0"/>
              <a:buNone/>
            </a:pPr>
            <a:r>
              <a:rPr lang="ar-SA" b="1" dirty="0">
                <a:solidFill>
                  <a:schemeClr val="bg1"/>
                </a:solidFill>
                <a:latin typeface="IBM Plex Sans Arabic" panose="020B0503050203000203" pitchFamily="34" charset="-78"/>
                <a:cs typeface="IBM Plex Sans Arabic" panose="020B0503050203000203" pitchFamily="34" charset="-78"/>
              </a:rPr>
              <a:t>خـــــطـــــــط الـــــتــــــــــــدريــــــــــــــــــــب الاســـــبــــــــــــــــوعـــــــــــــــــــــــــــــــــــــــــــــي</a:t>
            </a: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6CDE8821-1F1C-411E-BB77-CF25FFD29FF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31255158"/>
              </p:ext>
            </p:extLst>
          </p:nvPr>
        </p:nvGraphicFramePr>
        <p:xfrm>
          <a:off x="142873" y="1184245"/>
          <a:ext cx="7193521" cy="8910215"/>
        </p:xfrm>
        <a:graphic>
          <a:graphicData uri="http://schemas.openxmlformats.org/drawingml/2006/table">
            <a:tbl>
              <a:tblPr rtl="1" firstRow="1" bandRow="1">
                <a:tableStyleId>{073A0DAA-6AF3-43AB-8588-CEC1D06C72B9}</a:tableStyleId>
              </a:tblPr>
              <a:tblGrid>
                <a:gridCol w="225129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2992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7129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3115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12071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424461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512058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604061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457199">
                  <a:extLst>
                    <a:ext uri="{9D8B030D-6E8A-4147-A177-3AD203B41FA5}">
                      <a16:colId xmlns:a16="http://schemas.microsoft.com/office/drawing/2014/main" val="20016"/>
                    </a:ext>
                  </a:extLst>
                </a:gridCol>
              </a:tblGrid>
              <a:tr h="597084">
                <a:tc>
                  <a:txBody>
                    <a:bodyPr/>
                    <a:lstStyle/>
                    <a:p>
                      <a:pPr marL="0" marR="0" lvl="0" indent="0" algn="ctr" defTabSz="4572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SA" sz="1200" b="1" i="0" kern="1200" dirty="0">
                          <a:solidFill>
                            <a:schemeClr val="bg1"/>
                          </a:solidFill>
                          <a:effectLst/>
                          <a:latin typeface="IBM Plex Sans Arabic SemiBold" panose="020B0503050203000203" pitchFamily="34" charset="-78"/>
                          <a:cs typeface="IBM Plex Sans Arabic SemiBold" panose="020B0503050203000203" pitchFamily="34" charset="-78"/>
                        </a:rPr>
                        <a:t>اسم الدورة</a:t>
                      </a:r>
                    </a:p>
                    <a:p>
                      <a:pPr marL="0" marR="0" lvl="0" indent="0" algn="ctr" defTabSz="4572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b="1" i="0" kern="1200" dirty="0">
                          <a:solidFill>
                            <a:schemeClr val="bg1"/>
                          </a:solidFill>
                          <a:effectLst/>
                          <a:latin typeface="IBM Plex Sans Arabic SemiBold" panose="020B0503050203000203" pitchFamily="34" charset="-78"/>
                          <a:cs typeface="IBM Plex Sans Arabic SemiBold" panose="020B0503050203000203" pitchFamily="34" charset="-78"/>
                        </a:rPr>
                        <a:t>Course Name</a:t>
                      </a:r>
                      <a:endParaRPr lang="ar-SA" sz="1050" b="1" i="0" kern="1200" dirty="0">
                        <a:solidFill>
                          <a:schemeClr val="bg1"/>
                        </a:solidFill>
                        <a:effectLst/>
                        <a:latin typeface="IBM Plex Sans Arabic SemiBold" panose="020B0503050203000203" pitchFamily="34" charset="-78"/>
                        <a:ea typeface="+mn-ea"/>
                        <a:cs typeface="IBM Plex Sans Arabic SemiBold" panose="020B0503050203000203" pitchFamily="34" charset="-78"/>
                      </a:endParaRPr>
                    </a:p>
                  </a:txBody>
                  <a:tcPr anchor="ctr"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SA" sz="700" b="1" i="0" kern="1200" dirty="0">
                          <a:solidFill>
                            <a:schemeClr val="bg1"/>
                          </a:solidFill>
                          <a:effectLst/>
                          <a:latin typeface="IBM Plex Sans Arabic SemiBold" panose="020B0503050203000203" pitchFamily="34" charset="-78"/>
                          <a:cs typeface="IBM Plex Sans Arabic SemiBold" panose="020B0503050203000203" pitchFamily="34" charset="-78"/>
                        </a:rPr>
                        <a:t>رمز الدورة</a:t>
                      </a:r>
                      <a:endParaRPr lang="en-US" sz="700" b="1" i="0" kern="1200" dirty="0">
                        <a:solidFill>
                          <a:schemeClr val="bg1"/>
                        </a:solidFill>
                        <a:effectLst/>
                        <a:latin typeface="IBM Plex Sans Arabic SemiBold" panose="020B0503050203000203" pitchFamily="34" charset="-78"/>
                        <a:cs typeface="IBM Plex Sans Arabic SemiBold" panose="020B0503050203000203" pitchFamily="34" charset="-78"/>
                      </a:endParaRPr>
                    </a:p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600" b="1" i="0" kern="1200" dirty="0">
                          <a:solidFill>
                            <a:schemeClr val="bg1"/>
                          </a:solidFill>
                          <a:effectLst/>
                          <a:latin typeface="IBM Plex Sans Arabic SemiBold" panose="020B0503050203000203" pitchFamily="34" charset="-78"/>
                          <a:cs typeface="IBM Plex Sans Arabic SemiBold" panose="020B0503050203000203" pitchFamily="34" charset="-78"/>
                        </a:rPr>
                        <a:t>Code No</a:t>
                      </a:r>
                      <a:endParaRPr lang="en-US" sz="600" b="1" i="0" kern="1200" dirty="0">
                        <a:solidFill>
                          <a:schemeClr val="bg1"/>
                        </a:solidFill>
                        <a:effectLst/>
                        <a:latin typeface="IBM Plex Sans Arabic SemiBold" panose="020B0503050203000203" pitchFamily="34" charset="-78"/>
                        <a:ea typeface="+mn-ea"/>
                        <a:cs typeface="IBM Plex Sans Arabic SemiBold" panose="020B0503050203000203" pitchFamily="34" charset="-78"/>
                      </a:endParaRPr>
                    </a:p>
                  </a:txBody>
                  <a:tcPr anchor="ctr"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marL="635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ar-SA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IBM Plex Sans Arabic SemiBold" panose="020B0503050203000203" pitchFamily="34" charset="-78"/>
                          <a:cs typeface="IBM Plex Sans Arabic SemiBold" panose="020B0503050203000203" pitchFamily="34" charset="-78"/>
                        </a:rPr>
                        <a:t>الفتــرة</a:t>
                      </a:r>
                      <a:endParaRPr kumimoji="0" lang="ar-SA" sz="6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LnTx/>
                        <a:uFillTx/>
                        <a:latin typeface="IBM Plex Sans Arabic SemiBold" panose="020B0503050203000203" pitchFamily="34" charset="-78"/>
                        <a:cs typeface="IBM Plex Sans Arabic SemiBold" panose="020B0503050203000203" pitchFamily="34" charset="-78"/>
                      </a:endParaRPr>
                    </a:p>
                    <a:p>
                      <a:pPr marL="9525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vi-VN" sz="5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IBM Plex Sans Arabic SemiBold" panose="020B0503050203000203" pitchFamily="34" charset="-78"/>
                          <a:cs typeface="IBM Plex Sans Arabic SemiBold" panose="020B0503050203000203" pitchFamily="34" charset="-78"/>
                        </a:rPr>
                        <a:t>Duration</a:t>
                      </a:r>
                      <a:endParaRPr kumimoji="0" lang="vi-VN" sz="5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LnTx/>
                        <a:uFillTx/>
                        <a:latin typeface="IBM Plex Sans Arabic SemiBold" panose="020B0503050203000203" pitchFamily="34" charset="-78"/>
                        <a:ea typeface="SWCC 4- Bold" charset="0"/>
                        <a:cs typeface="IBM Plex Sans Arabic SemiBold" panose="020B0503050203000203" pitchFamily="34" charset="-78"/>
                      </a:endParaRPr>
                    </a:p>
                  </a:txBody>
                  <a:tcPr anchor="ctr"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SA" sz="1000" b="1" i="0" kern="1200" dirty="0">
                          <a:solidFill>
                            <a:schemeClr val="bg1"/>
                          </a:solidFill>
                          <a:effectLst/>
                          <a:latin typeface="IBM Plex Sans Arabic SemiBold" panose="020B0503050203000203" pitchFamily="34" charset="-78"/>
                          <a:cs typeface="IBM Plex Sans Arabic SemiBold" panose="020B0503050203000203" pitchFamily="34" charset="-78"/>
                        </a:rPr>
                        <a:t>اسم المدرب</a:t>
                      </a: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600" b="1" i="0" kern="1200" dirty="0">
                          <a:solidFill>
                            <a:schemeClr val="bg1"/>
                          </a:solidFill>
                          <a:effectLst/>
                          <a:latin typeface="IBM Plex Sans Arabic SemiBold" panose="020B0503050203000203" pitchFamily="34" charset="-78"/>
                          <a:cs typeface="IBM Plex Sans Arabic SemiBold" panose="020B0503050203000203" pitchFamily="34" charset="-78"/>
                        </a:rPr>
                        <a:t>Trainer name</a:t>
                      </a:r>
                      <a:endParaRPr lang="en-US" sz="600" b="1" i="0" kern="1200" dirty="0">
                        <a:solidFill>
                          <a:schemeClr val="bg1"/>
                        </a:solidFill>
                        <a:effectLst/>
                        <a:latin typeface="IBM Plex Sans Arabic SemiBold" panose="020B0503050203000203" pitchFamily="34" charset="-78"/>
                        <a:ea typeface="+mn-ea"/>
                        <a:cs typeface="IBM Plex Sans Arabic SemiBold" panose="020B0503050203000203" pitchFamily="34" charset="-78"/>
                      </a:endParaRPr>
                    </a:p>
                  </a:txBody>
                  <a:tcPr anchor="ctr"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SA" sz="500" b="1" i="0" kern="1200" dirty="0">
                          <a:solidFill>
                            <a:schemeClr val="bg1"/>
                          </a:solidFill>
                          <a:latin typeface="IBM Plex Sans Arabic SemiBold" panose="020B0503050203000203" pitchFamily="34" charset="-78"/>
                          <a:cs typeface="IBM Plex Sans Arabic SemiBold" panose="020B0503050203000203" pitchFamily="34" charset="-78"/>
                        </a:rPr>
                        <a:t>القاعة التدريبية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500" b="1" i="0" kern="1200" dirty="0">
                          <a:solidFill>
                            <a:schemeClr val="bg1"/>
                          </a:solidFill>
                          <a:latin typeface="IBM Plex Sans Arabic SemiBold" panose="020B0503050203000203" pitchFamily="34" charset="-78"/>
                          <a:cs typeface="IBM Plex Sans Arabic SemiBold" panose="020B0503050203000203" pitchFamily="34" charset="-78"/>
                        </a:rPr>
                        <a:t>Classroom</a:t>
                      </a:r>
                      <a:endParaRPr lang="en-US" sz="500" b="1" i="0" kern="1200" dirty="0">
                        <a:solidFill>
                          <a:schemeClr val="bg1"/>
                        </a:solidFill>
                        <a:latin typeface="IBM Plex Sans Arabic SemiBold" panose="020B0503050203000203" pitchFamily="34" charset="-78"/>
                        <a:ea typeface="SWCC 4- Bold" charset="0"/>
                        <a:cs typeface="IBM Plex Sans Arabic SemiBold" panose="020B0503050203000203" pitchFamily="34" charset="-78"/>
                      </a:endParaRPr>
                    </a:p>
                  </a:txBody>
                  <a:tcPr anchor="ctr"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SA" sz="600" b="1" i="0" kern="1200" dirty="0">
                          <a:solidFill>
                            <a:schemeClr val="bg1"/>
                          </a:solidFill>
                          <a:latin typeface="IBM Plex Sans Arabic SemiBold" panose="020B0503050203000203" pitchFamily="34" charset="-78"/>
                          <a:cs typeface="IBM Plex Sans Arabic SemiBold" panose="020B0503050203000203" pitchFamily="34" charset="-78"/>
                        </a:rPr>
                        <a:t>عدد المتدربين</a:t>
                      </a: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vi-VN" sz="500" b="1" i="0" kern="1200" dirty="0">
                          <a:solidFill>
                            <a:schemeClr val="bg1"/>
                          </a:solidFill>
                          <a:latin typeface="IBM Plex Sans Arabic SemiBold" panose="020B0503050203000203" pitchFamily="34" charset="-78"/>
                          <a:cs typeface="IBM Plex Sans Arabic SemiBold" panose="020B0503050203000203" pitchFamily="34" charset="-78"/>
                        </a:rPr>
                        <a:t>Trainees number</a:t>
                      </a:r>
                      <a:endParaRPr lang="vi-VN" sz="500" b="1" i="0" kern="1200" dirty="0">
                        <a:solidFill>
                          <a:schemeClr val="bg1"/>
                        </a:solidFill>
                        <a:latin typeface="IBM Plex Sans Arabic SemiBold" panose="020B0503050203000203" pitchFamily="34" charset="-78"/>
                        <a:ea typeface="SWCC 4- Bold" charset="0"/>
                        <a:cs typeface="IBM Plex Sans Arabic SemiBold" panose="020B0503050203000203" pitchFamily="34" charset="-78"/>
                      </a:endParaRPr>
                    </a:p>
                  </a:txBody>
                  <a:tcPr anchor="ctr"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SA" sz="600" b="1" i="0" kern="1200" dirty="0">
                          <a:solidFill>
                            <a:schemeClr val="bg1"/>
                          </a:solidFill>
                          <a:latin typeface="IBM Plex Sans Arabic SemiBold" panose="020B0503050203000203" pitchFamily="34" charset="-78"/>
                          <a:cs typeface="IBM Plex Sans Arabic SemiBold" panose="020B0503050203000203" pitchFamily="34" charset="-78"/>
                        </a:rPr>
                        <a:t>الوقت</a:t>
                      </a: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vi-VN" sz="600" b="1" i="0" kern="1200" dirty="0">
                          <a:solidFill>
                            <a:schemeClr val="bg1"/>
                          </a:solidFill>
                          <a:latin typeface="IBM Plex Sans Arabic SemiBold" panose="020B0503050203000203" pitchFamily="34" charset="-78"/>
                          <a:cs typeface="IBM Plex Sans Arabic SemiBold" panose="020B0503050203000203" pitchFamily="34" charset="-78"/>
                        </a:rPr>
                        <a:t>Time</a:t>
                      </a:r>
                      <a:endParaRPr lang="vi-VN" sz="600" b="1" i="0" kern="1200" dirty="0">
                        <a:solidFill>
                          <a:schemeClr val="bg1"/>
                        </a:solidFill>
                        <a:latin typeface="IBM Plex Sans Arabic SemiBold" panose="020B0503050203000203" pitchFamily="34" charset="-78"/>
                        <a:ea typeface="SWCC 4- Bold" charset="0"/>
                        <a:cs typeface="IBM Plex Sans Arabic SemiBold" panose="020B0503050203000203" pitchFamily="34" charset="-78"/>
                      </a:endParaRPr>
                    </a:p>
                  </a:txBody>
                  <a:tcPr anchor="ctr"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SA" sz="500" b="1" i="0" kern="1200" dirty="0">
                          <a:solidFill>
                            <a:schemeClr val="bg1"/>
                          </a:solidFill>
                          <a:latin typeface="IBM Plex Sans Arabic SemiBold" panose="020B0503050203000203" pitchFamily="34" charset="-78"/>
                          <a:cs typeface="IBM Plex Sans Arabic SemiBold" panose="020B0503050203000203" pitchFamily="34" charset="-78"/>
                        </a:rPr>
                        <a:t>وقت الراحة</a:t>
                      </a: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vi-VN" sz="400" b="1" i="0" kern="1200" dirty="0">
                          <a:solidFill>
                            <a:schemeClr val="bg1"/>
                          </a:solidFill>
                          <a:latin typeface="IBM Plex Sans Arabic SemiBold" panose="020B0503050203000203" pitchFamily="34" charset="-78"/>
                          <a:cs typeface="IBM Plex Sans Arabic SemiBold" panose="020B0503050203000203" pitchFamily="34" charset="-78"/>
                        </a:rPr>
                        <a:t>Break Time</a:t>
                      </a:r>
                      <a:endParaRPr lang="vi-VN" sz="400" b="1" i="0" kern="1200" dirty="0">
                        <a:solidFill>
                          <a:schemeClr val="bg1"/>
                        </a:solidFill>
                        <a:latin typeface="IBM Plex Sans Arabic SemiBold" panose="020B0503050203000203" pitchFamily="34" charset="-78"/>
                        <a:ea typeface="SWCC 4- Bold" charset="0"/>
                        <a:cs typeface="IBM Plex Sans Arabic SemiBold" panose="020B0503050203000203" pitchFamily="34" charset="-78"/>
                      </a:endParaRPr>
                    </a:p>
                  </a:txBody>
                  <a:tcPr anchor="ctr"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SA" sz="500" b="1" i="0" kern="1200" dirty="0">
                          <a:solidFill>
                            <a:schemeClr val="bg1"/>
                          </a:solidFill>
                          <a:latin typeface="IBM Plex Sans Arabic SemiBold" panose="020B0503050203000203" pitchFamily="34" charset="-78"/>
                          <a:cs typeface="IBM Plex Sans Arabic SemiBold" panose="020B0503050203000203" pitchFamily="34" charset="-78"/>
                        </a:rPr>
                        <a:t>وقت الاختبار</a:t>
                      </a: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vi-VN" sz="500" b="1" i="0" kern="1200" dirty="0">
                          <a:solidFill>
                            <a:schemeClr val="bg1"/>
                          </a:solidFill>
                          <a:latin typeface="IBM Plex Sans Arabic SemiBold" panose="020B0503050203000203" pitchFamily="34" charset="-78"/>
                          <a:cs typeface="IBM Plex Sans Arabic SemiBold" panose="020B0503050203000203" pitchFamily="34" charset="-78"/>
                        </a:rPr>
                        <a:t>Exam Time</a:t>
                      </a:r>
                      <a:endParaRPr lang="vi-VN" sz="500" b="1" i="0" kern="1200" dirty="0">
                        <a:solidFill>
                          <a:schemeClr val="bg1"/>
                        </a:solidFill>
                        <a:latin typeface="IBM Plex Sans Arabic SemiBold" panose="020B0503050203000203" pitchFamily="34" charset="-78"/>
                        <a:ea typeface="SWCC 4- Bold" charset="0"/>
                        <a:cs typeface="IBM Plex Sans Arabic SemiBold" panose="020B0503050203000203" pitchFamily="34" charset="-78"/>
                      </a:endParaRPr>
                    </a:p>
                  </a:txBody>
                  <a:tcPr anchor="ctr">
                    <a:solidFill>
                      <a:srgbClr val="4472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14060226"/>
                  </a:ext>
                </a:extLst>
              </a:tr>
              <a:tr h="500791">
                <a:tc>
                  <a:txBody>
                    <a:bodyPr/>
                    <a:lstStyle/>
                    <a:p>
                      <a:pPr marL="0" marR="0" indent="0" algn="ctr" defTabSz="4572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SA" sz="600" b="1" kern="1200" dirty="0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IBM Plex Sans Arabic SemiBold" panose="020B0703050203000203" pitchFamily="34" charset="-78"/>
                          <a:ea typeface="+mn-ea"/>
                          <a:cs typeface="IBM Plex Sans Arabic SemiBold" panose="020B0703050203000203" pitchFamily="34" charset="-78"/>
                        </a:rPr>
                        <a:t>الإدارة المتقدمة لفاقد المياه وتقنيات الكشف الذكي عن التسربات </a:t>
                      </a:r>
                      <a:r>
                        <a:rPr lang="en-US" sz="600" b="1" kern="1200" dirty="0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IBM Plex Sans Arabic SemiBold" panose="020B0703050203000203" pitchFamily="34" charset="-78"/>
                          <a:ea typeface="+mn-ea"/>
                          <a:cs typeface="IBM Plex Sans Arabic SemiBold" panose="020B0703050203000203" pitchFamily="34" charset="-78"/>
                        </a:rPr>
                        <a:t>Advanced NRW Management &amp; Smart Leak Detection Technologies</a:t>
                      </a:r>
                      <a:endParaRPr lang="ar-SA" sz="600" b="1" kern="1200" dirty="0">
                        <a:solidFill>
                          <a:schemeClr val="accent5">
                            <a:lumMod val="75000"/>
                          </a:schemeClr>
                        </a:solidFill>
                        <a:effectLst/>
                        <a:latin typeface="IBM Plex Sans Arabic SemiBold" panose="020B0703050203000203" pitchFamily="34" charset="-78"/>
                        <a:ea typeface="+mn-ea"/>
                        <a:cs typeface="IBM Plex Sans Arabic SemiBold" panose="020B0703050203000203" pitchFamily="34" charset="-78"/>
                      </a:endParaRPr>
                    </a:p>
                    <a:p>
                      <a:pPr marL="0" marR="0" indent="0" algn="ctr" defTabSz="4572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SA" sz="600" b="1" kern="1200" dirty="0">
                          <a:solidFill>
                            <a:srgbClr val="7030A0"/>
                          </a:solidFill>
                          <a:effectLst/>
                          <a:latin typeface="IBM Plex Sans Arabic SemiBold" panose="020B0703050203000203" pitchFamily="34" charset="-78"/>
                          <a:ea typeface="+mn-ea"/>
                          <a:cs typeface="IBM Plex Sans Arabic SemiBold" panose="020B0703050203000203" pitchFamily="34" charset="-78"/>
                        </a:rPr>
                        <a:t>شركة نماء العمانية </a:t>
                      </a:r>
                    </a:p>
                  </a:txBody>
                  <a:tcPr anchor="ctr">
                    <a:solidFill>
                      <a:srgbClr val="F1F5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600" b="1" kern="1200" dirty="0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IBM Plex Sans Arabic SemiBold" panose="020B0703050203000203" pitchFamily="34" charset="-78"/>
                          <a:ea typeface="+mn-ea"/>
                          <a:cs typeface="IBM Plex Sans Arabic SemiBold" panose="020B0703050203000203" pitchFamily="34" charset="-78"/>
                        </a:rPr>
                        <a:t>15403</a:t>
                      </a:r>
                    </a:p>
                  </a:txBody>
                  <a:tcPr marL="0" marR="0" marT="0" marB="0" anchor="ctr">
                    <a:solidFill>
                      <a:srgbClr val="F1F5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SA" sz="600" b="1" kern="1200" dirty="0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IBM Plex Sans Arabic SemiBold" panose="020B0703050203000203" pitchFamily="34" charset="-78"/>
                          <a:ea typeface="+mn-ea"/>
                          <a:cs typeface="IBM Plex Sans Arabic SemiBold" panose="020B0703050203000203" pitchFamily="34" charset="-78"/>
                        </a:rPr>
                        <a:t>5</a:t>
                      </a:r>
                      <a:endParaRPr lang="en-US" sz="600" b="1" kern="1200" dirty="0">
                        <a:solidFill>
                          <a:schemeClr val="accent5">
                            <a:lumMod val="75000"/>
                          </a:schemeClr>
                        </a:solidFill>
                        <a:effectLst/>
                        <a:latin typeface="IBM Plex Sans Arabic SemiBold" panose="020B0703050203000203" pitchFamily="34" charset="-78"/>
                        <a:ea typeface="+mn-ea"/>
                        <a:cs typeface="IBM Plex Sans Arabic SemiBold" panose="020B0703050203000203" pitchFamily="34" charset="-78"/>
                      </a:endParaRP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600" b="1" kern="1200" dirty="0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IBM Plex Sans Arabic SemiBold" panose="020B0703050203000203" pitchFamily="34" charset="-78"/>
                          <a:ea typeface="+mn-ea"/>
                          <a:cs typeface="IBM Plex Sans Arabic SemiBold" panose="020B0703050203000203" pitchFamily="34" charset="-78"/>
                        </a:rPr>
                        <a:t>Days</a:t>
                      </a:r>
                      <a:endParaRPr lang="vi-VN" sz="600" b="1" kern="1200" dirty="0">
                        <a:solidFill>
                          <a:schemeClr val="accent5">
                            <a:lumMod val="75000"/>
                          </a:schemeClr>
                        </a:solidFill>
                        <a:effectLst/>
                        <a:latin typeface="IBM Plex Sans Arabic SemiBold" panose="020B0703050203000203" pitchFamily="34" charset="-78"/>
                        <a:ea typeface="+mn-ea"/>
                        <a:cs typeface="IBM Plex Sans Arabic SemiBold" panose="020B0703050203000203" pitchFamily="34" charset="-78"/>
                      </a:endParaRPr>
                    </a:p>
                  </a:txBody>
                  <a:tcPr anchor="ctr">
                    <a:solidFill>
                      <a:srgbClr val="F1F5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600" b="1" kern="1200" noProof="0" dirty="0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IBM Plex Sans Arabic SemiBold" panose="020B0703050203000203" pitchFamily="34" charset="-78"/>
                          <a:ea typeface="+mn-ea"/>
                          <a:cs typeface="IBM Plex Sans Arabic SemiBold" panose="020B0703050203000203" pitchFamily="34" charset="-78"/>
                        </a:rPr>
                        <a:t>Majed 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600" b="1" kern="1200" noProof="0" dirty="0" err="1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IBM Plex Sans Arabic SemiBold" panose="020B0703050203000203" pitchFamily="34" charset="-78"/>
                          <a:ea typeface="+mn-ea"/>
                          <a:cs typeface="IBM Plex Sans Arabic SemiBold" panose="020B0703050203000203" pitchFamily="34" charset="-78"/>
                        </a:rPr>
                        <a:t>Alaseeri</a:t>
                      </a:r>
                      <a:endParaRPr lang="en-US" sz="600" b="1" kern="1200" noProof="0" dirty="0">
                        <a:solidFill>
                          <a:schemeClr val="accent5">
                            <a:lumMod val="75000"/>
                          </a:schemeClr>
                        </a:solidFill>
                        <a:effectLst/>
                        <a:latin typeface="IBM Plex Sans Arabic SemiBold" panose="020B0703050203000203" pitchFamily="34" charset="-78"/>
                        <a:ea typeface="+mn-ea"/>
                        <a:cs typeface="IBM Plex Sans Arabic SemiBold" panose="020B0703050203000203" pitchFamily="34" charset="-78"/>
                      </a:endParaRPr>
                    </a:p>
                  </a:txBody>
                  <a:tcPr anchor="ctr">
                    <a:solidFill>
                      <a:srgbClr val="F1F5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439738" algn="r"/>
                        </a:tabLst>
                        <a:defRPr/>
                      </a:pPr>
                      <a:r>
                        <a:rPr lang="en-US" sz="600" b="1" kern="1200" noProof="0" dirty="0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IBM Plex Sans Arabic SemiBold" panose="020B0703050203000203" pitchFamily="34" charset="-78"/>
                          <a:ea typeface="+mn-ea"/>
                          <a:cs typeface="IBM Plex Sans Arabic SemiBold" panose="020B0703050203000203" pitchFamily="34" charset="-78"/>
                        </a:rPr>
                        <a:t>Oman</a:t>
                      </a:r>
                    </a:p>
                  </a:txBody>
                  <a:tcPr anchor="ctr">
                    <a:solidFill>
                      <a:srgbClr val="F1F5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600" b="1" kern="1200" dirty="0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IBM Plex Sans Arabic SemiBold" panose="020B0703050203000203" pitchFamily="34" charset="-78"/>
                          <a:ea typeface="+mn-ea"/>
                          <a:cs typeface="IBM Plex Sans Arabic SemiBold" panose="020B0703050203000203" pitchFamily="34" charset="-78"/>
                        </a:rPr>
                        <a:t>21</a:t>
                      </a:r>
                    </a:p>
                  </a:txBody>
                  <a:tcPr anchor="ctr">
                    <a:solidFill>
                      <a:srgbClr val="F1F5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600" b="1" kern="1200" dirty="0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IBM Plex Sans Arabic SemiBold" panose="020B0703050203000203" pitchFamily="34" charset="-78"/>
                          <a:ea typeface="+mn-ea"/>
                          <a:cs typeface="IBM Plex Sans Arabic SemiBold" panose="020B0703050203000203" pitchFamily="34" charset="-78"/>
                        </a:rPr>
                        <a:t>08:00</a:t>
                      </a: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600" b="1" kern="1200" dirty="0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IBM Plex Sans Arabic SemiBold" panose="020B0703050203000203" pitchFamily="34" charset="-78"/>
                          <a:ea typeface="+mn-ea"/>
                          <a:cs typeface="IBM Plex Sans Arabic SemiBold" panose="020B0703050203000203" pitchFamily="34" charset="-78"/>
                        </a:rPr>
                        <a:t>14:00</a:t>
                      </a:r>
                      <a:endParaRPr lang="vi-VN" sz="600" b="1" kern="1200" dirty="0">
                        <a:solidFill>
                          <a:schemeClr val="accent5">
                            <a:lumMod val="75000"/>
                          </a:schemeClr>
                        </a:solidFill>
                        <a:effectLst/>
                        <a:latin typeface="IBM Plex Sans Arabic SemiBold" panose="020B0703050203000203" pitchFamily="34" charset="-78"/>
                        <a:ea typeface="+mn-ea"/>
                        <a:cs typeface="IBM Plex Sans Arabic SemiBold" panose="020B0703050203000203" pitchFamily="34" charset="-78"/>
                      </a:endParaRPr>
                    </a:p>
                  </a:txBody>
                  <a:tcPr anchor="ctr">
                    <a:solidFill>
                      <a:srgbClr val="F1F5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600" b="1" kern="1200" dirty="0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IBM Plex Sans Arabic SemiBold" panose="020B0703050203000203" pitchFamily="34" charset="-78"/>
                          <a:ea typeface="+mn-ea"/>
                          <a:cs typeface="IBM Plex Sans Arabic SemiBold" panose="020B0703050203000203" pitchFamily="34" charset="-78"/>
                        </a:rPr>
                        <a:t>09:00</a:t>
                      </a: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600" b="1" kern="1200" dirty="0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IBM Plex Sans Arabic SemiBold" panose="020B0703050203000203" pitchFamily="34" charset="-78"/>
                          <a:ea typeface="+mn-ea"/>
                          <a:cs typeface="IBM Plex Sans Arabic SemiBold" panose="020B0703050203000203" pitchFamily="34" charset="-78"/>
                        </a:rPr>
                        <a:t>09:30</a:t>
                      </a:r>
                      <a:endParaRPr lang="vi-VN" sz="600" b="1" kern="1200" dirty="0">
                        <a:solidFill>
                          <a:schemeClr val="accent5">
                            <a:lumMod val="75000"/>
                          </a:schemeClr>
                        </a:solidFill>
                        <a:effectLst/>
                        <a:latin typeface="IBM Plex Sans Arabic SemiBold" panose="020B0703050203000203" pitchFamily="34" charset="-78"/>
                        <a:ea typeface="+mn-ea"/>
                        <a:cs typeface="IBM Plex Sans Arabic SemiBold" panose="020B0703050203000203" pitchFamily="34" charset="-78"/>
                      </a:endParaRPr>
                    </a:p>
                  </a:txBody>
                  <a:tcPr anchor="ctr">
                    <a:solidFill>
                      <a:srgbClr val="F1F5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600" b="1" kern="1200" dirty="0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IBM Plex Sans Arabic SemiBold" panose="020B0703050203000203" pitchFamily="34" charset="-78"/>
                          <a:ea typeface="+mn-ea"/>
                          <a:cs typeface="IBM Plex Sans Arabic SemiBold" panose="020B0703050203000203" pitchFamily="34" charset="-78"/>
                        </a:rPr>
                        <a:t>11:00</a:t>
                      </a:r>
                      <a:endParaRPr lang="vi-VN" sz="600" b="1" kern="1200" dirty="0">
                        <a:solidFill>
                          <a:schemeClr val="accent5">
                            <a:lumMod val="75000"/>
                          </a:schemeClr>
                        </a:solidFill>
                        <a:effectLst/>
                        <a:latin typeface="IBM Plex Sans Arabic SemiBold" panose="020B0703050203000203" pitchFamily="34" charset="-78"/>
                        <a:ea typeface="+mn-ea"/>
                        <a:cs typeface="IBM Plex Sans Arabic SemiBold" panose="020B0703050203000203" pitchFamily="34" charset="-78"/>
                      </a:endParaRPr>
                    </a:p>
                  </a:txBody>
                  <a:tcPr anchor="ctr">
                    <a:solidFill>
                      <a:srgbClr val="F1F5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93427003"/>
                  </a:ext>
                </a:extLst>
              </a:tr>
              <a:tr h="400633">
                <a:tc>
                  <a:txBody>
                    <a:bodyPr/>
                    <a:lstStyle/>
                    <a:p>
                      <a:pPr marL="0" marR="0" indent="0" algn="ctr" defTabSz="4572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SA" sz="600" b="1" kern="1200" dirty="0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IBM Plex Sans Arabic SemiBold" panose="020B0703050203000203" pitchFamily="34" charset="-78"/>
                          <a:ea typeface="+mn-ea"/>
                          <a:cs typeface="IBM Plex Sans Arabic SemiBold" panose="020B0703050203000203" pitchFamily="34" charset="-78"/>
                        </a:rPr>
                        <a:t>باور بي أي</a:t>
                      </a:r>
                      <a:endParaRPr lang="en-US" sz="600" b="1" kern="1200" dirty="0">
                        <a:solidFill>
                          <a:schemeClr val="accent5">
                            <a:lumMod val="75000"/>
                          </a:schemeClr>
                        </a:solidFill>
                        <a:effectLst/>
                        <a:latin typeface="IBM Plex Sans Arabic SemiBold" panose="020B0703050203000203" pitchFamily="34" charset="-78"/>
                        <a:ea typeface="+mn-ea"/>
                        <a:cs typeface="IBM Plex Sans Arabic SemiBold" panose="020B0703050203000203" pitchFamily="34" charset="-78"/>
                      </a:endParaRPr>
                    </a:p>
                    <a:p>
                      <a:pPr marL="0" marR="0" indent="0" algn="ctr" defTabSz="4572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600" b="1" kern="1200" dirty="0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IBM Plex Sans Arabic SemiBold" panose="020B0703050203000203" pitchFamily="34" charset="-78"/>
                          <a:ea typeface="+mn-ea"/>
                          <a:cs typeface="IBM Plex Sans Arabic SemiBold" panose="020B0703050203000203" pitchFamily="34" charset="-78"/>
                        </a:rPr>
                        <a:t>Power BI</a:t>
                      </a:r>
                      <a:endParaRPr lang="ar-SA" sz="600" b="1" kern="1200" dirty="0">
                        <a:solidFill>
                          <a:schemeClr val="accent5">
                            <a:lumMod val="75000"/>
                          </a:schemeClr>
                        </a:solidFill>
                        <a:effectLst/>
                        <a:latin typeface="IBM Plex Sans Arabic SemiBold" panose="020B0703050203000203" pitchFamily="34" charset="-78"/>
                        <a:ea typeface="+mn-ea"/>
                        <a:cs typeface="IBM Plex Sans Arabic SemiBold" panose="020B0703050203000203" pitchFamily="34" charset="-78"/>
                      </a:endParaRPr>
                    </a:p>
                    <a:p>
                      <a:pPr marL="0" marR="0" lvl="0" indent="0" algn="ctr" defTabSz="4572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600" b="1" kern="1200" dirty="0">
                          <a:solidFill>
                            <a:srgbClr val="7030A0"/>
                          </a:solidFill>
                          <a:effectLst/>
                          <a:latin typeface="IBM Plex Sans Arabic SemiBold" panose="020B0703050203000203" pitchFamily="34" charset="-78"/>
                          <a:ea typeface="+mn-ea"/>
                          <a:cs typeface="IBM Plex Sans Arabic SemiBold" panose="020B0703050203000203" pitchFamily="34" charset="-78"/>
                        </a:rPr>
                        <a:t>ERWAA</a:t>
                      </a:r>
                    </a:p>
                  </a:txBody>
                  <a:tcPr anchor="ctr">
                    <a:solidFill>
                      <a:srgbClr val="D7E5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600" b="1" kern="1200" dirty="0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IBM Plex Sans Arabic SemiBold" panose="020B0703050203000203" pitchFamily="34" charset="-78"/>
                          <a:ea typeface="+mn-ea"/>
                          <a:cs typeface="IBM Plex Sans Arabic SemiBold" panose="020B0703050203000203" pitchFamily="34" charset="-78"/>
                        </a:rPr>
                        <a:t>EARA031124</a:t>
                      </a:r>
                    </a:p>
                  </a:txBody>
                  <a:tcPr marL="0" marR="0" marT="0" marB="0" anchor="ctr">
                    <a:solidFill>
                      <a:srgbClr val="D7E5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600" b="1" kern="1200" dirty="0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IBM Plex Sans Arabic SemiBold" panose="020B0703050203000203" pitchFamily="34" charset="-78"/>
                          <a:ea typeface="+mn-ea"/>
                          <a:cs typeface="IBM Plex Sans Arabic SemiBold" panose="020B0703050203000203" pitchFamily="34" charset="-78"/>
                        </a:rPr>
                        <a:t>5</a:t>
                      </a: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600" b="1" kern="1200" dirty="0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IBM Plex Sans Arabic SemiBold" panose="020B0703050203000203" pitchFamily="34" charset="-78"/>
                          <a:ea typeface="+mn-ea"/>
                          <a:cs typeface="IBM Plex Sans Arabic SemiBold" panose="020B0703050203000203" pitchFamily="34" charset="-78"/>
                        </a:rPr>
                        <a:t>Days</a:t>
                      </a:r>
                      <a:endParaRPr lang="vi-VN" sz="600" b="1" kern="1200" dirty="0">
                        <a:solidFill>
                          <a:schemeClr val="accent5">
                            <a:lumMod val="75000"/>
                          </a:schemeClr>
                        </a:solidFill>
                        <a:effectLst/>
                        <a:latin typeface="IBM Plex Sans Arabic SemiBold" panose="020B0703050203000203" pitchFamily="34" charset="-78"/>
                        <a:ea typeface="+mn-ea"/>
                        <a:cs typeface="IBM Plex Sans Arabic SemiBold" panose="020B0703050203000203" pitchFamily="34" charset="-78"/>
                      </a:endParaRPr>
                    </a:p>
                  </a:txBody>
                  <a:tcPr anchor="ctr">
                    <a:solidFill>
                      <a:srgbClr val="D7E5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600" b="1" kern="1200" noProof="0" dirty="0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IBM Plex Sans Arabic SemiBold" panose="020B0703050203000203" pitchFamily="34" charset="-78"/>
                          <a:ea typeface="+mn-ea"/>
                          <a:cs typeface="IBM Plex Sans Arabic SemiBold" panose="020B0703050203000203" pitchFamily="34" charset="-78"/>
                        </a:rPr>
                        <a:t>Al-Amin </a:t>
                      </a:r>
                      <a:endParaRPr lang="ar-SA" sz="600" b="1" kern="1200" noProof="0" dirty="0">
                        <a:solidFill>
                          <a:schemeClr val="accent5">
                            <a:lumMod val="75000"/>
                          </a:schemeClr>
                        </a:solidFill>
                        <a:effectLst/>
                        <a:latin typeface="IBM Plex Sans Arabic SemiBold" panose="020B0703050203000203" pitchFamily="34" charset="-78"/>
                        <a:ea typeface="+mn-ea"/>
                        <a:cs typeface="IBM Plex Sans Arabic SemiBold" panose="020B0703050203000203" pitchFamily="34" charset="-78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600" b="1" kern="1200" noProof="0" dirty="0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IBM Plex Sans Arabic SemiBold" panose="020B0703050203000203" pitchFamily="34" charset="-78"/>
                          <a:ea typeface="+mn-ea"/>
                          <a:cs typeface="IBM Plex Sans Arabic SemiBold" panose="020B0703050203000203" pitchFamily="34" charset="-78"/>
                        </a:rPr>
                        <a:t>Taha</a:t>
                      </a:r>
                    </a:p>
                  </a:txBody>
                  <a:tcPr anchor="ctr">
                    <a:solidFill>
                      <a:srgbClr val="D7E5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439738" algn="r"/>
                        </a:tabLst>
                        <a:defRPr/>
                      </a:pPr>
                      <a:r>
                        <a:rPr lang="en-US" sz="600" b="1" kern="1200" dirty="0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IBM Plex Sans Arabic SemiBold" panose="020B0703050203000203" pitchFamily="34" charset="-78"/>
                          <a:ea typeface="+mn-ea"/>
                          <a:cs typeface="IBM Plex Sans Arabic SemiBold" panose="020B0703050203000203" pitchFamily="34" charset="-78"/>
                        </a:rPr>
                        <a:t>Riyadh</a:t>
                      </a:r>
                    </a:p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439738" algn="r"/>
                        </a:tabLst>
                        <a:defRPr/>
                      </a:pPr>
                      <a:r>
                        <a:rPr lang="en-US" sz="600" b="1" kern="1200" dirty="0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IBM Plex Sans Arabic SemiBold" panose="020B0703050203000203" pitchFamily="34" charset="-78"/>
                          <a:ea typeface="+mn-ea"/>
                          <a:cs typeface="IBM Plex Sans Arabic SemiBold" panose="020B0703050203000203" pitchFamily="34" charset="-78"/>
                        </a:rPr>
                        <a:t>City</a:t>
                      </a:r>
                    </a:p>
                  </a:txBody>
                  <a:tcPr anchor="ctr">
                    <a:solidFill>
                      <a:srgbClr val="D7E5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4572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600" b="1" kern="1200" dirty="0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IBM Plex Sans Arabic SemiBold" panose="020B0703050203000203" pitchFamily="34" charset="-78"/>
                          <a:ea typeface="+mn-ea"/>
                          <a:cs typeface="IBM Plex Sans Arabic SemiBold" panose="020B0703050203000203" pitchFamily="34" charset="-78"/>
                        </a:rPr>
                        <a:t>20</a:t>
                      </a:r>
                    </a:p>
                  </a:txBody>
                  <a:tcPr anchor="ctr">
                    <a:solidFill>
                      <a:srgbClr val="D7E5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600" b="1" kern="1200" dirty="0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IBM Plex Sans Arabic SemiBold" panose="020B0703050203000203" pitchFamily="34" charset="-78"/>
                          <a:ea typeface="+mn-ea"/>
                          <a:cs typeface="IBM Plex Sans Arabic SemiBold" panose="020B0703050203000203" pitchFamily="34" charset="-78"/>
                        </a:rPr>
                        <a:t>08:00</a:t>
                      </a: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600" b="1" kern="1200" dirty="0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IBM Plex Sans Arabic SemiBold" panose="020B0703050203000203" pitchFamily="34" charset="-78"/>
                          <a:ea typeface="+mn-ea"/>
                          <a:cs typeface="IBM Plex Sans Arabic SemiBold" panose="020B0703050203000203" pitchFamily="34" charset="-78"/>
                        </a:rPr>
                        <a:t>14:00</a:t>
                      </a:r>
                      <a:endParaRPr lang="vi-VN" sz="600" b="1" kern="1200" dirty="0">
                        <a:solidFill>
                          <a:schemeClr val="accent5">
                            <a:lumMod val="75000"/>
                          </a:schemeClr>
                        </a:solidFill>
                        <a:effectLst/>
                        <a:latin typeface="IBM Plex Sans Arabic SemiBold" panose="020B0703050203000203" pitchFamily="34" charset="-78"/>
                        <a:ea typeface="+mn-ea"/>
                        <a:cs typeface="IBM Plex Sans Arabic SemiBold" panose="020B0703050203000203" pitchFamily="34" charset="-78"/>
                      </a:endParaRPr>
                    </a:p>
                  </a:txBody>
                  <a:tcPr anchor="ctr">
                    <a:solidFill>
                      <a:srgbClr val="D7E5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600" b="1" kern="1200" dirty="0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IBM Plex Sans Arabic SemiBold" panose="020B0703050203000203" pitchFamily="34" charset="-78"/>
                          <a:ea typeface="+mn-ea"/>
                          <a:cs typeface="IBM Plex Sans Arabic SemiBold" panose="020B0703050203000203" pitchFamily="34" charset="-78"/>
                        </a:rPr>
                        <a:t>09:00</a:t>
                      </a: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600" b="1" kern="1200" dirty="0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IBM Plex Sans Arabic SemiBold" panose="020B0703050203000203" pitchFamily="34" charset="-78"/>
                          <a:ea typeface="+mn-ea"/>
                          <a:cs typeface="IBM Plex Sans Arabic SemiBold" panose="020B0703050203000203" pitchFamily="34" charset="-78"/>
                        </a:rPr>
                        <a:t>09:30</a:t>
                      </a:r>
                      <a:endParaRPr lang="vi-VN" sz="600" b="1" kern="1200" dirty="0">
                        <a:solidFill>
                          <a:schemeClr val="accent5">
                            <a:lumMod val="75000"/>
                          </a:schemeClr>
                        </a:solidFill>
                        <a:effectLst/>
                        <a:latin typeface="IBM Plex Sans Arabic SemiBold" panose="020B0703050203000203" pitchFamily="34" charset="-78"/>
                        <a:ea typeface="+mn-ea"/>
                        <a:cs typeface="IBM Plex Sans Arabic SemiBold" panose="020B0703050203000203" pitchFamily="34" charset="-78"/>
                      </a:endParaRPr>
                    </a:p>
                  </a:txBody>
                  <a:tcPr anchor="ctr">
                    <a:solidFill>
                      <a:srgbClr val="D7E5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600" b="1" kern="1200" dirty="0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IBM Plex Sans Arabic SemiBold" panose="020B0703050203000203" pitchFamily="34" charset="-78"/>
                          <a:ea typeface="+mn-ea"/>
                          <a:cs typeface="IBM Plex Sans Arabic SemiBold" panose="020B0703050203000203" pitchFamily="34" charset="-78"/>
                        </a:rPr>
                        <a:t>11:00</a:t>
                      </a:r>
                      <a:endParaRPr lang="vi-VN" sz="600" b="1" kern="1200" dirty="0">
                        <a:solidFill>
                          <a:schemeClr val="accent5">
                            <a:lumMod val="75000"/>
                          </a:schemeClr>
                        </a:solidFill>
                        <a:effectLst/>
                        <a:latin typeface="IBM Plex Sans Arabic SemiBold" panose="020B0703050203000203" pitchFamily="34" charset="-78"/>
                        <a:ea typeface="+mn-ea"/>
                        <a:cs typeface="IBM Plex Sans Arabic SemiBold" panose="020B0703050203000203" pitchFamily="34" charset="-78"/>
                      </a:endParaRPr>
                    </a:p>
                  </a:txBody>
                  <a:tcPr anchor="ctr">
                    <a:solidFill>
                      <a:srgbClr val="D7E5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81787865"/>
                  </a:ext>
                </a:extLst>
              </a:tr>
              <a:tr h="500791">
                <a:tc>
                  <a:txBody>
                    <a:bodyPr/>
                    <a:lstStyle/>
                    <a:p>
                      <a:pPr marL="0" marR="0" indent="0" algn="ctr" defTabSz="4572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SA" sz="600" b="1" kern="1200" dirty="0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IBM Plex Sans Arabic SemiBold" panose="020B0703050203000203" pitchFamily="34" charset="-78"/>
                          <a:ea typeface="+mn-ea"/>
                          <a:cs typeface="IBM Plex Sans Arabic SemiBold" panose="020B0703050203000203" pitchFamily="34" charset="-78"/>
                        </a:rPr>
                        <a:t>أجهزة الاستشعار و المعالجة عن بعد</a:t>
                      </a:r>
                    </a:p>
                    <a:p>
                      <a:pPr marL="0" marR="0" indent="0" algn="ctr" defTabSz="4572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600" b="1" kern="1200" dirty="0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IBM Plex Sans Arabic SemiBold" panose="020B0703050203000203" pitchFamily="34" charset="-78"/>
                          <a:ea typeface="+mn-ea"/>
                          <a:cs typeface="IBM Plex Sans Arabic SemiBold" panose="020B0703050203000203" pitchFamily="34" charset="-78"/>
                        </a:rPr>
                        <a:t>Automation, Sensors and Remote Processing</a:t>
                      </a:r>
                    </a:p>
                    <a:p>
                      <a:pPr marL="0" marR="0" lvl="0" indent="0" algn="ctr" defTabSz="4572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600" b="1" kern="1200" dirty="0">
                          <a:solidFill>
                            <a:srgbClr val="7030A0"/>
                          </a:solidFill>
                          <a:effectLst/>
                          <a:latin typeface="IBM Plex Sans Arabic SemiBold" panose="020B0703050203000203" pitchFamily="34" charset="-78"/>
                          <a:ea typeface="+mn-ea"/>
                          <a:cs typeface="IBM Plex Sans Arabic SemiBold" panose="020B0703050203000203" pitchFamily="34" charset="-78"/>
                        </a:rPr>
                        <a:t>06/09/2026 to 07/09/2026</a:t>
                      </a:r>
                      <a:endParaRPr lang="ar-SA" sz="600" b="1" kern="1200" dirty="0">
                        <a:solidFill>
                          <a:srgbClr val="7030A0"/>
                        </a:solidFill>
                        <a:effectLst/>
                        <a:latin typeface="IBM Plex Sans Arabic SemiBold" panose="020B0703050203000203" pitchFamily="34" charset="-78"/>
                        <a:ea typeface="+mn-ea"/>
                        <a:cs typeface="IBM Plex Sans Arabic SemiBold" panose="020B0703050203000203" pitchFamily="34" charset="-78"/>
                      </a:endParaRPr>
                    </a:p>
                    <a:p>
                      <a:pPr marL="0" marR="0" lvl="0" indent="0" algn="ctr" defTabSz="4572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600" b="1" kern="1200" dirty="0">
                          <a:solidFill>
                            <a:srgbClr val="7030A0"/>
                          </a:solidFill>
                          <a:effectLst/>
                          <a:latin typeface="IBM Plex Sans Arabic SemiBold" panose="020B0703050203000203" pitchFamily="34" charset="-78"/>
                          <a:ea typeface="+mn-ea"/>
                          <a:cs typeface="IBM Plex Sans Arabic SemiBold" panose="020B0703050203000203" pitchFamily="34" charset="-78"/>
                        </a:rPr>
                        <a:t>ERWAA</a:t>
                      </a:r>
                    </a:p>
                  </a:txBody>
                  <a:tcPr anchor="ctr">
                    <a:solidFill>
                      <a:srgbClr val="F1F5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600" b="1" kern="1200" dirty="0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IBM Plex Sans Arabic SemiBold" panose="020B0703050203000203" pitchFamily="34" charset="-78"/>
                          <a:ea typeface="+mn-ea"/>
                          <a:cs typeface="IBM Plex Sans Arabic SemiBold" panose="020B0703050203000203" pitchFamily="34" charset="-78"/>
                        </a:rPr>
                        <a:t>EARO011025</a:t>
                      </a:r>
                    </a:p>
                  </a:txBody>
                  <a:tcPr marL="0" marR="0" marT="0" marB="0" anchor="ctr">
                    <a:solidFill>
                      <a:srgbClr val="F1F5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SA" sz="600" b="1" kern="1200" dirty="0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IBM Plex Sans Arabic SemiBold" panose="020B0703050203000203" pitchFamily="34" charset="-78"/>
                          <a:ea typeface="+mn-ea"/>
                          <a:cs typeface="IBM Plex Sans Arabic SemiBold" panose="020B0703050203000203" pitchFamily="34" charset="-78"/>
                        </a:rPr>
                        <a:t>2</a:t>
                      </a:r>
                      <a:endParaRPr lang="en-US" sz="600" b="1" kern="1200" dirty="0">
                        <a:solidFill>
                          <a:schemeClr val="accent5">
                            <a:lumMod val="75000"/>
                          </a:schemeClr>
                        </a:solidFill>
                        <a:effectLst/>
                        <a:latin typeface="IBM Plex Sans Arabic SemiBold" panose="020B0703050203000203" pitchFamily="34" charset="-78"/>
                        <a:ea typeface="+mn-ea"/>
                        <a:cs typeface="IBM Plex Sans Arabic SemiBold" panose="020B0703050203000203" pitchFamily="34" charset="-78"/>
                      </a:endParaRP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600" b="1" kern="1200" dirty="0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IBM Plex Sans Arabic SemiBold" panose="020B0703050203000203" pitchFamily="34" charset="-78"/>
                          <a:ea typeface="+mn-ea"/>
                          <a:cs typeface="IBM Plex Sans Arabic SemiBold" panose="020B0703050203000203" pitchFamily="34" charset="-78"/>
                        </a:rPr>
                        <a:t>Days</a:t>
                      </a:r>
                      <a:endParaRPr lang="vi-VN" sz="600" b="1" kern="1200" dirty="0">
                        <a:solidFill>
                          <a:schemeClr val="accent5">
                            <a:lumMod val="75000"/>
                          </a:schemeClr>
                        </a:solidFill>
                        <a:effectLst/>
                        <a:latin typeface="IBM Plex Sans Arabic SemiBold" panose="020B0703050203000203" pitchFamily="34" charset="-78"/>
                        <a:ea typeface="+mn-ea"/>
                        <a:cs typeface="IBM Plex Sans Arabic SemiBold" panose="020B0703050203000203" pitchFamily="34" charset="-78"/>
                      </a:endParaRPr>
                    </a:p>
                  </a:txBody>
                  <a:tcPr anchor="ctr">
                    <a:solidFill>
                      <a:srgbClr val="F1F5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600" b="1" kern="1200" noProof="0" dirty="0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IBM Plex Sans Arabic SemiBold" panose="020B0703050203000203" pitchFamily="34" charset="-78"/>
                          <a:ea typeface="+mn-ea"/>
                          <a:cs typeface="IBM Plex Sans Arabic SemiBold" panose="020B0703050203000203" pitchFamily="34" charset="-78"/>
                        </a:rPr>
                        <a:t>Sulaiman </a:t>
                      </a:r>
                      <a:endParaRPr lang="ar-SA" sz="600" b="1" kern="1200" noProof="0" dirty="0">
                        <a:solidFill>
                          <a:schemeClr val="accent5">
                            <a:lumMod val="75000"/>
                          </a:schemeClr>
                        </a:solidFill>
                        <a:effectLst/>
                        <a:latin typeface="IBM Plex Sans Arabic SemiBold" panose="020B0703050203000203" pitchFamily="34" charset="-78"/>
                        <a:ea typeface="+mn-ea"/>
                        <a:cs typeface="IBM Plex Sans Arabic SemiBold" panose="020B0703050203000203" pitchFamily="34" charset="-78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600" b="1" kern="1200" noProof="0" dirty="0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IBM Plex Sans Arabic SemiBold" panose="020B0703050203000203" pitchFamily="34" charset="-78"/>
                          <a:ea typeface="+mn-ea"/>
                          <a:cs typeface="IBM Plex Sans Arabic SemiBold" panose="020B0703050203000203" pitchFamily="34" charset="-78"/>
                        </a:rPr>
                        <a:t>Alqarzai</a:t>
                      </a:r>
                    </a:p>
                  </a:txBody>
                  <a:tcPr anchor="ctr">
                    <a:solidFill>
                      <a:srgbClr val="F1F5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439738" algn="r"/>
                        </a:tabLst>
                        <a:defRPr/>
                      </a:pPr>
                      <a:r>
                        <a:rPr lang="en-US" sz="600" b="1" kern="1200" dirty="0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IBM Plex Sans Arabic SemiBold" panose="020B0703050203000203" pitchFamily="34" charset="-78"/>
                          <a:ea typeface="+mn-ea"/>
                          <a:cs typeface="IBM Plex Sans Arabic SemiBold" panose="020B0703050203000203" pitchFamily="34" charset="-78"/>
                        </a:rPr>
                        <a:t>Riyadh</a:t>
                      </a:r>
                    </a:p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439738" algn="r"/>
                        </a:tabLst>
                        <a:defRPr/>
                      </a:pPr>
                      <a:r>
                        <a:rPr lang="en-US" sz="600" b="1" kern="1200" dirty="0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IBM Plex Sans Arabic SemiBold" panose="020B0703050203000203" pitchFamily="34" charset="-78"/>
                          <a:ea typeface="+mn-ea"/>
                          <a:cs typeface="IBM Plex Sans Arabic SemiBold" panose="020B0703050203000203" pitchFamily="34" charset="-78"/>
                        </a:rPr>
                        <a:t>City</a:t>
                      </a:r>
                    </a:p>
                  </a:txBody>
                  <a:tcPr anchor="ctr">
                    <a:solidFill>
                      <a:srgbClr val="F1F5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4572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600" b="1" kern="1200" dirty="0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IBM Plex Sans Arabic SemiBold" panose="020B0703050203000203" pitchFamily="34" charset="-78"/>
                          <a:ea typeface="+mn-ea"/>
                          <a:cs typeface="IBM Plex Sans Arabic SemiBold" panose="020B0703050203000203" pitchFamily="34" charset="-78"/>
                        </a:rPr>
                        <a:t>20</a:t>
                      </a:r>
                    </a:p>
                  </a:txBody>
                  <a:tcPr anchor="ctr">
                    <a:solidFill>
                      <a:srgbClr val="F1F5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600" b="1" kern="1200" dirty="0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IBM Plex Sans Arabic SemiBold" panose="020B0703050203000203" pitchFamily="34" charset="-78"/>
                          <a:ea typeface="+mn-ea"/>
                          <a:cs typeface="IBM Plex Sans Arabic SemiBold" panose="020B0703050203000203" pitchFamily="34" charset="-78"/>
                        </a:rPr>
                        <a:t>08:00</a:t>
                      </a: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600" b="1" kern="1200" dirty="0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IBM Plex Sans Arabic SemiBold" panose="020B0703050203000203" pitchFamily="34" charset="-78"/>
                          <a:ea typeface="+mn-ea"/>
                          <a:cs typeface="IBM Plex Sans Arabic SemiBold" panose="020B0703050203000203" pitchFamily="34" charset="-78"/>
                        </a:rPr>
                        <a:t>14:00</a:t>
                      </a:r>
                      <a:endParaRPr lang="vi-VN" sz="600" b="1" kern="1200" dirty="0">
                        <a:solidFill>
                          <a:schemeClr val="accent5">
                            <a:lumMod val="75000"/>
                          </a:schemeClr>
                        </a:solidFill>
                        <a:effectLst/>
                        <a:latin typeface="IBM Plex Sans Arabic SemiBold" panose="020B0703050203000203" pitchFamily="34" charset="-78"/>
                        <a:ea typeface="+mn-ea"/>
                        <a:cs typeface="IBM Plex Sans Arabic SemiBold" panose="020B0703050203000203" pitchFamily="34" charset="-78"/>
                      </a:endParaRPr>
                    </a:p>
                  </a:txBody>
                  <a:tcPr anchor="ctr">
                    <a:solidFill>
                      <a:srgbClr val="F1F5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600" b="1" kern="1200" dirty="0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IBM Plex Sans Arabic SemiBold" panose="020B0703050203000203" pitchFamily="34" charset="-78"/>
                          <a:ea typeface="+mn-ea"/>
                          <a:cs typeface="IBM Plex Sans Arabic SemiBold" panose="020B0703050203000203" pitchFamily="34" charset="-78"/>
                        </a:rPr>
                        <a:t>09:00</a:t>
                      </a: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600" b="1" kern="1200" dirty="0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IBM Plex Sans Arabic SemiBold" panose="020B0703050203000203" pitchFamily="34" charset="-78"/>
                          <a:ea typeface="+mn-ea"/>
                          <a:cs typeface="IBM Plex Sans Arabic SemiBold" panose="020B0703050203000203" pitchFamily="34" charset="-78"/>
                        </a:rPr>
                        <a:t>09:30</a:t>
                      </a:r>
                      <a:endParaRPr lang="vi-VN" sz="600" b="1" kern="1200" dirty="0">
                        <a:solidFill>
                          <a:schemeClr val="accent5">
                            <a:lumMod val="75000"/>
                          </a:schemeClr>
                        </a:solidFill>
                        <a:effectLst/>
                        <a:latin typeface="IBM Plex Sans Arabic SemiBold" panose="020B0703050203000203" pitchFamily="34" charset="-78"/>
                        <a:ea typeface="+mn-ea"/>
                        <a:cs typeface="IBM Plex Sans Arabic SemiBold" panose="020B0703050203000203" pitchFamily="34" charset="-78"/>
                      </a:endParaRPr>
                    </a:p>
                  </a:txBody>
                  <a:tcPr anchor="ctr">
                    <a:solidFill>
                      <a:srgbClr val="F1F5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600" b="1" kern="1200" dirty="0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IBM Plex Sans Arabic SemiBold" panose="020B0703050203000203" pitchFamily="34" charset="-78"/>
                          <a:ea typeface="+mn-ea"/>
                          <a:cs typeface="IBM Plex Sans Arabic SemiBold" panose="020B0703050203000203" pitchFamily="34" charset="-78"/>
                        </a:rPr>
                        <a:t>11:00</a:t>
                      </a:r>
                      <a:endParaRPr lang="vi-VN" sz="600" b="1" kern="1200" dirty="0">
                        <a:solidFill>
                          <a:schemeClr val="accent5">
                            <a:lumMod val="75000"/>
                          </a:schemeClr>
                        </a:solidFill>
                        <a:effectLst/>
                        <a:latin typeface="IBM Plex Sans Arabic SemiBold" panose="020B0703050203000203" pitchFamily="34" charset="-78"/>
                        <a:ea typeface="+mn-ea"/>
                        <a:cs typeface="IBM Plex Sans Arabic SemiBold" panose="020B0703050203000203" pitchFamily="34" charset="-78"/>
                      </a:endParaRPr>
                    </a:p>
                  </a:txBody>
                  <a:tcPr anchor="ctr">
                    <a:solidFill>
                      <a:srgbClr val="F1F5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81058735"/>
                  </a:ext>
                </a:extLst>
              </a:tr>
              <a:tr h="500791">
                <a:tc>
                  <a:txBody>
                    <a:bodyPr/>
                    <a:lstStyle/>
                    <a:p>
                      <a:pPr marL="0" marR="0" indent="0" algn="ctr" defTabSz="4572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SA" sz="600" b="1" kern="1200" dirty="0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IBM Plex Sans Arabic SemiBold" panose="020B0703050203000203" pitchFamily="34" charset="-78"/>
                          <a:ea typeface="+mn-ea"/>
                          <a:cs typeface="IBM Plex Sans Arabic SemiBold" panose="020B0703050203000203" pitchFamily="34" charset="-78"/>
                        </a:rPr>
                        <a:t>أجهزة الاستشعار و المعالجة عن بعد</a:t>
                      </a:r>
                    </a:p>
                    <a:p>
                      <a:pPr marL="0" marR="0" indent="0" algn="ctr" defTabSz="4572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600" b="1" kern="1200" dirty="0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IBM Plex Sans Arabic SemiBold" panose="020B0703050203000203" pitchFamily="34" charset="-78"/>
                          <a:ea typeface="+mn-ea"/>
                          <a:cs typeface="IBM Plex Sans Arabic SemiBold" panose="020B0703050203000203" pitchFamily="34" charset="-78"/>
                        </a:rPr>
                        <a:t>Automation, Sensors and Remote Processing</a:t>
                      </a:r>
                    </a:p>
                    <a:p>
                      <a:pPr marL="0" marR="0" lvl="0" indent="0" algn="ctr" defTabSz="4572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600" b="1" kern="1200" dirty="0">
                          <a:solidFill>
                            <a:srgbClr val="7030A0"/>
                          </a:solidFill>
                          <a:effectLst/>
                          <a:latin typeface="IBM Plex Sans Arabic SemiBold" panose="020B0703050203000203" pitchFamily="34" charset="-78"/>
                          <a:ea typeface="+mn-ea"/>
                          <a:cs typeface="IBM Plex Sans Arabic SemiBold" panose="020B0703050203000203" pitchFamily="34" charset="-78"/>
                        </a:rPr>
                        <a:t>08/09/2026 to 09/09/2026</a:t>
                      </a:r>
                      <a:endParaRPr lang="ar-SA" sz="600" b="1" kern="1200" dirty="0">
                        <a:solidFill>
                          <a:srgbClr val="7030A0"/>
                        </a:solidFill>
                        <a:effectLst/>
                        <a:latin typeface="IBM Plex Sans Arabic SemiBold" panose="020B0703050203000203" pitchFamily="34" charset="-78"/>
                        <a:ea typeface="+mn-ea"/>
                        <a:cs typeface="IBM Plex Sans Arabic SemiBold" panose="020B0703050203000203" pitchFamily="34" charset="-78"/>
                      </a:endParaRPr>
                    </a:p>
                    <a:p>
                      <a:pPr marL="0" marR="0" lvl="0" indent="0" algn="ctr" defTabSz="4572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600" b="1" kern="1200" dirty="0">
                          <a:solidFill>
                            <a:srgbClr val="7030A0"/>
                          </a:solidFill>
                          <a:effectLst/>
                          <a:latin typeface="IBM Plex Sans Arabic SemiBold" panose="020B0703050203000203" pitchFamily="34" charset="-78"/>
                          <a:ea typeface="+mn-ea"/>
                          <a:cs typeface="IBM Plex Sans Arabic SemiBold" panose="020B0703050203000203" pitchFamily="34" charset="-78"/>
                        </a:rPr>
                        <a:t>ERWAA</a:t>
                      </a:r>
                    </a:p>
                  </a:txBody>
                  <a:tcPr anchor="ctr">
                    <a:solidFill>
                      <a:srgbClr val="D7E5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600" b="1" kern="1200" dirty="0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IBM Plex Sans Arabic SemiBold" panose="020B0703050203000203" pitchFamily="34" charset="-78"/>
                          <a:ea typeface="+mn-ea"/>
                          <a:cs typeface="IBM Plex Sans Arabic SemiBold" panose="020B0703050203000203" pitchFamily="34" charset="-78"/>
                        </a:rPr>
                        <a:t>EARO011025</a:t>
                      </a:r>
                    </a:p>
                  </a:txBody>
                  <a:tcPr marL="0" marR="0" marT="0" marB="0" anchor="ctr">
                    <a:solidFill>
                      <a:srgbClr val="D7E5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SA" sz="600" b="1" kern="1200" dirty="0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IBM Plex Sans Arabic SemiBold" panose="020B0703050203000203" pitchFamily="34" charset="-78"/>
                          <a:ea typeface="+mn-ea"/>
                          <a:cs typeface="IBM Plex Sans Arabic SemiBold" panose="020B0703050203000203" pitchFamily="34" charset="-78"/>
                        </a:rPr>
                        <a:t>2</a:t>
                      </a:r>
                      <a:endParaRPr lang="en-US" sz="600" b="1" kern="1200" dirty="0">
                        <a:solidFill>
                          <a:schemeClr val="accent5">
                            <a:lumMod val="75000"/>
                          </a:schemeClr>
                        </a:solidFill>
                        <a:effectLst/>
                        <a:latin typeface="IBM Plex Sans Arabic SemiBold" panose="020B0703050203000203" pitchFamily="34" charset="-78"/>
                        <a:ea typeface="+mn-ea"/>
                        <a:cs typeface="IBM Plex Sans Arabic SemiBold" panose="020B0703050203000203" pitchFamily="34" charset="-78"/>
                      </a:endParaRP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600" b="1" kern="1200" dirty="0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IBM Plex Sans Arabic SemiBold" panose="020B0703050203000203" pitchFamily="34" charset="-78"/>
                          <a:ea typeface="+mn-ea"/>
                          <a:cs typeface="IBM Plex Sans Arabic SemiBold" panose="020B0703050203000203" pitchFamily="34" charset="-78"/>
                        </a:rPr>
                        <a:t>Days</a:t>
                      </a:r>
                      <a:endParaRPr lang="vi-VN" sz="600" b="1" kern="1200" dirty="0">
                        <a:solidFill>
                          <a:schemeClr val="accent5">
                            <a:lumMod val="75000"/>
                          </a:schemeClr>
                        </a:solidFill>
                        <a:effectLst/>
                        <a:latin typeface="IBM Plex Sans Arabic SemiBold" panose="020B0703050203000203" pitchFamily="34" charset="-78"/>
                        <a:ea typeface="+mn-ea"/>
                        <a:cs typeface="IBM Plex Sans Arabic SemiBold" panose="020B0703050203000203" pitchFamily="34" charset="-78"/>
                      </a:endParaRPr>
                    </a:p>
                  </a:txBody>
                  <a:tcPr anchor="ctr">
                    <a:solidFill>
                      <a:srgbClr val="D7E5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600" b="1" kern="1200" noProof="0" dirty="0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IBM Plex Sans Arabic SemiBold" panose="020B0703050203000203" pitchFamily="34" charset="-78"/>
                          <a:ea typeface="+mn-ea"/>
                          <a:cs typeface="IBM Plex Sans Arabic SemiBold" panose="020B0703050203000203" pitchFamily="34" charset="-78"/>
                        </a:rPr>
                        <a:t>Sulaiman </a:t>
                      </a:r>
                      <a:endParaRPr lang="ar-SA" sz="600" b="1" kern="1200" noProof="0" dirty="0">
                        <a:solidFill>
                          <a:schemeClr val="accent5">
                            <a:lumMod val="75000"/>
                          </a:schemeClr>
                        </a:solidFill>
                        <a:effectLst/>
                        <a:latin typeface="IBM Plex Sans Arabic SemiBold" panose="020B0703050203000203" pitchFamily="34" charset="-78"/>
                        <a:ea typeface="+mn-ea"/>
                        <a:cs typeface="IBM Plex Sans Arabic SemiBold" panose="020B0703050203000203" pitchFamily="34" charset="-78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600" b="1" kern="1200" noProof="0" dirty="0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IBM Plex Sans Arabic SemiBold" panose="020B0703050203000203" pitchFamily="34" charset="-78"/>
                          <a:ea typeface="+mn-ea"/>
                          <a:cs typeface="IBM Plex Sans Arabic SemiBold" panose="020B0703050203000203" pitchFamily="34" charset="-78"/>
                        </a:rPr>
                        <a:t>Alqarzai</a:t>
                      </a:r>
                    </a:p>
                  </a:txBody>
                  <a:tcPr anchor="ctr">
                    <a:solidFill>
                      <a:srgbClr val="D7E5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439738" algn="r"/>
                        </a:tabLst>
                        <a:defRPr/>
                      </a:pPr>
                      <a:r>
                        <a:rPr lang="en-US" sz="600" b="1" kern="1200" dirty="0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IBM Plex Sans Arabic SemiBold" panose="020B0703050203000203" pitchFamily="34" charset="-78"/>
                          <a:ea typeface="+mn-ea"/>
                          <a:cs typeface="IBM Plex Sans Arabic SemiBold" panose="020B0703050203000203" pitchFamily="34" charset="-78"/>
                        </a:rPr>
                        <a:t>Riyadh</a:t>
                      </a:r>
                    </a:p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439738" algn="r"/>
                        </a:tabLst>
                        <a:defRPr/>
                      </a:pPr>
                      <a:r>
                        <a:rPr lang="en-US" sz="600" b="1" kern="1200" dirty="0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IBM Plex Sans Arabic SemiBold" panose="020B0703050203000203" pitchFamily="34" charset="-78"/>
                          <a:ea typeface="+mn-ea"/>
                          <a:cs typeface="IBM Plex Sans Arabic SemiBold" panose="020B0703050203000203" pitchFamily="34" charset="-78"/>
                        </a:rPr>
                        <a:t>City</a:t>
                      </a:r>
                    </a:p>
                  </a:txBody>
                  <a:tcPr anchor="ctr">
                    <a:solidFill>
                      <a:srgbClr val="D7E5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4572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600" b="1" kern="1200" dirty="0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IBM Plex Sans Arabic SemiBold" panose="020B0703050203000203" pitchFamily="34" charset="-78"/>
                          <a:ea typeface="+mn-ea"/>
                          <a:cs typeface="IBM Plex Sans Arabic SemiBold" panose="020B0703050203000203" pitchFamily="34" charset="-78"/>
                        </a:rPr>
                        <a:t>20</a:t>
                      </a:r>
                    </a:p>
                  </a:txBody>
                  <a:tcPr anchor="ctr">
                    <a:solidFill>
                      <a:srgbClr val="D7E5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600" b="1" kern="1200" dirty="0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IBM Plex Sans Arabic SemiBold" panose="020B0703050203000203" pitchFamily="34" charset="-78"/>
                          <a:ea typeface="+mn-ea"/>
                          <a:cs typeface="IBM Plex Sans Arabic SemiBold" panose="020B0703050203000203" pitchFamily="34" charset="-78"/>
                        </a:rPr>
                        <a:t>08:00</a:t>
                      </a: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600" b="1" kern="1200" dirty="0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IBM Plex Sans Arabic SemiBold" panose="020B0703050203000203" pitchFamily="34" charset="-78"/>
                          <a:ea typeface="+mn-ea"/>
                          <a:cs typeface="IBM Plex Sans Arabic SemiBold" panose="020B0703050203000203" pitchFamily="34" charset="-78"/>
                        </a:rPr>
                        <a:t>14:00</a:t>
                      </a:r>
                      <a:endParaRPr lang="vi-VN" sz="600" b="1" kern="1200" dirty="0">
                        <a:solidFill>
                          <a:schemeClr val="accent5">
                            <a:lumMod val="75000"/>
                          </a:schemeClr>
                        </a:solidFill>
                        <a:effectLst/>
                        <a:latin typeface="IBM Plex Sans Arabic SemiBold" panose="020B0703050203000203" pitchFamily="34" charset="-78"/>
                        <a:ea typeface="+mn-ea"/>
                        <a:cs typeface="IBM Plex Sans Arabic SemiBold" panose="020B0703050203000203" pitchFamily="34" charset="-78"/>
                      </a:endParaRPr>
                    </a:p>
                  </a:txBody>
                  <a:tcPr anchor="ctr">
                    <a:solidFill>
                      <a:srgbClr val="D7E5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600" b="1" kern="1200" dirty="0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IBM Plex Sans Arabic SemiBold" panose="020B0703050203000203" pitchFamily="34" charset="-78"/>
                          <a:ea typeface="+mn-ea"/>
                          <a:cs typeface="IBM Plex Sans Arabic SemiBold" panose="020B0703050203000203" pitchFamily="34" charset="-78"/>
                        </a:rPr>
                        <a:t>09:00</a:t>
                      </a: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600" b="1" kern="1200" dirty="0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IBM Plex Sans Arabic SemiBold" panose="020B0703050203000203" pitchFamily="34" charset="-78"/>
                          <a:ea typeface="+mn-ea"/>
                          <a:cs typeface="IBM Plex Sans Arabic SemiBold" panose="020B0703050203000203" pitchFamily="34" charset="-78"/>
                        </a:rPr>
                        <a:t>09:30</a:t>
                      </a:r>
                      <a:endParaRPr lang="vi-VN" sz="600" b="1" kern="1200" dirty="0">
                        <a:solidFill>
                          <a:schemeClr val="accent5">
                            <a:lumMod val="75000"/>
                          </a:schemeClr>
                        </a:solidFill>
                        <a:effectLst/>
                        <a:latin typeface="IBM Plex Sans Arabic SemiBold" panose="020B0703050203000203" pitchFamily="34" charset="-78"/>
                        <a:ea typeface="+mn-ea"/>
                        <a:cs typeface="IBM Plex Sans Arabic SemiBold" panose="020B0703050203000203" pitchFamily="34" charset="-78"/>
                      </a:endParaRPr>
                    </a:p>
                  </a:txBody>
                  <a:tcPr anchor="ctr">
                    <a:solidFill>
                      <a:srgbClr val="D7E5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600" b="1" kern="1200" dirty="0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IBM Plex Sans Arabic SemiBold" panose="020B0703050203000203" pitchFamily="34" charset="-78"/>
                          <a:ea typeface="+mn-ea"/>
                          <a:cs typeface="IBM Plex Sans Arabic SemiBold" panose="020B0703050203000203" pitchFamily="34" charset="-78"/>
                        </a:rPr>
                        <a:t>11:00</a:t>
                      </a:r>
                      <a:endParaRPr lang="vi-VN" sz="600" b="1" kern="1200" dirty="0">
                        <a:solidFill>
                          <a:schemeClr val="accent5">
                            <a:lumMod val="75000"/>
                          </a:schemeClr>
                        </a:solidFill>
                        <a:effectLst/>
                        <a:latin typeface="IBM Plex Sans Arabic SemiBold" panose="020B0703050203000203" pitchFamily="34" charset="-78"/>
                        <a:ea typeface="+mn-ea"/>
                        <a:cs typeface="IBM Plex Sans Arabic SemiBold" panose="020B0703050203000203" pitchFamily="34" charset="-78"/>
                      </a:endParaRPr>
                    </a:p>
                  </a:txBody>
                  <a:tcPr anchor="ctr">
                    <a:solidFill>
                      <a:srgbClr val="D7E5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10728428"/>
                  </a:ext>
                </a:extLst>
              </a:tr>
              <a:tr h="600949">
                <a:tc>
                  <a:txBody>
                    <a:bodyPr/>
                    <a:lstStyle/>
                    <a:p>
                      <a:pPr marL="0" marR="0" indent="0" algn="ctr" defTabSz="4572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SA" sz="600" b="1" kern="1200" dirty="0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IBM Plex Sans Arabic SemiBold" panose="020B0703050203000203" pitchFamily="34" charset="-78"/>
                          <a:ea typeface="+mn-ea"/>
                          <a:cs typeface="IBM Plex Sans Arabic SemiBold" panose="020B0703050203000203" pitchFamily="34" charset="-78"/>
                        </a:rPr>
                        <a:t>مهارات التواصل مع العملاء في الميدان </a:t>
                      </a:r>
                      <a:endParaRPr lang="en-US" sz="600" b="1" kern="1200" dirty="0">
                        <a:solidFill>
                          <a:schemeClr val="accent5">
                            <a:lumMod val="75000"/>
                          </a:schemeClr>
                        </a:solidFill>
                        <a:effectLst/>
                        <a:latin typeface="IBM Plex Sans Arabic SemiBold" panose="020B0703050203000203" pitchFamily="34" charset="-78"/>
                        <a:ea typeface="+mn-ea"/>
                        <a:cs typeface="IBM Plex Sans Arabic SemiBold" panose="020B0703050203000203" pitchFamily="34" charset="-78"/>
                      </a:endParaRPr>
                    </a:p>
                    <a:p>
                      <a:pPr marL="0" marR="0" indent="0" algn="ctr" defTabSz="4572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600" b="1" kern="1200" dirty="0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IBM Plex Sans Arabic SemiBold" panose="020B0703050203000203" pitchFamily="34" charset="-78"/>
                          <a:ea typeface="+mn-ea"/>
                          <a:cs typeface="IBM Plex Sans Arabic SemiBold" panose="020B0703050203000203" pitchFamily="34" charset="-78"/>
                        </a:rPr>
                        <a:t>Interpersonal &amp; Communication Skills incl. Improve Communication with Customers on The Field</a:t>
                      </a:r>
                    </a:p>
                    <a:p>
                      <a:pPr marL="0" marR="0" lvl="0" indent="0" algn="ctr" defTabSz="4572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600" b="1" kern="1200" dirty="0">
                          <a:solidFill>
                            <a:srgbClr val="7030A0"/>
                          </a:solidFill>
                          <a:effectLst/>
                          <a:latin typeface="IBM Plex Sans Arabic SemiBold" panose="020B0703050203000203" pitchFamily="34" charset="-78"/>
                          <a:ea typeface="+mn-ea"/>
                          <a:cs typeface="IBM Plex Sans Arabic SemiBold" panose="020B0703050203000203" pitchFamily="34" charset="-78"/>
                        </a:rPr>
                        <a:t>06/09/2026 to 07/09/2026</a:t>
                      </a:r>
                      <a:endParaRPr lang="ar-SA" sz="600" b="1" kern="1200" dirty="0">
                        <a:solidFill>
                          <a:srgbClr val="7030A0"/>
                        </a:solidFill>
                        <a:effectLst/>
                        <a:latin typeface="IBM Plex Sans Arabic SemiBold" panose="020B0703050203000203" pitchFamily="34" charset="-78"/>
                        <a:ea typeface="+mn-ea"/>
                        <a:cs typeface="IBM Plex Sans Arabic SemiBold" panose="020B0703050203000203" pitchFamily="34" charset="-78"/>
                      </a:endParaRPr>
                    </a:p>
                    <a:p>
                      <a:pPr marL="0" marR="0" lvl="0" indent="0" algn="ctr" defTabSz="4572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600" b="1" kern="1200" dirty="0">
                          <a:solidFill>
                            <a:srgbClr val="7030A0"/>
                          </a:solidFill>
                          <a:effectLst/>
                          <a:latin typeface="IBM Plex Sans Arabic SemiBold" panose="020B0703050203000203" pitchFamily="34" charset="-78"/>
                          <a:ea typeface="+mn-ea"/>
                          <a:cs typeface="IBM Plex Sans Arabic SemiBold" panose="020B0703050203000203" pitchFamily="34" charset="-78"/>
                        </a:rPr>
                        <a:t>ERWAA</a:t>
                      </a:r>
                    </a:p>
                  </a:txBody>
                  <a:tcPr anchor="ctr">
                    <a:solidFill>
                      <a:srgbClr val="F1F5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600" b="1" kern="1200" dirty="0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IBM Plex Sans Arabic SemiBold" panose="020B0703050203000203" pitchFamily="34" charset="-78"/>
                          <a:ea typeface="+mn-ea"/>
                          <a:cs typeface="IBM Plex Sans Arabic SemiBold" panose="020B0703050203000203" pitchFamily="34" charset="-78"/>
                        </a:rPr>
                        <a:t>EARA71241</a:t>
                      </a:r>
                    </a:p>
                  </a:txBody>
                  <a:tcPr marL="0" marR="0" marT="0" marB="0" anchor="ctr">
                    <a:solidFill>
                      <a:srgbClr val="F1F5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600" b="1" kern="1200" dirty="0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IBM Plex Sans Arabic SemiBold" panose="020B0703050203000203" pitchFamily="34" charset="-78"/>
                          <a:ea typeface="+mn-ea"/>
                          <a:cs typeface="IBM Plex Sans Arabic SemiBold" panose="020B0703050203000203" pitchFamily="34" charset="-78"/>
                        </a:rPr>
                        <a:t>2</a:t>
                      </a: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600" b="1" kern="1200" dirty="0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IBM Plex Sans Arabic SemiBold" panose="020B0703050203000203" pitchFamily="34" charset="-78"/>
                          <a:ea typeface="+mn-ea"/>
                          <a:cs typeface="IBM Plex Sans Arabic SemiBold" panose="020B0703050203000203" pitchFamily="34" charset="-78"/>
                        </a:rPr>
                        <a:t>Days</a:t>
                      </a:r>
                      <a:endParaRPr lang="vi-VN" sz="600" b="1" kern="1200" dirty="0">
                        <a:solidFill>
                          <a:schemeClr val="accent5">
                            <a:lumMod val="75000"/>
                          </a:schemeClr>
                        </a:solidFill>
                        <a:effectLst/>
                        <a:latin typeface="IBM Plex Sans Arabic SemiBold" panose="020B0703050203000203" pitchFamily="34" charset="-78"/>
                        <a:ea typeface="+mn-ea"/>
                        <a:cs typeface="IBM Plex Sans Arabic SemiBold" panose="020B0703050203000203" pitchFamily="34" charset="-78"/>
                      </a:endParaRPr>
                    </a:p>
                  </a:txBody>
                  <a:tcPr anchor="ctr">
                    <a:solidFill>
                      <a:srgbClr val="F1F5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600" b="1" kern="1200" noProof="0" dirty="0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IBM Plex Sans Arabic SemiBold" panose="020B0703050203000203" pitchFamily="34" charset="-78"/>
                          <a:ea typeface="+mn-ea"/>
                          <a:cs typeface="IBM Plex Sans Arabic SemiBold" panose="020B0703050203000203" pitchFamily="34" charset="-78"/>
                        </a:rPr>
                        <a:t>Majid 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600" b="1" kern="1200" noProof="0" dirty="0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IBM Plex Sans Arabic SemiBold" panose="020B0703050203000203" pitchFamily="34" charset="-78"/>
                          <a:ea typeface="+mn-ea"/>
                          <a:cs typeface="IBM Plex Sans Arabic SemiBold" panose="020B0703050203000203" pitchFamily="34" charset="-78"/>
                        </a:rPr>
                        <a:t>Sharahili</a:t>
                      </a:r>
                    </a:p>
                  </a:txBody>
                  <a:tcPr anchor="ctr">
                    <a:solidFill>
                      <a:srgbClr val="F1F5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439738" algn="r"/>
                        </a:tabLst>
                        <a:defRPr/>
                      </a:pPr>
                      <a:r>
                        <a:rPr lang="en-US" sz="600" b="1" kern="1200" dirty="0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IBM Plex Sans Arabic SemiBold" panose="020B0703050203000203" pitchFamily="34" charset="-78"/>
                          <a:ea typeface="+mn-ea"/>
                          <a:cs typeface="IBM Plex Sans Arabic SemiBold" panose="020B0703050203000203" pitchFamily="34" charset="-78"/>
                        </a:rPr>
                        <a:t>ON LINE</a:t>
                      </a:r>
                    </a:p>
                  </a:txBody>
                  <a:tcPr anchor="ctr">
                    <a:solidFill>
                      <a:srgbClr val="F1F5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4572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600" b="1" kern="1200" dirty="0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IBM Plex Sans Arabic SemiBold" panose="020B0703050203000203" pitchFamily="34" charset="-78"/>
                          <a:ea typeface="+mn-ea"/>
                          <a:cs typeface="IBM Plex Sans Arabic SemiBold" panose="020B0703050203000203" pitchFamily="34" charset="-78"/>
                        </a:rPr>
                        <a:t>20</a:t>
                      </a:r>
                    </a:p>
                  </a:txBody>
                  <a:tcPr anchor="ctr">
                    <a:solidFill>
                      <a:srgbClr val="F1F5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600" b="1" kern="1200" dirty="0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IBM Plex Sans Arabic SemiBold" panose="020B0703050203000203" pitchFamily="34" charset="-78"/>
                          <a:ea typeface="+mn-ea"/>
                          <a:cs typeface="IBM Plex Sans Arabic SemiBold" panose="020B0703050203000203" pitchFamily="34" charset="-78"/>
                        </a:rPr>
                        <a:t>08:00</a:t>
                      </a: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SA" sz="600" b="1" kern="1200" dirty="0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IBM Plex Sans Arabic SemiBold" panose="020B0703050203000203" pitchFamily="34" charset="-78"/>
                          <a:ea typeface="+mn-ea"/>
                          <a:cs typeface="IBM Plex Sans Arabic SemiBold" panose="020B0703050203000203" pitchFamily="34" charset="-78"/>
                        </a:rPr>
                        <a:t>01</a:t>
                      </a:r>
                      <a:r>
                        <a:rPr lang="en-US" sz="600" b="1" kern="1200" dirty="0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IBM Plex Sans Arabic SemiBold" panose="020B0703050203000203" pitchFamily="34" charset="-78"/>
                          <a:ea typeface="+mn-ea"/>
                          <a:cs typeface="IBM Plex Sans Arabic SemiBold" panose="020B0703050203000203" pitchFamily="34" charset="-78"/>
                        </a:rPr>
                        <a:t>:</a:t>
                      </a:r>
                      <a:r>
                        <a:rPr lang="ar-SA" sz="600" b="1" kern="1200" dirty="0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IBM Plex Sans Arabic SemiBold" panose="020B0703050203000203" pitchFamily="34" charset="-78"/>
                          <a:ea typeface="+mn-ea"/>
                          <a:cs typeface="IBM Plex Sans Arabic SemiBold" panose="020B0703050203000203" pitchFamily="34" charset="-78"/>
                        </a:rPr>
                        <a:t>3</a:t>
                      </a:r>
                      <a:r>
                        <a:rPr lang="en-US" sz="600" b="1" kern="1200" dirty="0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IBM Plex Sans Arabic SemiBold" panose="020B0703050203000203" pitchFamily="34" charset="-78"/>
                          <a:ea typeface="+mn-ea"/>
                          <a:cs typeface="IBM Plex Sans Arabic SemiBold" panose="020B0703050203000203" pitchFamily="34" charset="-78"/>
                        </a:rPr>
                        <a:t>0</a:t>
                      </a:r>
                      <a:endParaRPr lang="vi-VN" sz="600" b="1" kern="1200" dirty="0">
                        <a:solidFill>
                          <a:schemeClr val="accent5">
                            <a:lumMod val="75000"/>
                          </a:schemeClr>
                        </a:solidFill>
                        <a:effectLst/>
                        <a:latin typeface="IBM Plex Sans Arabic SemiBold" panose="020B0703050203000203" pitchFamily="34" charset="-78"/>
                        <a:ea typeface="+mn-ea"/>
                        <a:cs typeface="IBM Plex Sans Arabic SemiBold" panose="020B0703050203000203" pitchFamily="34" charset="-78"/>
                      </a:endParaRPr>
                    </a:p>
                  </a:txBody>
                  <a:tcPr anchor="ctr">
                    <a:solidFill>
                      <a:srgbClr val="F1F5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600" b="1" kern="1200" dirty="0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IBM Plex Sans Arabic SemiBold" panose="020B0703050203000203" pitchFamily="34" charset="-78"/>
                          <a:ea typeface="+mn-ea"/>
                          <a:cs typeface="IBM Plex Sans Arabic SemiBold" panose="020B0703050203000203" pitchFamily="34" charset="-78"/>
                        </a:rPr>
                        <a:t>09:00</a:t>
                      </a: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600" b="1" kern="1200" dirty="0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IBM Plex Sans Arabic SemiBold" panose="020B0703050203000203" pitchFamily="34" charset="-78"/>
                          <a:ea typeface="+mn-ea"/>
                          <a:cs typeface="IBM Plex Sans Arabic SemiBold" panose="020B0703050203000203" pitchFamily="34" charset="-78"/>
                        </a:rPr>
                        <a:t>09:30</a:t>
                      </a:r>
                      <a:endParaRPr lang="vi-VN" sz="600" b="1" kern="1200" dirty="0">
                        <a:solidFill>
                          <a:schemeClr val="accent5">
                            <a:lumMod val="75000"/>
                          </a:schemeClr>
                        </a:solidFill>
                        <a:effectLst/>
                        <a:latin typeface="IBM Plex Sans Arabic SemiBold" panose="020B0703050203000203" pitchFamily="34" charset="-78"/>
                        <a:ea typeface="+mn-ea"/>
                        <a:cs typeface="IBM Plex Sans Arabic SemiBold" panose="020B0703050203000203" pitchFamily="34" charset="-78"/>
                      </a:endParaRPr>
                    </a:p>
                  </a:txBody>
                  <a:tcPr anchor="ctr">
                    <a:solidFill>
                      <a:srgbClr val="F1F5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600" b="1" kern="1200" dirty="0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IBM Plex Sans Arabic SemiBold" panose="020B0703050203000203" pitchFamily="34" charset="-78"/>
                          <a:ea typeface="+mn-ea"/>
                          <a:cs typeface="IBM Plex Sans Arabic SemiBold" panose="020B0703050203000203" pitchFamily="34" charset="-78"/>
                        </a:rPr>
                        <a:t>11:00</a:t>
                      </a:r>
                      <a:endParaRPr lang="vi-VN" sz="600" b="1" kern="1200" dirty="0">
                        <a:solidFill>
                          <a:schemeClr val="accent5">
                            <a:lumMod val="75000"/>
                          </a:schemeClr>
                        </a:solidFill>
                        <a:effectLst/>
                        <a:latin typeface="IBM Plex Sans Arabic SemiBold" panose="020B0703050203000203" pitchFamily="34" charset="-78"/>
                        <a:ea typeface="+mn-ea"/>
                        <a:cs typeface="IBM Plex Sans Arabic SemiBold" panose="020B0703050203000203" pitchFamily="34" charset="-78"/>
                      </a:endParaRPr>
                    </a:p>
                  </a:txBody>
                  <a:tcPr anchor="ctr">
                    <a:solidFill>
                      <a:srgbClr val="F1F5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01547821"/>
                  </a:ext>
                </a:extLst>
              </a:tr>
              <a:tr h="400633">
                <a:tc>
                  <a:txBody>
                    <a:bodyPr/>
                    <a:lstStyle/>
                    <a:p>
                      <a:pPr marL="0" marR="0" indent="0" algn="ctr" defTabSz="4572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SA" sz="600" b="1" kern="1200" dirty="0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IBM Plex Sans Arabic SemiBold" panose="020B0703050203000203" pitchFamily="34" charset="-78"/>
                          <a:ea typeface="+mn-ea"/>
                          <a:cs typeface="IBM Plex Sans Arabic SemiBold" panose="020B0703050203000203" pitchFamily="34" charset="-78"/>
                        </a:rPr>
                        <a:t>أخصائي حماية معتمد</a:t>
                      </a:r>
                      <a:endParaRPr lang="en-US" sz="600" b="1" kern="1200" dirty="0">
                        <a:solidFill>
                          <a:schemeClr val="accent5">
                            <a:lumMod val="75000"/>
                          </a:schemeClr>
                        </a:solidFill>
                        <a:effectLst/>
                        <a:latin typeface="IBM Plex Sans Arabic SemiBold" panose="020B0703050203000203" pitchFamily="34" charset="-78"/>
                        <a:ea typeface="+mn-ea"/>
                        <a:cs typeface="IBM Plex Sans Arabic SemiBold" panose="020B0703050203000203" pitchFamily="34" charset="-78"/>
                      </a:endParaRPr>
                    </a:p>
                    <a:p>
                      <a:pPr marL="0" marR="0" indent="0" algn="ctr" defTabSz="4572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600" b="1" kern="1200" dirty="0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IBM Plex Sans Arabic SemiBold" panose="020B0703050203000203" pitchFamily="34" charset="-78"/>
                          <a:ea typeface="+mn-ea"/>
                          <a:cs typeface="IBM Plex Sans Arabic SemiBold" panose="020B0703050203000203" pitchFamily="34" charset="-78"/>
                        </a:rPr>
                        <a:t>Certified Protection Professional</a:t>
                      </a:r>
                      <a:endParaRPr lang="ar-SA" sz="600" b="1" kern="1200" dirty="0">
                        <a:solidFill>
                          <a:schemeClr val="accent5">
                            <a:lumMod val="75000"/>
                          </a:schemeClr>
                        </a:solidFill>
                        <a:effectLst/>
                        <a:latin typeface="IBM Plex Sans Arabic SemiBold" panose="020B0703050203000203" pitchFamily="34" charset="-78"/>
                        <a:ea typeface="+mn-ea"/>
                        <a:cs typeface="IBM Plex Sans Arabic SemiBold" panose="020B0703050203000203" pitchFamily="34" charset="-78"/>
                      </a:endParaRPr>
                    </a:p>
                    <a:p>
                      <a:pPr marL="0" marR="0" lvl="0" indent="0" algn="ctr" defTabSz="4572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SA" sz="600" b="1" kern="1200" dirty="0">
                          <a:solidFill>
                            <a:srgbClr val="7030A0"/>
                          </a:solidFill>
                          <a:effectLst/>
                          <a:latin typeface="IBM Plex Sans Arabic SemiBold" panose="020B0703050203000203" pitchFamily="34" charset="-78"/>
                          <a:ea typeface="+mn-ea"/>
                          <a:cs typeface="IBM Plex Sans Arabic SemiBold" panose="020B0703050203000203" pitchFamily="34" charset="-78"/>
                        </a:rPr>
                        <a:t>شركة المياه الوطنية</a:t>
                      </a:r>
                      <a:r>
                        <a:rPr lang="en-US" sz="600" b="1" kern="1200" dirty="0">
                          <a:solidFill>
                            <a:srgbClr val="7030A0"/>
                          </a:solidFill>
                          <a:effectLst/>
                          <a:latin typeface="IBM Plex Sans Arabic SemiBold" panose="020B0703050203000203" pitchFamily="34" charset="-78"/>
                          <a:ea typeface="+mn-ea"/>
                          <a:cs typeface="IBM Plex Sans Arabic SemiBold" panose="020B0703050203000203" pitchFamily="34" charset="-78"/>
                        </a:rPr>
                        <a:t>NWC-  </a:t>
                      </a:r>
                      <a:r>
                        <a:rPr lang="ar-SA" sz="600" b="1" kern="1200" dirty="0">
                          <a:solidFill>
                            <a:srgbClr val="7030A0"/>
                          </a:solidFill>
                          <a:effectLst/>
                          <a:latin typeface="IBM Plex Sans Arabic SemiBold" panose="020B0703050203000203" pitchFamily="34" charset="-78"/>
                          <a:ea typeface="+mn-ea"/>
                          <a:cs typeface="IBM Plex Sans Arabic SemiBold" panose="020B0703050203000203" pitchFamily="34" charset="-78"/>
                        </a:rPr>
                        <a:t>برامج السلامة</a:t>
                      </a:r>
                    </a:p>
                  </a:txBody>
                  <a:tcPr anchor="ctr">
                    <a:solidFill>
                      <a:srgbClr val="D7E5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4572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600" b="1" kern="1200" dirty="0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IBM Plex Sans Arabic SemiBold" panose="020B0703050203000203" pitchFamily="34" charset="-78"/>
                          <a:ea typeface="+mn-ea"/>
                          <a:cs typeface="IBM Plex Sans Arabic SemiBold" panose="020B0703050203000203" pitchFamily="34" charset="-78"/>
                        </a:rPr>
                        <a:t>CPP060926</a:t>
                      </a:r>
                    </a:p>
                  </a:txBody>
                  <a:tcPr anchor="ctr">
                    <a:solidFill>
                      <a:srgbClr val="D7E5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600" b="1" kern="1200" dirty="0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IBM Plex Sans Arabic SemiBold" panose="020B0703050203000203" pitchFamily="34" charset="-78"/>
                          <a:ea typeface="+mn-ea"/>
                          <a:cs typeface="IBM Plex Sans Arabic SemiBold" panose="020B0703050203000203" pitchFamily="34" charset="-78"/>
                        </a:rPr>
                        <a:t>5</a:t>
                      </a:r>
                      <a:endParaRPr lang="vi-VN" sz="600" b="1" kern="1200" dirty="0">
                        <a:solidFill>
                          <a:schemeClr val="accent5">
                            <a:lumMod val="75000"/>
                          </a:schemeClr>
                        </a:solidFill>
                        <a:effectLst/>
                        <a:latin typeface="IBM Plex Sans Arabic SemiBold" panose="020B0703050203000203" pitchFamily="34" charset="-78"/>
                        <a:ea typeface="+mn-ea"/>
                        <a:cs typeface="IBM Plex Sans Arabic SemiBold" panose="020B0703050203000203" pitchFamily="34" charset="-78"/>
                      </a:endParaRP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vi-VN" sz="600" b="1" kern="1200" dirty="0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IBM Plex Sans Arabic SemiBold" panose="020B0703050203000203" pitchFamily="34" charset="-78"/>
                          <a:ea typeface="+mn-ea"/>
                          <a:cs typeface="IBM Plex Sans Arabic SemiBold" panose="020B0703050203000203" pitchFamily="34" charset="-78"/>
                        </a:rPr>
                        <a:t>Days</a:t>
                      </a:r>
                    </a:p>
                  </a:txBody>
                  <a:tcPr anchor="ctr">
                    <a:solidFill>
                      <a:srgbClr val="D7E5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4572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600" b="1" kern="1200" dirty="0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IBM Plex Sans Arabic SemiBold" panose="020B0703050203000203" pitchFamily="34" charset="-78"/>
                          <a:ea typeface="+mn-ea"/>
                          <a:cs typeface="IBM Plex Sans Arabic SemiBold" panose="020B0703050203000203" pitchFamily="34" charset="-78"/>
                        </a:rPr>
                        <a:t>Ali </a:t>
                      </a:r>
                    </a:p>
                    <a:p>
                      <a:pPr marL="0" marR="0" indent="0" algn="ctr" defTabSz="4572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600" b="1" kern="1200" dirty="0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IBM Plex Sans Arabic SemiBold" panose="020B0703050203000203" pitchFamily="34" charset="-78"/>
                          <a:ea typeface="+mn-ea"/>
                          <a:cs typeface="IBM Plex Sans Arabic SemiBold" panose="020B0703050203000203" pitchFamily="34" charset="-78"/>
                        </a:rPr>
                        <a:t>Al-</a:t>
                      </a:r>
                      <a:r>
                        <a:rPr lang="en-US" sz="600" b="1" kern="1200" dirty="0" err="1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IBM Plex Sans Arabic SemiBold" panose="020B0703050203000203" pitchFamily="34" charset="-78"/>
                          <a:ea typeface="+mn-ea"/>
                          <a:cs typeface="IBM Plex Sans Arabic SemiBold" panose="020B0703050203000203" pitchFamily="34" charset="-78"/>
                        </a:rPr>
                        <a:t>Noumsi</a:t>
                      </a:r>
                      <a:endParaRPr lang="en-US" sz="600" b="1" kern="1200" dirty="0">
                        <a:solidFill>
                          <a:schemeClr val="accent5">
                            <a:lumMod val="75000"/>
                          </a:schemeClr>
                        </a:solidFill>
                        <a:effectLst/>
                        <a:latin typeface="IBM Plex Sans Arabic SemiBold" panose="020B0703050203000203" pitchFamily="34" charset="-78"/>
                        <a:ea typeface="+mn-ea"/>
                        <a:cs typeface="IBM Plex Sans Arabic SemiBold" panose="020B0703050203000203" pitchFamily="34" charset="-78"/>
                      </a:endParaRPr>
                    </a:p>
                  </a:txBody>
                  <a:tcPr anchor="ctr">
                    <a:solidFill>
                      <a:srgbClr val="D7E5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439738" algn="r"/>
                        </a:tabLst>
                        <a:defRPr/>
                      </a:pPr>
                      <a:r>
                        <a:rPr lang="en-US" sz="600" b="1" kern="1200" noProof="0" dirty="0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IBM Plex Sans Arabic SemiBold" panose="020B0703050203000203" pitchFamily="34" charset="-78"/>
                          <a:ea typeface="+mn-ea"/>
                          <a:cs typeface="IBM Plex Sans Arabic SemiBold" panose="020B0703050203000203" pitchFamily="34" charset="-78"/>
                        </a:rPr>
                        <a:t>Riyadh</a:t>
                      </a:r>
                    </a:p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439738" algn="r"/>
                        </a:tabLst>
                        <a:defRPr/>
                      </a:pPr>
                      <a:r>
                        <a:rPr lang="en-US" sz="600" b="1" kern="1200" noProof="0" dirty="0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IBM Plex Sans Arabic SemiBold" panose="020B0703050203000203" pitchFamily="34" charset="-78"/>
                          <a:ea typeface="+mn-ea"/>
                          <a:cs typeface="IBM Plex Sans Arabic SemiBold" panose="020B0703050203000203" pitchFamily="34" charset="-78"/>
                        </a:rPr>
                        <a:t>City</a:t>
                      </a:r>
                    </a:p>
                  </a:txBody>
                  <a:tcPr anchor="ctr">
                    <a:solidFill>
                      <a:srgbClr val="D7E5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4572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SA" sz="600" b="1" kern="1200" dirty="0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IBM Plex Sans Arabic SemiBold" panose="020B0703050203000203" pitchFamily="34" charset="-78"/>
                          <a:ea typeface="+mn-ea"/>
                          <a:cs typeface="IBM Plex Sans Arabic SemiBold" panose="020B0703050203000203" pitchFamily="34" charset="-78"/>
                        </a:rPr>
                        <a:t>17</a:t>
                      </a:r>
                      <a:endParaRPr lang="en-US" sz="600" b="1" kern="1200" dirty="0">
                        <a:solidFill>
                          <a:schemeClr val="accent5">
                            <a:lumMod val="75000"/>
                          </a:schemeClr>
                        </a:solidFill>
                        <a:effectLst/>
                        <a:latin typeface="IBM Plex Sans Arabic SemiBold" panose="020B0703050203000203" pitchFamily="34" charset="-78"/>
                        <a:ea typeface="+mn-ea"/>
                        <a:cs typeface="IBM Plex Sans Arabic SemiBold" panose="020B0703050203000203" pitchFamily="34" charset="-78"/>
                      </a:endParaRPr>
                    </a:p>
                  </a:txBody>
                  <a:tcPr anchor="ctr">
                    <a:solidFill>
                      <a:srgbClr val="D7E5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600" b="1" kern="1200" dirty="0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IBM Plex Sans Arabic SemiBold" panose="020B0703050203000203" pitchFamily="34" charset="-78"/>
                          <a:ea typeface="+mn-ea"/>
                          <a:cs typeface="IBM Plex Sans Arabic SemiBold" panose="020B0703050203000203" pitchFamily="34" charset="-78"/>
                        </a:rPr>
                        <a:t>08:00</a:t>
                      </a: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600" b="1" kern="1200" dirty="0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IBM Plex Sans Arabic SemiBold" panose="020B0703050203000203" pitchFamily="34" charset="-78"/>
                          <a:ea typeface="+mn-ea"/>
                          <a:cs typeface="IBM Plex Sans Arabic SemiBold" panose="020B0703050203000203" pitchFamily="34" charset="-78"/>
                        </a:rPr>
                        <a:t>14:00</a:t>
                      </a:r>
                      <a:endParaRPr lang="vi-VN" sz="600" b="1" kern="1200" dirty="0">
                        <a:solidFill>
                          <a:schemeClr val="accent5">
                            <a:lumMod val="75000"/>
                          </a:schemeClr>
                        </a:solidFill>
                        <a:effectLst/>
                        <a:latin typeface="IBM Plex Sans Arabic SemiBold" panose="020B0703050203000203" pitchFamily="34" charset="-78"/>
                        <a:ea typeface="+mn-ea"/>
                        <a:cs typeface="IBM Plex Sans Arabic SemiBold" panose="020B0703050203000203" pitchFamily="34" charset="-78"/>
                      </a:endParaRPr>
                    </a:p>
                  </a:txBody>
                  <a:tcPr anchor="ctr">
                    <a:solidFill>
                      <a:srgbClr val="D7E5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600" b="1" kern="1200" dirty="0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IBM Plex Sans Arabic SemiBold" panose="020B0703050203000203" pitchFamily="34" charset="-78"/>
                          <a:ea typeface="+mn-ea"/>
                          <a:cs typeface="IBM Plex Sans Arabic SemiBold" panose="020B0703050203000203" pitchFamily="34" charset="-78"/>
                        </a:rPr>
                        <a:t>09:00</a:t>
                      </a: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600" b="1" kern="1200" dirty="0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IBM Plex Sans Arabic SemiBold" panose="020B0703050203000203" pitchFamily="34" charset="-78"/>
                          <a:ea typeface="+mn-ea"/>
                          <a:cs typeface="IBM Plex Sans Arabic SemiBold" panose="020B0703050203000203" pitchFamily="34" charset="-78"/>
                        </a:rPr>
                        <a:t>09:30</a:t>
                      </a:r>
                      <a:endParaRPr lang="vi-VN" sz="600" b="1" kern="1200" dirty="0">
                        <a:solidFill>
                          <a:schemeClr val="accent5">
                            <a:lumMod val="75000"/>
                          </a:schemeClr>
                        </a:solidFill>
                        <a:effectLst/>
                        <a:latin typeface="IBM Plex Sans Arabic SemiBold" panose="020B0703050203000203" pitchFamily="34" charset="-78"/>
                        <a:ea typeface="+mn-ea"/>
                        <a:cs typeface="IBM Plex Sans Arabic SemiBold" panose="020B0703050203000203" pitchFamily="34" charset="-78"/>
                      </a:endParaRPr>
                    </a:p>
                  </a:txBody>
                  <a:tcPr anchor="ctr">
                    <a:solidFill>
                      <a:srgbClr val="D7E5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600" b="1" kern="1200" dirty="0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IBM Plex Sans Arabic SemiBold" panose="020B0703050203000203" pitchFamily="34" charset="-78"/>
                          <a:ea typeface="+mn-ea"/>
                          <a:cs typeface="IBM Plex Sans Arabic SemiBold" panose="020B0703050203000203" pitchFamily="34" charset="-78"/>
                        </a:rPr>
                        <a:t>11:00</a:t>
                      </a:r>
                      <a:endParaRPr lang="vi-VN" sz="600" b="1" kern="1200" dirty="0">
                        <a:solidFill>
                          <a:schemeClr val="accent5">
                            <a:lumMod val="75000"/>
                          </a:schemeClr>
                        </a:solidFill>
                        <a:effectLst/>
                        <a:latin typeface="IBM Plex Sans Arabic SemiBold" panose="020B0703050203000203" pitchFamily="34" charset="-78"/>
                        <a:ea typeface="+mn-ea"/>
                        <a:cs typeface="IBM Plex Sans Arabic SemiBold" panose="020B0703050203000203" pitchFamily="34" charset="-78"/>
                      </a:endParaRPr>
                    </a:p>
                  </a:txBody>
                  <a:tcPr anchor="ctr">
                    <a:solidFill>
                      <a:srgbClr val="D7E5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16535419"/>
                  </a:ext>
                </a:extLst>
              </a:tr>
              <a:tr h="500791">
                <a:tc>
                  <a:txBody>
                    <a:bodyPr/>
                    <a:lstStyle/>
                    <a:p>
                      <a:pPr marL="0" marR="0" indent="0" algn="ctr" defTabSz="4572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SA" sz="600" b="1" kern="1200" dirty="0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IBM Plex Sans Arabic SemiBold" panose="020B0703050203000203" pitchFamily="34" charset="-78"/>
                          <a:ea typeface="+mn-ea"/>
                          <a:cs typeface="IBM Plex Sans Arabic SemiBold" panose="020B0703050203000203" pitchFamily="34" charset="-78"/>
                        </a:rPr>
                        <a:t>نظام تصاريح العمل</a:t>
                      </a:r>
                      <a:endParaRPr lang="en-US" sz="600" b="1" kern="1200" dirty="0">
                        <a:solidFill>
                          <a:schemeClr val="accent5">
                            <a:lumMod val="75000"/>
                          </a:schemeClr>
                        </a:solidFill>
                        <a:effectLst/>
                        <a:latin typeface="IBM Plex Sans Arabic SemiBold" panose="020B0703050203000203" pitchFamily="34" charset="-78"/>
                        <a:ea typeface="+mn-ea"/>
                        <a:cs typeface="IBM Plex Sans Arabic SemiBold" panose="020B0703050203000203" pitchFamily="34" charset="-78"/>
                      </a:endParaRPr>
                    </a:p>
                    <a:p>
                      <a:pPr marL="0" marR="0" indent="0" algn="ctr" defTabSz="4572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600" b="1" kern="1200" dirty="0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IBM Plex Sans Arabic SemiBold" panose="020B0703050203000203" pitchFamily="34" charset="-78"/>
                          <a:ea typeface="+mn-ea"/>
                          <a:cs typeface="IBM Plex Sans Arabic SemiBold" panose="020B0703050203000203" pitchFamily="34" charset="-78"/>
                        </a:rPr>
                        <a:t>Permit to Work</a:t>
                      </a:r>
                    </a:p>
                    <a:p>
                      <a:pPr marL="0" marR="0" lvl="0" indent="0" algn="ctr" defTabSz="4572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600" b="1" kern="1200" dirty="0">
                          <a:solidFill>
                            <a:srgbClr val="7030A0"/>
                          </a:solidFill>
                          <a:effectLst/>
                          <a:latin typeface="IBM Plex Sans Arabic SemiBold" panose="020B0703050203000203" pitchFamily="34" charset="-78"/>
                          <a:ea typeface="+mn-ea"/>
                          <a:cs typeface="IBM Plex Sans Arabic SemiBold" panose="020B0703050203000203" pitchFamily="34" charset="-78"/>
                        </a:rPr>
                        <a:t>06/09/2026 –07/09/2026</a:t>
                      </a:r>
                      <a:endParaRPr lang="ar-SA" sz="600" b="1" kern="1200" dirty="0">
                        <a:solidFill>
                          <a:srgbClr val="7030A0"/>
                        </a:solidFill>
                        <a:effectLst/>
                        <a:latin typeface="IBM Plex Sans Arabic SemiBold" panose="020B0703050203000203" pitchFamily="34" charset="-78"/>
                        <a:ea typeface="+mn-ea"/>
                        <a:cs typeface="IBM Plex Sans Arabic SemiBold" panose="020B0703050203000203" pitchFamily="34" charset="-78"/>
                      </a:endParaRPr>
                    </a:p>
                    <a:p>
                      <a:pPr marL="0" marR="0" lvl="0" indent="0" algn="ctr" defTabSz="4572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SA" sz="600" b="1" kern="1200" dirty="0">
                          <a:solidFill>
                            <a:srgbClr val="7030A0"/>
                          </a:solidFill>
                          <a:effectLst/>
                          <a:latin typeface="IBM Plex Sans Arabic SemiBold" panose="020B0703050203000203" pitchFamily="34" charset="-78"/>
                          <a:ea typeface="+mn-ea"/>
                          <a:cs typeface="IBM Plex Sans Arabic SemiBold" panose="020B0703050203000203" pitchFamily="34" charset="-78"/>
                        </a:rPr>
                        <a:t>شركة المياه الوطنية</a:t>
                      </a:r>
                      <a:r>
                        <a:rPr lang="en-US" sz="600" b="1" kern="1200" dirty="0">
                          <a:solidFill>
                            <a:srgbClr val="7030A0"/>
                          </a:solidFill>
                          <a:effectLst/>
                          <a:latin typeface="IBM Plex Sans Arabic SemiBold" panose="020B0703050203000203" pitchFamily="34" charset="-78"/>
                          <a:ea typeface="+mn-ea"/>
                          <a:cs typeface="IBM Plex Sans Arabic SemiBold" panose="020B0703050203000203" pitchFamily="34" charset="-78"/>
                        </a:rPr>
                        <a:t>NWC-  </a:t>
                      </a:r>
                      <a:r>
                        <a:rPr lang="ar-SA" sz="600" b="1" kern="1200" dirty="0">
                          <a:solidFill>
                            <a:srgbClr val="7030A0"/>
                          </a:solidFill>
                          <a:effectLst/>
                          <a:latin typeface="IBM Plex Sans Arabic SemiBold" panose="020B0703050203000203" pitchFamily="34" charset="-78"/>
                          <a:ea typeface="+mn-ea"/>
                          <a:cs typeface="IBM Plex Sans Arabic SemiBold" panose="020B0703050203000203" pitchFamily="34" charset="-78"/>
                        </a:rPr>
                        <a:t>برامج السلامة</a:t>
                      </a:r>
                    </a:p>
                  </a:txBody>
                  <a:tcPr anchor="ctr">
                    <a:solidFill>
                      <a:srgbClr val="F1F5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600" b="1" kern="1200" dirty="0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IBM Plex Sans Arabic SemiBold" panose="020B0703050203000203" pitchFamily="34" charset="-78"/>
                          <a:ea typeface="+mn-ea"/>
                          <a:cs typeface="IBM Plex Sans Arabic SemiBold" panose="020B0703050203000203" pitchFamily="34" charset="-78"/>
                        </a:rPr>
                        <a:t>31415</a:t>
                      </a:r>
                    </a:p>
                  </a:txBody>
                  <a:tcPr marL="0" marR="0" marT="0" marB="0" anchor="ctr">
                    <a:solidFill>
                      <a:srgbClr val="F1F5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600" b="1" kern="1200" dirty="0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IBM Plex Sans Arabic SemiBold" panose="020B0703050203000203" pitchFamily="34" charset="-78"/>
                          <a:ea typeface="+mn-ea"/>
                          <a:cs typeface="IBM Plex Sans Arabic SemiBold" panose="020B0703050203000203" pitchFamily="34" charset="-78"/>
                        </a:rPr>
                        <a:t>2</a:t>
                      </a: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600" b="1" kern="1200" dirty="0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IBM Plex Sans Arabic SemiBold" panose="020B0703050203000203" pitchFamily="34" charset="-78"/>
                          <a:ea typeface="+mn-ea"/>
                          <a:cs typeface="IBM Plex Sans Arabic SemiBold" panose="020B0703050203000203" pitchFamily="34" charset="-78"/>
                        </a:rPr>
                        <a:t>Days</a:t>
                      </a:r>
                      <a:endParaRPr lang="vi-VN" sz="600" b="1" kern="1200" dirty="0">
                        <a:solidFill>
                          <a:schemeClr val="accent5">
                            <a:lumMod val="75000"/>
                          </a:schemeClr>
                        </a:solidFill>
                        <a:effectLst/>
                        <a:latin typeface="IBM Plex Sans Arabic SemiBold" panose="020B0703050203000203" pitchFamily="34" charset="-78"/>
                        <a:ea typeface="+mn-ea"/>
                        <a:cs typeface="IBM Plex Sans Arabic SemiBold" panose="020B0703050203000203" pitchFamily="34" charset="-78"/>
                      </a:endParaRPr>
                    </a:p>
                  </a:txBody>
                  <a:tcPr anchor="ctr">
                    <a:solidFill>
                      <a:srgbClr val="F1F5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600" b="1" kern="1200" noProof="0" dirty="0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IBM Plex Sans Arabic SemiBold" panose="020B0703050203000203" pitchFamily="34" charset="-78"/>
                          <a:ea typeface="+mn-ea"/>
                          <a:cs typeface="IBM Plex Sans Arabic SemiBold" panose="020B0703050203000203" pitchFamily="34" charset="-78"/>
                        </a:rPr>
                        <a:t>Mohammed  </a:t>
                      </a:r>
                      <a:endParaRPr lang="ar-SA" sz="600" b="1" kern="1200" noProof="0" dirty="0">
                        <a:solidFill>
                          <a:schemeClr val="accent5">
                            <a:lumMod val="75000"/>
                          </a:schemeClr>
                        </a:solidFill>
                        <a:effectLst/>
                        <a:latin typeface="IBM Plex Sans Arabic SemiBold" panose="020B0703050203000203" pitchFamily="34" charset="-78"/>
                        <a:ea typeface="+mn-ea"/>
                        <a:cs typeface="IBM Plex Sans Arabic SemiBold" panose="020B0703050203000203" pitchFamily="34" charset="-78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600" b="1" kern="1200" noProof="0" dirty="0" err="1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IBM Plex Sans Arabic SemiBold" panose="020B0703050203000203" pitchFamily="34" charset="-78"/>
                          <a:ea typeface="+mn-ea"/>
                          <a:cs typeface="IBM Plex Sans Arabic SemiBold" panose="020B0703050203000203" pitchFamily="34" charset="-78"/>
                        </a:rPr>
                        <a:t>Asiri</a:t>
                      </a:r>
                      <a:endParaRPr lang="en-US" sz="600" b="1" kern="1200" noProof="0" dirty="0">
                        <a:solidFill>
                          <a:schemeClr val="accent5">
                            <a:lumMod val="75000"/>
                          </a:schemeClr>
                        </a:solidFill>
                        <a:effectLst/>
                        <a:latin typeface="IBM Plex Sans Arabic SemiBold" panose="020B0703050203000203" pitchFamily="34" charset="-78"/>
                        <a:ea typeface="+mn-ea"/>
                        <a:cs typeface="IBM Plex Sans Arabic SemiBold" panose="020B0703050203000203" pitchFamily="34" charset="-78"/>
                      </a:endParaRPr>
                    </a:p>
                  </a:txBody>
                  <a:tcPr anchor="ctr">
                    <a:solidFill>
                      <a:srgbClr val="F1F5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439738" algn="r"/>
                        </a:tabLst>
                        <a:defRPr/>
                      </a:pPr>
                      <a:r>
                        <a:rPr lang="en-US" sz="600" b="1" kern="1200" noProof="0" dirty="0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IBM Plex Sans Arabic SemiBold" panose="020B0703050203000203" pitchFamily="34" charset="-78"/>
                          <a:ea typeface="+mn-ea"/>
                          <a:cs typeface="IBM Plex Sans Arabic SemiBold" panose="020B0703050203000203" pitchFamily="34" charset="-78"/>
                        </a:rPr>
                        <a:t>Riyadh</a:t>
                      </a:r>
                    </a:p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439738" algn="r"/>
                        </a:tabLst>
                        <a:defRPr/>
                      </a:pPr>
                      <a:r>
                        <a:rPr lang="en-US" sz="600" b="1" kern="1200" noProof="0" dirty="0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IBM Plex Sans Arabic SemiBold" panose="020B0703050203000203" pitchFamily="34" charset="-78"/>
                          <a:ea typeface="+mn-ea"/>
                          <a:cs typeface="IBM Plex Sans Arabic SemiBold" panose="020B0703050203000203" pitchFamily="34" charset="-78"/>
                        </a:rPr>
                        <a:t>City</a:t>
                      </a:r>
                    </a:p>
                  </a:txBody>
                  <a:tcPr anchor="ctr">
                    <a:solidFill>
                      <a:srgbClr val="F1F5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SA" sz="600" b="1" kern="1200" dirty="0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IBM Plex Sans Arabic SemiBold" panose="020B0703050203000203" pitchFamily="34" charset="-78"/>
                          <a:ea typeface="+mn-ea"/>
                          <a:cs typeface="IBM Plex Sans Arabic SemiBold" panose="020B0703050203000203" pitchFamily="34" charset="-78"/>
                        </a:rPr>
                        <a:t>18</a:t>
                      </a:r>
                      <a:endParaRPr lang="en-US" sz="600" b="1" kern="1200" dirty="0">
                        <a:solidFill>
                          <a:schemeClr val="accent5">
                            <a:lumMod val="75000"/>
                          </a:schemeClr>
                        </a:solidFill>
                        <a:effectLst/>
                        <a:latin typeface="IBM Plex Sans Arabic SemiBold" panose="020B0703050203000203" pitchFamily="34" charset="-78"/>
                        <a:ea typeface="+mn-ea"/>
                        <a:cs typeface="IBM Plex Sans Arabic SemiBold" panose="020B0703050203000203" pitchFamily="34" charset="-78"/>
                      </a:endParaRPr>
                    </a:p>
                  </a:txBody>
                  <a:tcPr anchor="ctr">
                    <a:solidFill>
                      <a:srgbClr val="F1F5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600" b="1" kern="1200" dirty="0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IBM Plex Sans Arabic SemiBold" panose="020B0703050203000203" pitchFamily="34" charset="-78"/>
                          <a:ea typeface="+mn-ea"/>
                          <a:cs typeface="IBM Plex Sans Arabic SemiBold" panose="020B0703050203000203" pitchFamily="34" charset="-78"/>
                        </a:rPr>
                        <a:t>08:00</a:t>
                      </a: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600" b="1" kern="1200" dirty="0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IBM Plex Sans Arabic SemiBold" panose="020B0703050203000203" pitchFamily="34" charset="-78"/>
                          <a:ea typeface="+mn-ea"/>
                          <a:cs typeface="IBM Plex Sans Arabic SemiBold" panose="020B0703050203000203" pitchFamily="34" charset="-78"/>
                        </a:rPr>
                        <a:t>14:00</a:t>
                      </a:r>
                      <a:endParaRPr lang="vi-VN" sz="600" b="1" kern="1200" dirty="0">
                        <a:solidFill>
                          <a:schemeClr val="accent5">
                            <a:lumMod val="75000"/>
                          </a:schemeClr>
                        </a:solidFill>
                        <a:effectLst/>
                        <a:latin typeface="IBM Plex Sans Arabic SemiBold" panose="020B0703050203000203" pitchFamily="34" charset="-78"/>
                        <a:ea typeface="+mn-ea"/>
                        <a:cs typeface="IBM Plex Sans Arabic SemiBold" panose="020B0703050203000203" pitchFamily="34" charset="-78"/>
                      </a:endParaRPr>
                    </a:p>
                  </a:txBody>
                  <a:tcPr anchor="ctr">
                    <a:solidFill>
                      <a:srgbClr val="F1F5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600" b="1" kern="1200" dirty="0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IBM Plex Sans Arabic SemiBold" panose="020B0703050203000203" pitchFamily="34" charset="-78"/>
                          <a:ea typeface="+mn-ea"/>
                          <a:cs typeface="IBM Plex Sans Arabic SemiBold" panose="020B0703050203000203" pitchFamily="34" charset="-78"/>
                        </a:rPr>
                        <a:t>09:00</a:t>
                      </a: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600" b="1" kern="1200" dirty="0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IBM Plex Sans Arabic SemiBold" panose="020B0703050203000203" pitchFamily="34" charset="-78"/>
                          <a:ea typeface="+mn-ea"/>
                          <a:cs typeface="IBM Plex Sans Arabic SemiBold" panose="020B0703050203000203" pitchFamily="34" charset="-78"/>
                        </a:rPr>
                        <a:t>09:30</a:t>
                      </a:r>
                      <a:endParaRPr lang="vi-VN" sz="600" b="1" kern="1200" dirty="0">
                        <a:solidFill>
                          <a:schemeClr val="accent5">
                            <a:lumMod val="75000"/>
                          </a:schemeClr>
                        </a:solidFill>
                        <a:effectLst/>
                        <a:latin typeface="IBM Plex Sans Arabic SemiBold" panose="020B0703050203000203" pitchFamily="34" charset="-78"/>
                        <a:ea typeface="+mn-ea"/>
                        <a:cs typeface="IBM Plex Sans Arabic SemiBold" panose="020B0703050203000203" pitchFamily="34" charset="-78"/>
                      </a:endParaRPr>
                    </a:p>
                  </a:txBody>
                  <a:tcPr anchor="ctr">
                    <a:solidFill>
                      <a:srgbClr val="F1F5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600" b="1" kern="1200" dirty="0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IBM Plex Sans Arabic SemiBold" panose="020B0703050203000203" pitchFamily="34" charset="-78"/>
                          <a:ea typeface="+mn-ea"/>
                          <a:cs typeface="IBM Plex Sans Arabic SemiBold" panose="020B0703050203000203" pitchFamily="34" charset="-78"/>
                        </a:rPr>
                        <a:t>11:00</a:t>
                      </a:r>
                      <a:endParaRPr lang="vi-VN" sz="600" b="1" kern="1200" dirty="0">
                        <a:solidFill>
                          <a:schemeClr val="accent5">
                            <a:lumMod val="75000"/>
                          </a:schemeClr>
                        </a:solidFill>
                        <a:effectLst/>
                        <a:latin typeface="IBM Plex Sans Arabic SemiBold" panose="020B0703050203000203" pitchFamily="34" charset="-78"/>
                        <a:ea typeface="+mn-ea"/>
                        <a:cs typeface="IBM Plex Sans Arabic SemiBold" panose="020B0703050203000203" pitchFamily="34" charset="-78"/>
                      </a:endParaRPr>
                    </a:p>
                  </a:txBody>
                  <a:tcPr anchor="ctr">
                    <a:solidFill>
                      <a:srgbClr val="F1F5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5605395"/>
                  </a:ext>
                </a:extLst>
              </a:tr>
              <a:tr h="500791">
                <a:tc>
                  <a:txBody>
                    <a:bodyPr/>
                    <a:lstStyle/>
                    <a:p>
                      <a:pPr marL="0" marR="0" indent="0" algn="ctr" defTabSz="4572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SA" sz="600" b="1" kern="1200" dirty="0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IBM Plex Sans Arabic SemiBold" panose="020B0703050203000203" pitchFamily="34" charset="-78"/>
                          <a:ea typeface="+mn-ea"/>
                          <a:cs typeface="IBM Plex Sans Arabic SemiBold" panose="020B0703050203000203" pitchFamily="34" charset="-78"/>
                        </a:rPr>
                        <a:t>اساسيات ادارة المشاريع</a:t>
                      </a:r>
                      <a:endParaRPr lang="en-US" sz="600" b="1" kern="1200" dirty="0">
                        <a:solidFill>
                          <a:schemeClr val="accent5">
                            <a:lumMod val="75000"/>
                          </a:schemeClr>
                        </a:solidFill>
                        <a:effectLst/>
                        <a:latin typeface="IBM Plex Sans Arabic SemiBold" panose="020B0703050203000203" pitchFamily="34" charset="-78"/>
                        <a:ea typeface="+mn-ea"/>
                        <a:cs typeface="IBM Plex Sans Arabic SemiBold" panose="020B0703050203000203" pitchFamily="34" charset="-78"/>
                      </a:endParaRPr>
                    </a:p>
                    <a:p>
                      <a:pPr marL="0" marR="0" indent="0" algn="ctr" defTabSz="4572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600" b="1" kern="1200" dirty="0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IBM Plex Sans Arabic SemiBold" panose="020B0703050203000203" pitchFamily="34" charset="-78"/>
                          <a:ea typeface="+mn-ea"/>
                          <a:cs typeface="IBM Plex Sans Arabic SemiBold" panose="020B0703050203000203" pitchFamily="34" charset="-78"/>
                        </a:rPr>
                        <a:t>Introduction to Project Management </a:t>
                      </a:r>
                      <a:endParaRPr lang="ar-SA" sz="600" b="1" kern="1200" dirty="0">
                        <a:solidFill>
                          <a:schemeClr val="accent5">
                            <a:lumMod val="75000"/>
                          </a:schemeClr>
                        </a:solidFill>
                        <a:effectLst/>
                        <a:latin typeface="IBM Plex Sans Arabic SemiBold" panose="020B0703050203000203" pitchFamily="34" charset="-78"/>
                        <a:ea typeface="+mn-ea"/>
                        <a:cs typeface="IBM Plex Sans Arabic SemiBold" panose="020B0703050203000203" pitchFamily="34" charset="-78"/>
                      </a:endParaRPr>
                    </a:p>
                    <a:p>
                      <a:pPr marL="0" marR="0" lvl="0" indent="0" algn="ctr" defTabSz="4572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600" b="1" kern="1200" dirty="0">
                          <a:solidFill>
                            <a:srgbClr val="7030A0"/>
                          </a:solidFill>
                          <a:effectLst/>
                          <a:latin typeface="IBM Plex Sans Arabic SemiBold" panose="020B0703050203000203" pitchFamily="34" charset="-78"/>
                          <a:ea typeface="+mn-ea"/>
                          <a:cs typeface="IBM Plex Sans Arabic SemiBold" panose="020B0703050203000203" pitchFamily="34" charset="-78"/>
                        </a:rPr>
                        <a:t>06/09/2026 to 07/09/2026</a:t>
                      </a:r>
                      <a:endParaRPr lang="ar-SA" sz="600" b="1" kern="1200" dirty="0">
                        <a:solidFill>
                          <a:srgbClr val="7030A0"/>
                        </a:solidFill>
                        <a:effectLst/>
                        <a:latin typeface="IBM Plex Sans Arabic SemiBold" panose="020B0703050203000203" pitchFamily="34" charset="-78"/>
                        <a:ea typeface="+mn-ea"/>
                        <a:cs typeface="IBM Plex Sans Arabic SemiBold" panose="020B0703050203000203" pitchFamily="34" charset="-78"/>
                      </a:endParaRPr>
                    </a:p>
                    <a:p>
                      <a:pPr marL="0" marR="0" lvl="0" indent="0" algn="ctr" defTabSz="4572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SA" sz="600" b="1" kern="1200" dirty="0">
                          <a:solidFill>
                            <a:srgbClr val="7030A0"/>
                          </a:solidFill>
                          <a:effectLst/>
                          <a:latin typeface="IBM Plex Sans Arabic SemiBold" panose="020B0703050203000203" pitchFamily="34" charset="-78"/>
                          <a:ea typeface="+mn-ea"/>
                          <a:cs typeface="IBM Plex Sans Arabic SemiBold" panose="020B0703050203000203" pitchFamily="34" charset="-78"/>
                        </a:rPr>
                        <a:t>شركة المياه الوطنية - </a:t>
                      </a:r>
                      <a:r>
                        <a:rPr lang="en-US" sz="600" b="1" kern="1200" dirty="0">
                          <a:solidFill>
                            <a:srgbClr val="7030A0"/>
                          </a:solidFill>
                          <a:effectLst/>
                          <a:latin typeface="IBM Plex Sans Arabic SemiBold" panose="020B0703050203000203" pitchFamily="34" charset="-78"/>
                          <a:ea typeface="+mn-ea"/>
                          <a:cs typeface="IBM Plex Sans Arabic SemiBold" panose="020B0703050203000203" pitchFamily="34" charset="-78"/>
                        </a:rPr>
                        <a:t>MOMC-NC</a:t>
                      </a:r>
                    </a:p>
                  </a:txBody>
                  <a:tcPr anchor="ctr">
                    <a:solidFill>
                      <a:srgbClr val="D7E5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4572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SA" sz="600" b="1" kern="1200" dirty="0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IBM Plex Sans Arabic SemiBold" panose="020B0703050203000203" pitchFamily="34" charset="-78"/>
                          <a:ea typeface="+mn-ea"/>
                          <a:cs typeface="IBM Plex Sans Arabic SemiBold" panose="020B0703050203000203" pitchFamily="34" charset="-78"/>
                        </a:rPr>
                        <a:t>32401</a:t>
                      </a:r>
                      <a:endParaRPr lang="en-US" sz="600" b="1" kern="1200" dirty="0">
                        <a:solidFill>
                          <a:schemeClr val="accent5">
                            <a:lumMod val="75000"/>
                          </a:schemeClr>
                        </a:solidFill>
                        <a:effectLst/>
                        <a:latin typeface="IBM Plex Sans Arabic SemiBold" panose="020B0703050203000203" pitchFamily="34" charset="-78"/>
                        <a:ea typeface="+mn-ea"/>
                        <a:cs typeface="IBM Plex Sans Arabic SemiBold" panose="020B0703050203000203" pitchFamily="34" charset="-78"/>
                      </a:endParaRPr>
                    </a:p>
                  </a:txBody>
                  <a:tcPr anchor="ctr">
                    <a:solidFill>
                      <a:srgbClr val="D7E5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4572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600" b="1" kern="1200" dirty="0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IBM Plex Sans Arabic SemiBold" panose="020B0703050203000203" pitchFamily="34" charset="-78"/>
                          <a:ea typeface="+mn-ea"/>
                          <a:cs typeface="IBM Plex Sans Arabic SemiBold" panose="020B0703050203000203" pitchFamily="34" charset="-78"/>
                        </a:rPr>
                        <a:t>2</a:t>
                      </a:r>
                    </a:p>
                    <a:p>
                      <a:pPr marL="0" marR="0" indent="0" algn="ctr" defTabSz="4572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600" b="1" kern="1200" dirty="0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IBM Plex Sans Arabic SemiBold" panose="020B0703050203000203" pitchFamily="34" charset="-78"/>
                          <a:ea typeface="+mn-ea"/>
                          <a:cs typeface="IBM Plex Sans Arabic SemiBold" panose="020B0703050203000203" pitchFamily="34" charset="-78"/>
                        </a:rPr>
                        <a:t> Days</a:t>
                      </a:r>
                      <a:endParaRPr lang="vi-VN" sz="600" b="1" kern="1200" dirty="0">
                        <a:solidFill>
                          <a:schemeClr val="accent5">
                            <a:lumMod val="75000"/>
                          </a:schemeClr>
                        </a:solidFill>
                        <a:effectLst/>
                        <a:latin typeface="IBM Plex Sans Arabic SemiBold" panose="020B0703050203000203" pitchFamily="34" charset="-78"/>
                        <a:ea typeface="+mn-ea"/>
                        <a:cs typeface="IBM Plex Sans Arabic SemiBold" panose="020B0703050203000203" pitchFamily="34" charset="-78"/>
                      </a:endParaRPr>
                    </a:p>
                  </a:txBody>
                  <a:tcPr anchor="ctr">
                    <a:solidFill>
                      <a:srgbClr val="D7E5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4572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600" b="1" kern="1200" dirty="0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IBM Plex Sans Arabic SemiBold" panose="020B0703050203000203" pitchFamily="34" charset="-78"/>
                          <a:ea typeface="+mn-ea"/>
                          <a:cs typeface="IBM Plex Sans Arabic SemiBold" panose="020B0703050203000203" pitchFamily="34" charset="-78"/>
                        </a:rPr>
                        <a:t>Ahmed </a:t>
                      </a:r>
                      <a:endParaRPr lang="ar-SA" sz="600" b="1" kern="1200" dirty="0">
                        <a:solidFill>
                          <a:schemeClr val="accent5">
                            <a:lumMod val="75000"/>
                          </a:schemeClr>
                        </a:solidFill>
                        <a:effectLst/>
                        <a:latin typeface="IBM Plex Sans Arabic SemiBold" panose="020B0703050203000203" pitchFamily="34" charset="-78"/>
                        <a:ea typeface="+mn-ea"/>
                        <a:cs typeface="IBM Plex Sans Arabic SemiBold" panose="020B0703050203000203" pitchFamily="34" charset="-78"/>
                      </a:endParaRPr>
                    </a:p>
                    <a:p>
                      <a:pPr marL="0" marR="0" indent="0" algn="ctr" defTabSz="4572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600" b="1" kern="1200" dirty="0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IBM Plex Sans Arabic SemiBold" panose="020B0703050203000203" pitchFamily="34" charset="-78"/>
                          <a:ea typeface="+mn-ea"/>
                          <a:cs typeface="IBM Plex Sans Arabic SemiBold" panose="020B0703050203000203" pitchFamily="34" charset="-78"/>
                        </a:rPr>
                        <a:t>Al-</a:t>
                      </a:r>
                      <a:r>
                        <a:rPr lang="en-US" sz="600" b="1" kern="1200" dirty="0" err="1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IBM Plex Sans Arabic SemiBold" panose="020B0703050203000203" pitchFamily="34" charset="-78"/>
                          <a:ea typeface="+mn-ea"/>
                          <a:cs typeface="IBM Plex Sans Arabic SemiBold" panose="020B0703050203000203" pitchFamily="34" charset="-78"/>
                        </a:rPr>
                        <a:t>Nahal</a:t>
                      </a:r>
                      <a:endParaRPr lang="vi-VN" sz="600" b="1" kern="1200" dirty="0">
                        <a:solidFill>
                          <a:schemeClr val="accent5">
                            <a:lumMod val="75000"/>
                          </a:schemeClr>
                        </a:solidFill>
                        <a:effectLst/>
                        <a:latin typeface="IBM Plex Sans Arabic SemiBold" panose="020B0703050203000203" pitchFamily="34" charset="-78"/>
                        <a:ea typeface="+mn-ea"/>
                        <a:cs typeface="IBM Plex Sans Arabic SemiBold" panose="020B0703050203000203" pitchFamily="34" charset="-78"/>
                      </a:endParaRPr>
                    </a:p>
                  </a:txBody>
                  <a:tcPr anchor="ctr">
                    <a:solidFill>
                      <a:srgbClr val="D7E5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600" b="1" kern="1200" noProof="0" dirty="0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IBM Plex Sans Arabic SemiBold" panose="020B0703050203000203" pitchFamily="34" charset="-78"/>
                          <a:ea typeface="+mn-ea"/>
                          <a:cs typeface="IBM Plex Sans Arabic SemiBold" panose="020B0703050203000203" pitchFamily="34" charset="-78"/>
                        </a:rPr>
                        <a:t>Al </a:t>
                      </a:r>
                      <a:r>
                        <a:rPr lang="en-US" sz="600" b="1" kern="1200" noProof="0" dirty="0" err="1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IBM Plex Sans Arabic SemiBold" panose="020B0703050203000203" pitchFamily="34" charset="-78"/>
                          <a:ea typeface="+mn-ea"/>
                          <a:cs typeface="IBM Plex Sans Arabic SemiBold" panose="020B0703050203000203" pitchFamily="34" charset="-78"/>
                        </a:rPr>
                        <a:t>Jouf</a:t>
                      </a:r>
                      <a:r>
                        <a:rPr lang="en-US" sz="600" b="1" kern="1200" noProof="0" dirty="0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IBM Plex Sans Arabic SemiBold" panose="020B0703050203000203" pitchFamily="34" charset="-78"/>
                          <a:ea typeface="+mn-ea"/>
                          <a:cs typeface="IBM Plex Sans Arabic SemiBold" panose="020B0703050203000203" pitchFamily="34" charset="-78"/>
                        </a:rPr>
                        <a:t> -</a:t>
                      </a:r>
                      <a:r>
                        <a:rPr lang="en-US" sz="600" b="1" kern="1200" noProof="0" dirty="0" err="1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IBM Plex Sans Arabic SemiBold" panose="020B0703050203000203" pitchFamily="34" charset="-78"/>
                          <a:ea typeface="+mn-ea"/>
                          <a:cs typeface="IBM Plex Sans Arabic SemiBold" panose="020B0703050203000203" pitchFamily="34" charset="-78"/>
                        </a:rPr>
                        <a:t>Sakaka</a:t>
                      </a:r>
                      <a:endParaRPr lang="en-US" sz="600" b="1" kern="1200" noProof="0" dirty="0">
                        <a:solidFill>
                          <a:schemeClr val="accent5">
                            <a:lumMod val="75000"/>
                          </a:schemeClr>
                        </a:solidFill>
                        <a:effectLst/>
                        <a:latin typeface="IBM Plex Sans Arabic SemiBold" panose="020B0703050203000203" pitchFamily="34" charset="-78"/>
                        <a:ea typeface="+mn-ea"/>
                        <a:cs typeface="IBM Plex Sans Arabic SemiBold" panose="020B0703050203000203" pitchFamily="34" charset="-78"/>
                      </a:endParaRPr>
                    </a:p>
                    <a:p>
                      <a:pPr marL="0" marR="0" lvl="0" indent="0" algn="ctr" defTabSz="4572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600" b="1" kern="1200" noProof="0" dirty="0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IBM Plex Sans Arabic SemiBold" panose="020B0703050203000203" pitchFamily="34" charset="-78"/>
                          <a:ea typeface="+mn-ea"/>
                          <a:cs typeface="IBM Plex Sans Arabic SemiBold" panose="020B0703050203000203" pitchFamily="34" charset="-78"/>
                        </a:rPr>
                        <a:t>City</a:t>
                      </a:r>
                    </a:p>
                  </a:txBody>
                  <a:tcPr anchor="ctr">
                    <a:solidFill>
                      <a:srgbClr val="D7E5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600" b="1" kern="1200" dirty="0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IBM Plex Sans Arabic SemiBold" panose="020B0703050203000203" pitchFamily="34" charset="-78"/>
                          <a:ea typeface="+mn-ea"/>
                          <a:cs typeface="IBM Plex Sans Arabic SemiBold" panose="020B0703050203000203" pitchFamily="34" charset="-78"/>
                        </a:rPr>
                        <a:t>16</a:t>
                      </a:r>
                    </a:p>
                  </a:txBody>
                  <a:tcPr anchor="ctr">
                    <a:solidFill>
                      <a:srgbClr val="D7E5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4572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600" b="1" kern="1200" dirty="0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IBM Plex Sans Arabic SemiBold" panose="020B0703050203000203" pitchFamily="34" charset="-78"/>
                          <a:ea typeface="+mn-ea"/>
                          <a:cs typeface="IBM Plex Sans Arabic SemiBold" panose="020B0703050203000203" pitchFamily="34" charset="-78"/>
                        </a:rPr>
                        <a:t>08:00</a:t>
                      </a:r>
                    </a:p>
                    <a:p>
                      <a:pPr marL="0" marR="0" indent="0" algn="ctr" defTabSz="4572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600" b="1" kern="1200" dirty="0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IBM Plex Sans Arabic SemiBold" panose="020B0703050203000203" pitchFamily="34" charset="-78"/>
                          <a:ea typeface="+mn-ea"/>
                          <a:cs typeface="IBM Plex Sans Arabic SemiBold" panose="020B0703050203000203" pitchFamily="34" charset="-78"/>
                        </a:rPr>
                        <a:t>14:00</a:t>
                      </a:r>
                      <a:endParaRPr lang="vi-VN" sz="600" b="1" kern="1200" dirty="0">
                        <a:solidFill>
                          <a:schemeClr val="accent5">
                            <a:lumMod val="75000"/>
                          </a:schemeClr>
                        </a:solidFill>
                        <a:effectLst/>
                        <a:latin typeface="IBM Plex Sans Arabic SemiBold" panose="020B0703050203000203" pitchFamily="34" charset="-78"/>
                        <a:ea typeface="+mn-ea"/>
                        <a:cs typeface="IBM Plex Sans Arabic SemiBold" panose="020B0703050203000203" pitchFamily="34" charset="-78"/>
                      </a:endParaRPr>
                    </a:p>
                  </a:txBody>
                  <a:tcPr anchor="ctr">
                    <a:solidFill>
                      <a:srgbClr val="D7E5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4572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600" b="1" kern="1200" dirty="0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IBM Plex Sans Arabic SemiBold" panose="020B0703050203000203" pitchFamily="34" charset="-78"/>
                          <a:ea typeface="+mn-ea"/>
                          <a:cs typeface="IBM Plex Sans Arabic SemiBold" panose="020B0703050203000203" pitchFamily="34" charset="-78"/>
                        </a:rPr>
                        <a:t>09:00</a:t>
                      </a:r>
                    </a:p>
                    <a:p>
                      <a:pPr marL="0" marR="0" indent="0" algn="ctr" defTabSz="4572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600" b="1" kern="1200" dirty="0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IBM Plex Sans Arabic SemiBold" panose="020B0703050203000203" pitchFamily="34" charset="-78"/>
                          <a:ea typeface="+mn-ea"/>
                          <a:cs typeface="IBM Plex Sans Arabic SemiBold" panose="020B0703050203000203" pitchFamily="34" charset="-78"/>
                        </a:rPr>
                        <a:t>09:30</a:t>
                      </a:r>
                      <a:endParaRPr lang="vi-VN" sz="600" b="1" kern="1200" dirty="0">
                        <a:solidFill>
                          <a:schemeClr val="accent5">
                            <a:lumMod val="75000"/>
                          </a:schemeClr>
                        </a:solidFill>
                        <a:effectLst/>
                        <a:latin typeface="IBM Plex Sans Arabic SemiBold" panose="020B0703050203000203" pitchFamily="34" charset="-78"/>
                        <a:ea typeface="+mn-ea"/>
                        <a:cs typeface="IBM Plex Sans Arabic SemiBold" panose="020B0703050203000203" pitchFamily="34" charset="-78"/>
                      </a:endParaRPr>
                    </a:p>
                  </a:txBody>
                  <a:tcPr anchor="ctr">
                    <a:solidFill>
                      <a:srgbClr val="D7E5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4572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600" b="1" kern="1200" dirty="0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IBM Plex Sans Arabic SemiBold" panose="020B0703050203000203" pitchFamily="34" charset="-78"/>
                          <a:ea typeface="+mn-ea"/>
                          <a:cs typeface="IBM Plex Sans Arabic SemiBold" panose="020B0703050203000203" pitchFamily="34" charset="-78"/>
                        </a:rPr>
                        <a:t>11:00</a:t>
                      </a:r>
                      <a:endParaRPr lang="vi-VN" sz="600" b="1" kern="1200" dirty="0">
                        <a:solidFill>
                          <a:schemeClr val="accent5">
                            <a:lumMod val="75000"/>
                          </a:schemeClr>
                        </a:solidFill>
                        <a:effectLst/>
                        <a:latin typeface="IBM Plex Sans Arabic SemiBold" panose="020B0703050203000203" pitchFamily="34" charset="-78"/>
                        <a:ea typeface="+mn-ea"/>
                        <a:cs typeface="IBM Plex Sans Arabic SemiBold" panose="020B0703050203000203" pitchFamily="34" charset="-78"/>
                      </a:endParaRPr>
                    </a:p>
                  </a:txBody>
                  <a:tcPr anchor="ctr">
                    <a:solidFill>
                      <a:srgbClr val="D7E5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62230664"/>
                  </a:ext>
                </a:extLst>
              </a:tr>
              <a:tr h="500791">
                <a:tc>
                  <a:txBody>
                    <a:bodyPr/>
                    <a:lstStyle/>
                    <a:p>
                      <a:pPr marL="0" marR="0" indent="0" algn="ctr" defTabSz="4572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SA" sz="600" b="1" kern="1200" dirty="0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IBM Plex Sans Arabic SemiBold" panose="020B0703050203000203" pitchFamily="34" charset="-78"/>
                          <a:ea typeface="+mn-ea"/>
                          <a:cs typeface="IBM Plex Sans Arabic SemiBold" panose="020B0703050203000203" pitchFamily="34" charset="-78"/>
                        </a:rPr>
                        <a:t>اساسيات ادارة المشاريع</a:t>
                      </a:r>
                      <a:endParaRPr lang="en-US" sz="600" b="1" kern="1200" dirty="0">
                        <a:solidFill>
                          <a:schemeClr val="accent5">
                            <a:lumMod val="75000"/>
                          </a:schemeClr>
                        </a:solidFill>
                        <a:effectLst/>
                        <a:latin typeface="IBM Plex Sans Arabic SemiBold" panose="020B0703050203000203" pitchFamily="34" charset="-78"/>
                        <a:ea typeface="+mn-ea"/>
                        <a:cs typeface="IBM Plex Sans Arabic SemiBold" panose="020B0703050203000203" pitchFamily="34" charset="-78"/>
                      </a:endParaRPr>
                    </a:p>
                    <a:p>
                      <a:pPr marL="0" marR="0" indent="0" algn="ctr" defTabSz="4572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600" b="1" kern="1200" dirty="0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IBM Plex Sans Arabic SemiBold" panose="020B0703050203000203" pitchFamily="34" charset="-78"/>
                          <a:ea typeface="+mn-ea"/>
                          <a:cs typeface="IBM Plex Sans Arabic SemiBold" panose="020B0703050203000203" pitchFamily="34" charset="-78"/>
                        </a:rPr>
                        <a:t>Introduction to Project Management </a:t>
                      </a:r>
                      <a:endParaRPr lang="ar-SA" sz="600" b="1" kern="1200" dirty="0">
                        <a:solidFill>
                          <a:schemeClr val="accent5">
                            <a:lumMod val="75000"/>
                          </a:schemeClr>
                        </a:solidFill>
                        <a:effectLst/>
                        <a:latin typeface="IBM Plex Sans Arabic SemiBold" panose="020B0703050203000203" pitchFamily="34" charset="-78"/>
                        <a:ea typeface="+mn-ea"/>
                        <a:cs typeface="IBM Plex Sans Arabic SemiBold" panose="020B0703050203000203" pitchFamily="34" charset="-78"/>
                      </a:endParaRPr>
                    </a:p>
                    <a:p>
                      <a:pPr marL="0" marR="0" lvl="0" indent="0" algn="ctr" defTabSz="4572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600" b="1" kern="1200" dirty="0">
                          <a:solidFill>
                            <a:srgbClr val="7030A0"/>
                          </a:solidFill>
                          <a:effectLst/>
                          <a:latin typeface="IBM Plex Sans Arabic SemiBold" panose="020B0703050203000203" pitchFamily="34" charset="-78"/>
                          <a:ea typeface="+mn-ea"/>
                          <a:cs typeface="IBM Plex Sans Arabic SemiBold" panose="020B0703050203000203" pitchFamily="34" charset="-78"/>
                        </a:rPr>
                        <a:t>09/09/2026 to 10/09/2026</a:t>
                      </a:r>
                      <a:endParaRPr lang="ar-SA" sz="600" b="1" kern="1200" dirty="0">
                        <a:solidFill>
                          <a:srgbClr val="7030A0"/>
                        </a:solidFill>
                        <a:effectLst/>
                        <a:latin typeface="IBM Plex Sans Arabic SemiBold" panose="020B0703050203000203" pitchFamily="34" charset="-78"/>
                        <a:ea typeface="+mn-ea"/>
                        <a:cs typeface="IBM Plex Sans Arabic SemiBold" panose="020B0703050203000203" pitchFamily="34" charset="-78"/>
                      </a:endParaRPr>
                    </a:p>
                    <a:p>
                      <a:pPr marL="0" marR="0" lvl="0" indent="0" algn="ctr" defTabSz="4572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SA" sz="600" b="1" kern="1200" dirty="0">
                          <a:solidFill>
                            <a:srgbClr val="7030A0"/>
                          </a:solidFill>
                          <a:effectLst/>
                          <a:latin typeface="IBM Plex Sans Arabic SemiBold" panose="020B0703050203000203" pitchFamily="34" charset="-78"/>
                          <a:ea typeface="+mn-ea"/>
                          <a:cs typeface="IBM Plex Sans Arabic SemiBold" panose="020B0703050203000203" pitchFamily="34" charset="-78"/>
                        </a:rPr>
                        <a:t>شركة المياه الوطنية - </a:t>
                      </a:r>
                      <a:r>
                        <a:rPr lang="en-US" sz="600" b="1" kern="1200" dirty="0">
                          <a:solidFill>
                            <a:srgbClr val="7030A0"/>
                          </a:solidFill>
                          <a:effectLst/>
                          <a:latin typeface="IBM Plex Sans Arabic SemiBold" panose="020B0703050203000203" pitchFamily="34" charset="-78"/>
                          <a:ea typeface="+mn-ea"/>
                          <a:cs typeface="IBM Plex Sans Arabic SemiBold" panose="020B0703050203000203" pitchFamily="34" charset="-78"/>
                        </a:rPr>
                        <a:t>MOMC-NC</a:t>
                      </a:r>
                    </a:p>
                  </a:txBody>
                  <a:tcPr anchor="ctr">
                    <a:solidFill>
                      <a:srgbClr val="F1F5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4572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SA" sz="600" b="1" kern="1200" dirty="0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IBM Plex Sans Arabic SemiBold" panose="020B0703050203000203" pitchFamily="34" charset="-78"/>
                          <a:ea typeface="+mn-ea"/>
                          <a:cs typeface="IBM Plex Sans Arabic SemiBold" panose="020B0703050203000203" pitchFamily="34" charset="-78"/>
                        </a:rPr>
                        <a:t>32401</a:t>
                      </a:r>
                      <a:endParaRPr lang="en-US" sz="600" b="1" kern="1200" dirty="0">
                        <a:solidFill>
                          <a:schemeClr val="accent5">
                            <a:lumMod val="75000"/>
                          </a:schemeClr>
                        </a:solidFill>
                        <a:effectLst/>
                        <a:latin typeface="IBM Plex Sans Arabic SemiBold" panose="020B0703050203000203" pitchFamily="34" charset="-78"/>
                        <a:ea typeface="+mn-ea"/>
                        <a:cs typeface="IBM Plex Sans Arabic SemiBold" panose="020B0703050203000203" pitchFamily="34" charset="-78"/>
                      </a:endParaRPr>
                    </a:p>
                  </a:txBody>
                  <a:tcPr anchor="ctr">
                    <a:solidFill>
                      <a:srgbClr val="F1F5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4572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600" b="1" kern="1200" dirty="0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IBM Plex Sans Arabic SemiBold" panose="020B0703050203000203" pitchFamily="34" charset="-78"/>
                          <a:ea typeface="+mn-ea"/>
                          <a:cs typeface="IBM Plex Sans Arabic SemiBold" panose="020B0703050203000203" pitchFamily="34" charset="-78"/>
                        </a:rPr>
                        <a:t>2</a:t>
                      </a:r>
                    </a:p>
                    <a:p>
                      <a:pPr marL="0" marR="0" indent="0" algn="ctr" defTabSz="4572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600" b="1" kern="1200" dirty="0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IBM Plex Sans Arabic SemiBold" panose="020B0703050203000203" pitchFamily="34" charset="-78"/>
                          <a:ea typeface="+mn-ea"/>
                          <a:cs typeface="IBM Plex Sans Arabic SemiBold" panose="020B0703050203000203" pitchFamily="34" charset="-78"/>
                        </a:rPr>
                        <a:t> Days</a:t>
                      </a:r>
                      <a:endParaRPr lang="vi-VN" sz="600" b="1" kern="1200" dirty="0">
                        <a:solidFill>
                          <a:schemeClr val="accent5">
                            <a:lumMod val="75000"/>
                          </a:schemeClr>
                        </a:solidFill>
                        <a:effectLst/>
                        <a:latin typeface="IBM Plex Sans Arabic SemiBold" panose="020B0703050203000203" pitchFamily="34" charset="-78"/>
                        <a:ea typeface="+mn-ea"/>
                        <a:cs typeface="IBM Plex Sans Arabic SemiBold" panose="020B0703050203000203" pitchFamily="34" charset="-78"/>
                      </a:endParaRPr>
                    </a:p>
                  </a:txBody>
                  <a:tcPr anchor="ctr">
                    <a:solidFill>
                      <a:srgbClr val="F1F5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4572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600" b="1" kern="1200" dirty="0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IBM Plex Sans Arabic SemiBold" panose="020B0703050203000203" pitchFamily="34" charset="-78"/>
                          <a:ea typeface="+mn-ea"/>
                          <a:cs typeface="IBM Plex Sans Arabic SemiBold" panose="020B0703050203000203" pitchFamily="34" charset="-78"/>
                        </a:rPr>
                        <a:t>Ahmed </a:t>
                      </a:r>
                      <a:endParaRPr lang="ar-SA" sz="600" b="1" kern="1200" dirty="0">
                        <a:solidFill>
                          <a:schemeClr val="accent5">
                            <a:lumMod val="75000"/>
                          </a:schemeClr>
                        </a:solidFill>
                        <a:effectLst/>
                        <a:latin typeface="IBM Plex Sans Arabic SemiBold" panose="020B0703050203000203" pitchFamily="34" charset="-78"/>
                        <a:ea typeface="+mn-ea"/>
                        <a:cs typeface="IBM Plex Sans Arabic SemiBold" panose="020B0703050203000203" pitchFamily="34" charset="-78"/>
                      </a:endParaRPr>
                    </a:p>
                    <a:p>
                      <a:pPr marL="0" marR="0" indent="0" algn="ctr" defTabSz="4572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600" b="1" kern="1200" dirty="0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IBM Plex Sans Arabic SemiBold" panose="020B0703050203000203" pitchFamily="34" charset="-78"/>
                          <a:ea typeface="+mn-ea"/>
                          <a:cs typeface="IBM Plex Sans Arabic SemiBold" panose="020B0703050203000203" pitchFamily="34" charset="-78"/>
                        </a:rPr>
                        <a:t>Al-</a:t>
                      </a:r>
                      <a:r>
                        <a:rPr lang="en-US" sz="600" b="1" kern="1200" dirty="0" err="1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IBM Plex Sans Arabic SemiBold" panose="020B0703050203000203" pitchFamily="34" charset="-78"/>
                          <a:ea typeface="+mn-ea"/>
                          <a:cs typeface="IBM Plex Sans Arabic SemiBold" panose="020B0703050203000203" pitchFamily="34" charset="-78"/>
                        </a:rPr>
                        <a:t>Nahal</a:t>
                      </a:r>
                      <a:endParaRPr lang="vi-VN" sz="600" b="1" kern="1200" dirty="0">
                        <a:solidFill>
                          <a:schemeClr val="accent5">
                            <a:lumMod val="75000"/>
                          </a:schemeClr>
                        </a:solidFill>
                        <a:effectLst/>
                        <a:latin typeface="IBM Plex Sans Arabic SemiBold" panose="020B0703050203000203" pitchFamily="34" charset="-78"/>
                        <a:ea typeface="+mn-ea"/>
                        <a:cs typeface="IBM Plex Sans Arabic SemiBold" panose="020B0703050203000203" pitchFamily="34" charset="-78"/>
                      </a:endParaRPr>
                    </a:p>
                  </a:txBody>
                  <a:tcPr anchor="ctr">
                    <a:solidFill>
                      <a:srgbClr val="F1F5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600" b="1" kern="1200" noProof="0" dirty="0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IBM Plex Sans Arabic SemiBold" panose="020B0703050203000203" pitchFamily="34" charset="-78"/>
                          <a:ea typeface="+mn-ea"/>
                          <a:cs typeface="IBM Plex Sans Arabic SemiBold" panose="020B0703050203000203" pitchFamily="34" charset="-78"/>
                        </a:rPr>
                        <a:t>Hail </a:t>
                      </a:r>
                    </a:p>
                    <a:p>
                      <a:pPr marL="0" marR="0" lvl="0" indent="0" algn="ctr" defTabSz="4572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600" b="1" kern="1200" noProof="0" dirty="0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IBM Plex Sans Arabic SemiBold" panose="020B0703050203000203" pitchFamily="34" charset="-78"/>
                          <a:ea typeface="+mn-ea"/>
                          <a:cs typeface="IBM Plex Sans Arabic SemiBold" panose="020B0703050203000203" pitchFamily="34" charset="-78"/>
                        </a:rPr>
                        <a:t>City</a:t>
                      </a:r>
                    </a:p>
                  </a:txBody>
                  <a:tcPr anchor="ctr">
                    <a:solidFill>
                      <a:srgbClr val="F1F5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600" b="1" kern="1200" dirty="0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IBM Plex Sans Arabic SemiBold" panose="020B0703050203000203" pitchFamily="34" charset="-78"/>
                          <a:ea typeface="+mn-ea"/>
                          <a:cs typeface="IBM Plex Sans Arabic SemiBold" panose="020B0703050203000203" pitchFamily="34" charset="-78"/>
                        </a:rPr>
                        <a:t>15</a:t>
                      </a:r>
                    </a:p>
                  </a:txBody>
                  <a:tcPr anchor="ctr">
                    <a:solidFill>
                      <a:srgbClr val="F1F5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4572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600" b="1" kern="1200" dirty="0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IBM Plex Sans Arabic SemiBold" panose="020B0703050203000203" pitchFamily="34" charset="-78"/>
                          <a:ea typeface="+mn-ea"/>
                          <a:cs typeface="IBM Plex Sans Arabic SemiBold" panose="020B0703050203000203" pitchFamily="34" charset="-78"/>
                        </a:rPr>
                        <a:t>08:00</a:t>
                      </a:r>
                    </a:p>
                    <a:p>
                      <a:pPr marL="0" marR="0" indent="0" algn="ctr" defTabSz="4572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600" b="1" kern="1200" dirty="0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IBM Plex Sans Arabic SemiBold" panose="020B0703050203000203" pitchFamily="34" charset="-78"/>
                          <a:ea typeface="+mn-ea"/>
                          <a:cs typeface="IBM Plex Sans Arabic SemiBold" panose="020B0703050203000203" pitchFamily="34" charset="-78"/>
                        </a:rPr>
                        <a:t>14:00</a:t>
                      </a:r>
                      <a:endParaRPr lang="vi-VN" sz="600" b="1" kern="1200" dirty="0">
                        <a:solidFill>
                          <a:schemeClr val="accent5">
                            <a:lumMod val="75000"/>
                          </a:schemeClr>
                        </a:solidFill>
                        <a:effectLst/>
                        <a:latin typeface="IBM Plex Sans Arabic SemiBold" panose="020B0703050203000203" pitchFamily="34" charset="-78"/>
                        <a:ea typeface="+mn-ea"/>
                        <a:cs typeface="IBM Plex Sans Arabic SemiBold" panose="020B0703050203000203" pitchFamily="34" charset="-78"/>
                      </a:endParaRPr>
                    </a:p>
                  </a:txBody>
                  <a:tcPr anchor="ctr">
                    <a:solidFill>
                      <a:srgbClr val="F1F5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4572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600" b="1" kern="1200" dirty="0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IBM Plex Sans Arabic SemiBold" panose="020B0703050203000203" pitchFamily="34" charset="-78"/>
                          <a:ea typeface="+mn-ea"/>
                          <a:cs typeface="IBM Plex Sans Arabic SemiBold" panose="020B0703050203000203" pitchFamily="34" charset="-78"/>
                        </a:rPr>
                        <a:t>09:00</a:t>
                      </a:r>
                    </a:p>
                    <a:p>
                      <a:pPr marL="0" marR="0" indent="0" algn="ctr" defTabSz="4572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600" b="1" kern="1200" dirty="0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IBM Plex Sans Arabic SemiBold" panose="020B0703050203000203" pitchFamily="34" charset="-78"/>
                          <a:ea typeface="+mn-ea"/>
                          <a:cs typeface="IBM Plex Sans Arabic SemiBold" panose="020B0703050203000203" pitchFamily="34" charset="-78"/>
                        </a:rPr>
                        <a:t>09:30</a:t>
                      </a:r>
                      <a:endParaRPr lang="vi-VN" sz="600" b="1" kern="1200" dirty="0">
                        <a:solidFill>
                          <a:schemeClr val="accent5">
                            <a:lumMod val="75000"/>
                          </a:schemeClr>
                        </a:solidFill>
                        <a:effectLst/>
                        <a:latin typeface="IBM Plex Sans Arabic SemiBold" panose="020B0703050203000203" pitchFamily="34" charset="-78"/>
                        <a:ea typeface="+mn-ea"/>
                        <a:cs typeface="IBM Plex Sans Arabic SemiBold" panose="020B0703050203000203" pitchFamily="34" charset="-78"/>
                      </a:endParaRPr>
                    </a:p>
                  </a:txBody>
                  <a:tcPr anchor="ctr">
                    <a:solidFill>
                      <a:srgbClr val="F1F5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4572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600" b="1" kern="1200" dirty="0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IBM Plex Sans Arabic SemiBold" panose="020B0703050203000203" pitchFamily="34" charset="-78"/>
                          <a:ea typeface="+mn-ea"/>
                          <a:cs typeface="IBM Plex Sans Arabic SemiBold" panose="020B0703050203000203" pitchFamily="34" charset="-78"/>
                        </a:rPr>
                        <a:t>11:00</a:t>
                      </a:r>
                      <a:endParaRPr lang="vi-VN" sz="600" b="1" kern="1200" dirty="0">
                        <a:solidFill>
                          <a:schemeClr val="accent5">
                            <a:lumMod val="75000"/>
                          </a:schemeClr>
                        </a:solidFill>
                        <a:effectLst/>
                        <a:latin typeface="IBM Plex Sans Arabic SemiBold" panose="020B0703050203000203" pitchFamily="34" charset="-78"/>
                        <a:ea typeface="+mn-ea"/>
                        <a:cs typeface="IBM Plex Sans Arabic SemiBold" panose="020B0703050203000203" pitchFamily="34" charset="-78"/>
                      </a:endParaRPr>
                    </a:p>
                  </a:txBody>
                  <a:tcPr anchor="ctr">
                    <a:solidFill>
                      <a:srgbClr val="F1F5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5842164"/>
                  </a:ext>
                </a:extLst>
              </a:tr>
              <a:tr h="500791">
                <a:tc>
                  <a:txBody>
                    <a:bodyPr/>
                    <a:lstStyle/>
                    <a:p>
                      <a:pPr marL="0" marR="0" indent="0" algn="ctr" defTabSz="4572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SA" sz="600" b="1" kern="1200" dirty="0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IBM Plex Sans Arabic SemiBold" panose="020B0703050203000203" pitchFamily="34" charset="-78"/>
                          <a:ea typeface="+mn-ea"/>
                          <a:cs typeface="IBM Plex Sans Arabic SemiBold" panose="020B0703050203000203" pitchFamily="34" charset="-78"/>
                        </a:rPr>
                        <a:t>تحليل البيانات واعداد التقارير </a:t>
                      </a:r>
                      <a:endParaRPr lang="en-US" sz="600" b="1" kern="1200" dirty="0">
                        <a:solidFill>
                          <a:schemeClr val="accent5">
                            <a:lumMod val="75000"/>
                          </a:schemeClr>
                        </a:solidFill>
                        <a:effectLst/>
                        <a:latin typeface="IBM Plex Sans Arabic SemiBold" panose="020B0703050203000203" pitchFamily="34" charset="-78"/>
                        <a:ea typeface="+mn-ea"/>
                        <a:cs typeface="IBM Plex Sans Arabic SemiBold" panose="020B0703050203000203" pitchFamily="34" charset="-78"/>
                      </a:endParaRPr>
                    </a:p>
                    <a:p>
                      <a:pPr marL="0" marR="0" indent="0" algn="ctr" defTabSz="4572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600" b="1" kern="1200" dirty="0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IBM Plex Sans Arabic SemiBold" panose="020B0703050203000203" pitchFamily="34" charset="-78"/>
                          <a:ea typeface="+mn-ea"/>
                          <a:cs typeface="IBM Plex Sans Arabic SemiBold" panose="020B0703050203000203" pitchFamily="34" charset="-78"/>
                        </a:rPr>
                        <a:t>Data Analysis and Reporting</a:t>
                      </a:r>
                    </a:p>
                    <a:p>
                      <a:pPr marL="0" marR="0" lvl="0" indent="0" algn="ctr" defTabSz="4572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600" b="1" kern="1200" dirty="0">
                          <a:solidFill>
                            <a:srgbClr val="7030A0"/>
                          </a:solidFill>
                          <a:effectLst/>
                          <a:latin typeface="IBM Plex Sans Arabic SemiBold" panose="020B0703050203000203" pitchFamily="34" charset="-78"/>
                          <a:ea typeface="+mn-ea"/>
                          <a:cs typeface="IBM Plex Sans Arabic SemiBold" panose="020B0703050203000203" pitchFamily="34" charset="-78"/>
                        </a:rPr>
                        <a:t>06/09/2026 to 07/09/2026</a:t>
                      </a:r>
                      <a:endParaRPr lang="ar-SA" sz="600" b="1" kern="1200" dirty="0">
                        <a:solidFill>
                          <a:srgbClr val="7030A0"/>
                        </a:solidFill>
                        <a:effectLst/>
                        <a:latin typeface="IBM Plex Sans Arabic SemiBold" panose="020B0703050203000203" pitchFamily="34" charset="-78"/>
                        <a:ea typeface="+mn-ea"/>
                        <a:cs typeface="IBM Plex Sans Arabic SemiBold" panose="020B0703050203000203" pitchFamily="34" charset="-78"/>
                      </a:endParaRPr>
                    </a:p>
                    <a:p>
                      <a:pPr marL="0" marR="0" lvl="0" indent="0" algn="ctr" defTabSz="4572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SA" sz="600" b="1" kern="1200" dirty="0">
                          <a:solidFill>
                            <a:srgbClr val="7030A0"/>
                          </a:solidFill>
                          <a:effectLst/>
                          <a:latin typeface="IBM Plex Sans Arabic SemiBold" panose="020B0703050203000203" pitchFamily="34" charset="-78"/>
                          <a:ea typeface="+mn-ea"/>
                          <a:cs typeface="IBM Plex Sans Arabic SemiBold" panose="020B0703050203000203" pitchFamily="34" charset="-78"/>
                        </a:rPr>
                        <a:t>شركة المياه الوطنية - </a:t>
                      </a:r>
                      <a:r>
                        <a:rPr lang="en-US" sz="600" b="1" kern="1200" dirty="0">
                          <a:solidFill>
                            <a:srgbClr val="7030A0"/>
                          </a:solidFill>
                          <a:effectLst/>
                          <a:latin typeface="IBM Plex Sans Arabic SemiBold" panose="020B0703050203000203" pitchFamily="34" charset="-78"/>
                          <a:ea typeface="+mn-ea"/>
                          <a:cs typeface="IBM Plex Sans Arabic SemiBold" panose="020B0703050203000203" pitchFamily="34" charset="-78"/>
                        </a:rPr>
                        <a:t>MOMC-NC</a:t>
                      </a:r>
                    </a:p>
                  </a:txBody>
                  <a:tcPr anchor="ctr">
                    <a:solidFill>
                      <a:srgbClr val="D7E5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4572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600" b="1" kern="1200" dirty="0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IBM Plex Sans Arabic SemiBold" panose="020B0703050203000203" pitchFamily="34" charset="-78"/>
                          <a:ea typeface="+mn-ea"/>
                          <a:cs typeface="IBM Plex Sans Arabic SemiBold" panose="020B0703050203000203" pitchFamily="34" charset="-78"/>
                        </a:rPr>
                        <a:t>34401</a:t>
                      </a:r>
                    </a:p>
                  </a:txBody>
                  <a:tcPr anchor="ctr">
                    <a:solidFill>
                      <a:srgbClr val="D7E5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4572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600" b="1" kern="1200" dirty="0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IBM Plex Sans Arabic SemiBold" panose="020B0703050203000203" pitchFamily="34" charset="-78"/>
                          <a:ea typeface="+mn-ea"/>
                          <a:cs typeface="IBM Plex Sans Arabic SemiBold" panose="020B0703050203000203" pitchFamily="34" charset="-78"/>
                        </a:rPr>
                        <a:t>2</a:t>
                      </a:r>
                    </a:p>
                    <a:p>
                      <a:pPr marL="0" marR="0" indent="0" algn="ctr" defTabSz="4572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600" b="1" kern="1200" dirty="0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IBM Plex Sans Arabic SemiBold" panose="020B0703050203000203" pitchFamily="34" charset="-78"/>
                          <a:ea typeface="+mn-ea"/>
                          <a:cs typeface="IBM Plex Sans Arabic SemiBold" panose="020B0703050203000203" pitchFamily="34" charset="-78"/>
                        </a:rPr>
                        <a:t> Days</a:t>
                      </a:r>
                      <a:endParaRPr lang="vi-VN" sz="600" b="1" kern="1200" dirty="0">
                        <a:solidFill>
                          <a:schemeClr val="accent5">
                            <a:lumMod val="75000"/>
                          </a:schemeClr>
                        </a:solidFill>
                        <a:effectLst/>
                        <a:latin typeface="IBM Plex Sans Arabic SemiBold" panose="020B0703050203000203" pitchFamily="34" charset="-78"/>
                        <a:ea typeface="+mn-ea"/>
                        <a:cs typeface="IBM Plex Sans Arabic SemiBold" panose="020B0703050203000203" pitchFamily="34" charset="-78"/>
                      </a:endParaRPr>
                    </a:p>
                  </a:txBody>
                  <a:tcPr anchor="ctr">
                    <a:solidFill>
                      <a:srgbClr val="D7E5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4572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vi-VN" sz="600" b="1" kern="1200" dirty="0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IBM Plex Sans Arabic SemiBold" panose="020B0703050203000203" pitchFamily="34" charset="-78"/>
                          <a:ea typeface="+mn-ea"/>
                          <a:cs typeface="IBM Plex Sans Arabic SemiBold" panose="020B0703050203000203" pitchFamily="34" charset="-78"/>
                        </a:rPr>
                        <a:t>Muhammad Abdul</a:t>
                      </a:r>
                      <a:r>
                        <a:rPr lang="en-US" sz="600" b="1" kern="1200" dirty="0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IBM Plex Sans Arabic SemiBold" panose="020B0703050203000203" pitchFamily="34" charset="-78"/>
                          <a:ea typeface="+mn-ea"/>
                          <a:cs typeface="IBM Plex Sans Arabic SemiBold" panose="020B0703050203000203" pitchFamily="34" charset="-78"/>
                        </a:rPr>
                        <a:t>a</a:t>
                      </a:r>
                      <a:r>
                        <a:rPr lang="vi-VN" sz="600" b="1" kern="1200" dirty="0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IBM Plex Sans Arabic SemiBold" panose="020B0703050203000203" pitchFamily="34" charset="-78"/>
                          <a:ea typeface="+mn-ea"/>
                          <a:cs typeface="IBM Plex Sans Arabic SemiBold" panose="020B0703050203000203" pitchFamily="34" charset="-78"/>
                        </a:rPr>
                        <a:t>ziz</a:t>
                      </a:r>
                    </a:p>
                  </a:txBody>
                  <a:tcPr anchor="ctr">
                    <a:solidFill>
                      <a:srgbClr val="D7E5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600" b="1" kern="1200" noProof="0" dirty="0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IBM Plex Sans Arabic SemiBold" panose="020B0703050203000203" pitchFamily="34" charset="-78"/>
                          <a:ea typeface="+mn-ea"/>
                          <a:cs typeface="IBM Plex Sans Arabic SemiBold" panose="020B0703050203000203" pitchFamily="34" charset="-78"/>
                        </a:rPr>
                        <a:t>Hail </a:t>
                      </a:r>
                    </a:p>
                    <a:p>
                      <a:pPr marL="0" marR="0" lvl="0" indent="0" algn="ctr" defTabSz="4572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600" b="1" kern="1200" noProof="0" dirty="0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IBM Plex Sans Arabic SemiBold" panose="020B0703050203000203" pitchFamily="34" charset="-78"/>
                          <a:ea typeface="+mn-ea"/>
                          <a:cs typeface="IBM Plex Sans Arabic SemiBold" panose="020B0703050203000203" pitchFamily="34" charset="-78"/>
                        </a:rPr>
                        <a:t>City</a:t>
                      </a:r>
                    </a:p>
                  </a:txBody>
                  <a:tcPr anchor="ctr">
                    <a:solidFill>
                      <a:srgbClr val="D7E5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600" b="1" kern="1200" dirty="0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IBM Plex Sans Arabic SemiBold" panose="020B0703050203000203" pitchFamily="34" charset="-78"/>
                          <a:ea typeface="+mn-ea"/>
                          <a:cs typeface="IBM Plex Sans Arabic SemiBold" panose="020B0703050203000203" pitchFamily="34" charset="-78"/>
                        </a:rPr>
                        <a:t>15</a:t>
                      </a:r>
                    </a:p>
                  </a:txBody>
                  <a:tcPr anchor="ctr">
                    <a:solidFill>
                      <a:srgbClr val="D7E5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4572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600" b="1" kern="1200" dirty="0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IBM Plex Sans Arabic SemiBold" panose="020B0703050203000203" pitchFamily="34" charset="-78"/>
                          <a:ea typeface="+mn-ea"/>
                          <a:cs typeface="IBM Plex Sans Arabic SemiBold" panose="020B0703050203000203" pitchFamily="34" charset="-78"/>
                        </a:rPr>
                        <a:t>08:00</a:t>
                      </a:r>
                    </a:p>
                    <a:p>
                      <a:pPr marL="0" marR="0" indent="0" algn="ctr" defTabSz="4572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600" b="1" kern="1200" dirty="0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IBM Plex Sans Arabic SemiBold" panose="020B0703050203000203" pitchFamily="34" charset="-78"/>
                          <a:ea typeface="+mn-ea"/>
                          <a:cs typeface="IBM Plex Sans Arabic SemiBold" panose="020B0703050203000203" pitchFamily="34" charset="-78"/>
                        </a:rPr>
                        <a:t>14:00</a:t>
                      </a:r>
                      <a:endParaRPr lang="vi-VN" sz="600" b="1" kern="1200" dirty="0">
                        <a:solidFill>
                          <a:schemeClr val="accent5">
                            <a:lumMod val="75000"/>
                          </a:schemeClr>
                        </a:solidFill>
                        <a:effectLst/>
                        <a:latin typeface="IBM Plex Sans Arabic SemiBold" panose="020B0703050203000203" pitchFamily="34" charset="-78"/>
                        <a:ea typeface="+mn-ea"/>
                        <a:cs typeface="IBM Plex Sans Arabic SemiBold" panose="020B0703050203000203" pitchFamily="34" charset="-78"/>
                      </a:endParaRPr>
                    </a:p>
                  </a:txBody>
                  <a:tcPr anchor="ctr">
                    <a:solidFill>
                      <a:srgbClr val="D7E5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4572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600" b="1" kern="1200" dirty="0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IBM Plex Sans Arabic SemiBold" panose="020B0703050203000203" pitchFamily="34" charset="-78"/>
                          <a:ea typeface="+mn-ea"/>
                          <a:cs typeface="IBM Plex Sans Arabic SemiBold" panose="020B0703050203000203" pitchFamily="34" charset="-78"/>
                        </a:rPr>
                        <a:t>09:00</a:t>
                      </a:r>
                    </a:p>
                    <a:p>
                      <a:pPr marL="0" marR="0" indent="0" algn="ctr" defTabSz="4572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600" b="1" kern="1200" dirty="0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IBM Plex Sans Arabic SemiBold" panose="020B0703050203000203" pitchFamily="34" charset="-78"/>
                          <a:ea typeface="+mn-ea"/>
                          <a:cs typeface="IBM Plex Sans Arabic SemiBold" panose="020B0703050203000203" pitchFamily="34" charset="-78"/>
                        </a:rPr>
                        <a:t>09:30</a:t>
                      </a:r>
                      <a:endParaRPr lang="vi-VN" sz="600" b="1" kern="1200" dirty="0">
                        <a:solidFill>
                          <a:schemeClr val="accent5">
                            <a:lumMod val="75000"/>
                          </a:schemeClr>
                        </a:solidFill>
                        <a:effectLst/>
                        <a:latin typeface="IBM Plex Sans Arabic SemiBold" panose="020B0703050203000203" pitchFamily="34" charset="-78"/>
                        <a:ea typeface="+mn-ea"/>
                        <a:cs typeface="IBM Plex Sans Arabic SemiBold" panose="020B0703050203000203" pitchFamily="34" charset="-78"/>
                      </a:endParaRPr>
                    </a:p>
                  </a:txBody>
                  <a:tcPr anchor="ctr">
                    <a:solidFill>
                      <a:srgbClr val="D7E5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4572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600" b="1" kern="1200" dirty="0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IBM Plex Sans Arabic SemiBold" panose="020B0703050203000203" pitchFamily="34" charset="-78"/>
                          <a:ea typeface="+mn-ea"/>
                          <a:cs typeface="IBM Plex Sans Arabic SemiBold" panose="020B0703050203000203" pitchFamily="34" charset="-78"/>
                        </a:rPr>
                        <a:t>11:00</a:t>
                      </a:r>
                      <a:endParaRPr lang="vi-VN" sz="600" b="1" kern="1200" dirty="0">
                        <a:solidFill>
                          <a:schemeClr val="accent5">
                            <a:lumMod val="75000"/>
                          </a:schemeClr>
                        </a:solidFill>
                        <a:effectLst/>
                        <a:latin typeface="IBM Plex Sans Arabic SemiBold" panose="020B0703050203000203" pitchFamily="34" charset="-78"/>
                        <a:ea typeface="+mn-ea"/>
                        <a:cs typeface="IBM Plex Sans Arabic SemiBold" panose="020B0703050203000203" pitchFamily="34" charset="-78"/>
                      </a:endParaRPr>
                    </a:p>
                  </a:txBody>
                  <a:tcPr anchor="ctr">
                    <a:solidFill>
                      <a:srgbClr val="D7E5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82419480"/>
                  </a:ext>
                </a:extLst>
              </a:tr>
              <a:tr h="500791">
                <a:tc>
                  <a:txBody>
                    <a:bodyPr/>
                    <a:lstStyle/>
                    <a:p>
                      <a:pPr marL="0" marR="0" lvl="0" indent="0" algn="ctr" defTabSz="4572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SA" sz="600" b="1" kern="1200" dirty="0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IBM Plex Sans Arabic SemiBold" panose="020B0703050203000203" pitchFamily="34" charset="-78"/>
                          <a:ea typeface="+mn-ea"/>
                          <a:cs typeface="IBM Plex Sans Arabic SemiBold" panose="020B0703050203000203" pitchFamily="34" charset="-78"/>
                        </a:rPr>
                        <a:t>تحليل البيانات واعداد التقارير </a:t>
                      </a:r>
                      <a:endParaRPr lang="en-US" sz="600" b="1" kern="1200" dirty="0">
                        <a:solidFill>
                          <a:schemeClr val="accent5">
                            <a:lumMod val="75000"/>
                          </a:schemeClr>
                        </a:solidFill>
                        <a:effectLst/>
                        <a:latin typeface="IBM Plex Sans Arabic SemiBold" panose="020B0703050203000203" pitchFamily="34" charset="-78"/>
                        <a:ea typeface="+mn-ea"/>
                        <a:cs typeface="IBM Plex Sans Arabic SemiBold" panose="020B0703050203000203" pitchFamily="34" charset="-78"/>
                      </a:endParaRPr>
                    </a:p>
                    <a:p>
                      <a:pPr marL="0" marR="0" indent="0" algn="ctr" defTabSz="4572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600" b="1" kern="1200" dirty="0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IBM Plex Sans Arabic SemiBold" panose="020B0703050203000203" pitchFamily="34" charset="-78"/>
                          <a:ea typeface="+mn-ea"/>
                          <a:cs typeface="IBM Plex Sans Arabic SemiBold" panose="020B0703050203000203" pitchFamily="34" charset="-78"/>
                        </a:rPr>
                        <a:t>Data Analysis and Reporting</a:t>
                      </a:r>
                    </a:p>
                    <a:p>
                      <a:pPr marL="0" marR="0" lvl="0" indent="0" algn="ctr" defTabSz="4572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600" b="1" kern="1200" dirty="0">
                          <a:solidFill>
                            <a:srgbClr val="7030A0"/>
                          </a:solidFill>
                          <a:effectLst/>
                          <a:latin typeface="IBM Plex Sans Arabic SemiBold" panose="020B0703050203000203" pitchFamily="34" charset="-78"/>
                          <a:ea typeface="+mn-ea"/>
                          <a:cs typeface="IBM Plex Sans Arabic SemiBold" panose="020B0703050203000203" pitchFamily="34" charset="-78"/>
                        </a:rPr>
                        <a:t>06/09/2026 to 07/09/2026</a:t>
                      </a:r>
                      <a:endParaRPr lang="ar-SA" sz="600" b="1" kern="1200" dirty="0">
                        <a:solidFill>
                          <a:srgbClr val="7030A0"/>
                        </a:solidFill>
                        <a:effectLst/>
                        <a:latin typeface="IBM Plex Sans Arabic SemiBold" panose="020B0703050203000203" pitchFamily="34" charset="-78"/>
                        <a:ea typeface="+mn-ea"/>
                        <a:cs typeface="IBM Plex Sans Arabic SemiBold" panose="020B0703050203000203" pitchFamily="34" charset="-78"/>
                      </a:endParaRPr>
                    </a:p>
                    <a:p>
                      <a:pPr marL="0" marR="0" lvl="0" indent="0" algn="ctr" defTabSz="4572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SA" sz="600" b="1" kern="1200" dirty="0">
                          <a:solidFill>
                            <a:srgbClr val="7030A0"/>
                          </a:solidFill>
                          <a:effectLst/>
                          <a:latin typeface="IBM Plex Sans Arabic SemiBold" panose="020B0703050203000203" pitchFamily="34" charset="-78"/>
                          <a:ea typeface="+mn-ea"/>
                          <a:cs typeface="IBM Plex Sans Arabic SemiBold" panose="020B0703050203000203" pitchFamily="34" charset="-78"/>
                        </a:rPr>
                        <a:t>شركة المياه الوطنية - </a:t>
                      </a:r>
                      <a:r>
                        <a:rPr lang="en-US" sz="600" b="1" kern="1200" dirty="0">
                          <a:solidFill>
                            <a:srgbClr val="7030A0"/>
                          </a:solidFill>
                          <a:effectLst/>
                          <a:latin typeface="IBM Plex Sans Arabic SemiBold" panose="020B0703050203000203" pitchFamily="34" charset="-78"/>
                          <a:ea typeface="+mn-ea"/>
                          <a:cs typeface="IBM Plex Sans Arabic SemiBold" panose="020B0703050203000203" pitchFamily="34" charset="-78"/>
                        </a:rPr>
                        <a:t>MOMC-NC</a:t>
                      </a:r>
                    </a:p>
                  </a:txBody>
                  <a:tcPr anchor="ctr">
                    <a:solidFill>
                      <a:srgbClr val="F1F5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4572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600" b="1" kern="1200" dirty="0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IBM Plex Sans Arabic SemiBold" panose="020B0703050203000203" pitchFamily="34" charset="-78"/>
                          <a:ea typeface="+mn-ea"/>
                          <a:cs typeface="IBM Plex Sans Arabic SemiBold" panose="020B0703050203000203" pitchFamily="34" charset="-78"/>
                        </a:rPr>
                        <a:t>34401</a:t>
                      </a:r>
                    </a:p>
                  </a:txBody>
                  <a:tcPr anchor="ctr">
                    <a:solidFill>
                      <a:srgbClr val="F1F5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4572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600" b="1" kern="1200" dirty="0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IBM Plex Sans Arabic SemiBold" panose="020B0703050203000203" pitchFamily="34" charset="-78"/>
                          <a:ea typeface="+mn-ea"/>
                          <a:cs typeface="IBM Plex Sans Arabic SemiBold" panose="020B0703050203000203" pitchFamily="34" charset="-78"/>
                        </a:rPr>
                        <a:t>2</a:t>
                      </a:r>
                    </a:p>
                    <a:p>
                      <a:pPr marL="0" marR="0" indent="0" algn="ctr" defTabSz="4572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600" b="1" kern="1200" dirty="0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IBM Plex Sans Arabic SemiBold" panose="020B0703050203000203" pitchFamily="34" charset="-78"/>
                          <a:ea typeface="+mn-ea"/>
                          <a:cs typeface="IBM Plex Sans Arabic SemiBold" panose="020B0703050203000203" pitchFamily="34" charset="-78"/>
                        </a:rPr>
                        <a:t> Days</a:t>
                      </a:r>
                      <a:endParaRPr lang="vi-VN" sz="600" b="1" kern="1200" dirty="0">
                        <a:solidFill>
                          <a:schemeClr val="accent5">
                            <a:lumMod val="75000"/>
                          </a:schemeClr>
                        </a:solidFill>
                        <a:effectLst/>
                        <a:latin typeface="IBM Plex Sans Arabic SemiBold" panose="020B0703050203000203" pitchFamily="34" charset="-78"/>
                        <a:ea typeface="+mn-ea"/>
                        <a:cs typeface="IBM Plex Sans Arabic SemiBold" panose="020B0703050203000203" pitchFamily="34" charset="-78"/>
                      </a:endParaRPr>
                    </a:p>
                  </a:txBody>
                  <a:tcPr anchor="ctr">
                    <a:solidFill>
                      <a:srgbClr val="F1F5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4572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vi-VN" sz="600" b="1" kern="1200" dirty="0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IBM Plex Sans Arabic SemiBold" panose="020B0703050203000203" pitchFamily="34" charset="-78"/>
                          <a:ea typeface="+mn-ea"/>
                          <a:cs typeface="IBM Plex Sans Arabic SemiBold" panose="020B0703050203000203" pitchFamily="34" charset="-78"/>
                        </a:rPr>
                        <a:t>Abdulaziz Alharbi</a:t>
                      </a:r>
                    </a:p>
                  </a:txBody>
                  <a:tcPr anchor="ctr">
                    <a:solidFill>
                      <a:srgbClr val="F1F5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600" b="1" kern="1200" noProof="0" dirty="0" err="1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IBM Plex Sans Arabic SemiBold" panose="020B0703050203000203" pitchFamily="34" charset="-78"/>
                          <a:ea typeface="+mn-ea"/>
                          <a:cs typeface="IBM Plex Sans Arabic SemiBold" panose="020B0703050203000203" pitchFamily="34" charset="-78"/>
                        </a:rPr>
                        <a:t>Buryadah</a:t>
                      </a:r>
                      <a:r>
                        <a:rPr lang="en-US" sz="600" b="1" kern="1200" noProof="0" dirty="0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IBM Plex Sans Arabic SemiBold" panose="020B0703050203000203" pitchFamily="34" charset="-78"/>
                          <a:ea typeface="+mn-ea"/>
                          <a:cs typeface="IBM Plex Sans Arabic SemiBold" panose="020B0703050203000203" pitchFamily="34" charset="-78"/>
                        </a:rPr>
                        <a:t> </a:t>
                      </a:r>
                    </a:p>
                    <a:p>
                      <a:pPr marL="0" marR="0" lvl="0" indent="0" algn="ctr" defTabSz="4572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600" b="1" kern="1200" noProof="0" dirty="0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IBM Plex Sans Arabic SemiBold" panose="020B0703050203000203" pitchFamily="34" charset="-78"/>
                          <a:ea typeface="+mn-ea"/>
                          <a:cs typeface="IBM Plex Sans Arabic SemiBold" panose="020B0703050203000203" pitchFamily="34" charset="-78"/>
                        </a:rPr>
                        <a:t>City</a:t>
                      </a:r>
                    </a:p>
                  </a:txBody>
                  <a:tcPr anchor="ctr">
                    <a:solidFill>
                      <a:srgbClr val="F1F5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600" b="1" kern="1200" dirty="0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IBM Plex Sans Arabic SemiBold" panose="020B0703050203000203" pitchFamily="34" charset="-78"/>
                          <a:ea typeface="+mn-ea"/>
                          <a:cs typeface="IBM Plex Sans Arabic SemiBold" panose="020B0703050203000203" pitchFamily="34" charset="-78"/>
                        </a:rPr>
                        <a:t>15</a:t>
                      </a:r>
                    </a:p>
                  </a:txBody>
                  <a:tcPr anchor="ctr">
                    <a:solidFill>
                      <a:srgbClr val="F1F5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4572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600" b="1" kern="1200" dirty="0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IBM Plex Sans Arabic SemiBold" panose="020B0703050203000203" pitchFamily="34" charset="-78"/>
                          <a:ea typeface="+mn-ea"/>
                          <a:cs typeface="IBM Plex Sans Arabic SemiBold" panose="020B0703050203000203" pitchFamily="34" charset="-78"/>
                        </a:rPr>
                        <a:t>08:00</a:t>
                      </a:r>
                    </a:p>
                    <a:p>
                      <a:pPr marL="0" marR="0" indent="0" algn="ctr" defTabSz="4572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600" b="1" kern="1200" dirty="0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IBM Plex Sans Arabic SemiBold" panose="020B0703050203000203" pitchFamily="34" charset="-78"/>
                          <a:ea typeface="+mn-ea"/>
                          <a:cs typeface="IBM Plex Sans Arabic SemiBold" panose="020B0703050203000203" pitchFamily="34" charset="-78"/>
                        </a:rPr>
                        <a:t>14:00</a:t>
                      </a:r>
                      <a:endParaRPr lang="vi-VN" sz="600" b="1" kern="1200" dirty="0">
                        <a:solidFill>
                          <a:schemeClr val="accent5">
                            <a:lumMod val="75000"/>
                          </a:schemeClr>
                        </a:solidFill>
                        <a:effectLst/>
                        <a:latin typeface="IBM Plex Sans Arabic SemiBold" panose="020B0703050203000203" pitchFamily="34" charset="-78"/>
                        <a:ea typeface="+mn-ea"/>
                        <a:cs typeface="IBM Plex Sans Arabic SemiBold" panose="020B0703050203000203" pitchFamily="34" charset="-78"/>
                      </a:endParaRPr>
                    </a:p>
                  </a:txBody>
                  <a:tcPr anchor="ctr">
                    <a:solidFill>
                      <a:srgbClr val="F1F5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4572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600" b="1" kern="1200" dirty="0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IBM Plex Sans Arabic SemiBold" panose="020B0703050203000203" pitchFamily="34" charset="-78"/>
                          <a:ea typeface="+mn-ea"/>
                          <a:cs typeface="IBM Plex Sans Arabic SemiBold" panose="020B0703050203000203" pitchFamily="34" charset="-78"/>
                        </a:rPr>
                        <a:t>09:00</a:t>
                      </a:r>
                    </a:p>
                    <a:p>
                      <a:pPr marL="0" marR="0" indent="0" algn="ctr" defTabSz="4572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600" b="1" kern="1200" dirty="0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IBM Plex Sans Arabic SemiBold" panose="020B0703050203000203" pitchFamily="34" charset="-78"/>
                          <a:ea typeface="+mn-ea"/>
                          <a:cs typeface="IBM Plex Sans Arabic SemiBold" panose="020B0703050203000203" pitchFamily="34" charset="-78"/>
                        </a:rPr>
                        <a:t>09:30</a:t>
                      </a:r>
                      <a:endParaRPr lang="vi-VN" sz="600" b="1" kern="1200" dirty="0">
                        <a:solidFill>
                          <a:schemeClr val="accent5">
                            <a:lumMod val="75000"/>
                          </a:schemeClr>
                        </a:solidFill>
                        <a:effectLst/>
                        <a:latin typeface="IBM Plex Sans Arabic SemiBold" panose="020B0703050203000203" pitchFamily="34" charset="-78"/>
                        <a:ea typeface="+mn-ea"/>
                        <a:cs typeface="IBM Plex Sans Arabic SemiBold" panose="020B0703050203000203" pitchFamily="34" charset="-78"/>
                      </a:endParaRPr>
                    </a:p>
                  </a:txBody>
                  <a:tcPr anchor="ctr">
                    <a:solidFill>
                      <a:srgbClr val="F1F5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4572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600" b="1" kern="1200" dirty="0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IBM Plex Sans Arabic SemiBold" panose="020B0703050203000203" pitchFamily="34" charset="-78"/>
                          <a:ea typeface="+mn-ea"/>
                          <a:cs typeface="IBM Plex Sans Arabic SemiBold" panose="020B0703050203000203" pitchFamily="34" charset="-78"/>
                        </a:rPr>
                        <a:t>11:00</a:t>
                      </a:r>
                      <a:endParaRPr lang="vi-VN" sz="600" b="1" kern="1200" dirty="0">
                        <a:solidFill>
                          <a:schemeClr val="accent5">
                            <a:lumMod val="75000"/>
                          </a:schemeClr>
                        </a:solidFill>
                        <a:effectLst/>
                        <a:latin typeface="IBM Plex Sans Arabic SemiBold" panose="020B0703050203000203" pitchFamily="34" charset="-78"/>
                        <a:ea typeface="+mn-ea"/>
                        <a:cs typeface="IBM Plex Sans Arabic SemiBold" panose="020B0703050203000203" pitchFamily="34" charset="-78"/>
                      </a:endParaRPr>
                    </a:p>
                  </a:txBody>
                  <a:tcPr anchor="ctr">
                    <a:solidFill>
                      <a:srgbClr val="F1F5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50165494"/>
                  </a:ext>
                </a:extLst>
              </a:tr>
              <a:tr h="500791">
                <a:tc>
                  <a:txBody>
                    <a:bodyPr/>
                    <a:lstStyle/>
                    <a:p>
                      <a:pPr marL="0" marR="0" indent="0" algn="ctr" defTabSz="4572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SA" sz="600" b="1" kern="1200" dirty="0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IBM Plex Sans Arabic SemiBold" panose="020B0703050203000203" pitchFamily="34" charset="-78"/>
                          <a:ea typeface="+mn-ea"/>
                          <a:cs typeface="IBM Plex Sans Arabic SemiBold" panose="020B0703050203000203" pitchFamily="34" charset="-78"/>
                        </a:rPr>
                        <a:t>مبادئ إدارة الأصول</a:t>
                      </a:r>
                      <a:endParaRPr lang="en-US" sz="600" b="1" kern="1200" dirty="0">
                        <a:solidFill>
                          <a:schemeClr val="accent5">
                            <a:lumMod val="75000"/>
                          </a:schemeClr>
                        </a:solidFill>
                        <a:effectLst/>
                        <a:latin typeface="IBM Plex Sans Arabic SemiBold" panose="020B0703050203000203" pitchFamily="34" charset="-78"/>
                        <a:ea typeface="+mn-ea"/>
                        <a:cs typeface="IBM Plex Sans Arabic SemiBold" panose="020B0703050203000203" pitchFamily="34" charset="-78"/>
                      </a:endParaRPr>
                    </a:p>
                    <a:p>
                      <a:pPr marL="0" marR="0" indent="0" algn="ctr" defTabSz="4572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600" b="1" kern="1200" dirty="0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IBM Plex Sans Arabic SemiBold" panose="020B0703050203000203" pitchFamily="34" charset="-78"/>
                          <a:ea typeface="+mn-ea"/>
                          <a:cs typeface="IBM Plex Sans Arabic SemiBold" panose="020B0703050203000203" pitchFamily="34" charset="-78"/>
                        </a:rPr>
                        <a:t>Asset Management Principles</a:t>
                      </a:r>
                    </a:p>
                    <a:p>
                      <a:pPr marL="0" marR="0" lvl="0" indent="0" algn="ctr" defTabSz="4572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600" b="1" kern="1200" dirty="0">
                          <a:solidFill>
                            <a:srgbClr val="7030A0"/>
                          </a:solidFill>
                          <a:effectLst/>
                          <a:latin typeface="IBM Plex Sans Arabic SemiBold" panose="020B0703050203000203" pitchFamily="34" charset="-78"/>
                          <a:ea typeface="+mn-ea"/>
                          <a:cs typeface="IBM Plex Sans Arabic SemiBold" panose="020B0703050203000203" pitchFamily="34" charset="-78"/>
                        </a:rPr>
                        <a:t>09/09/2026 to 10/09/2026</a:t>
                      </a:r>
                      <a:endParaRPr lang="ar-SA" sz="600" b="1" kern="1200" dirty="0">
                        <a:solidFill>
                          <a:srgbClr val="7030A0"/>
                        </a:solidFill>
                        <a:effectLst/>
                        <a:latin typeface="IBM Plex Sans Arabic SemiBold" panose="020B0703050203000203" pitchFamily="34" charset="-78"/>
                        <a:ea typeface="+mn-ea"/>
                        <a:cs typeface="IBM Plex Sans Arabic SemiBold" panose="020B0703050203000203" pitchFamily="34" charset="-78"/>
                      </a:endParaRPr>
                    </a:p>
                    <a:p>
                      <a:pPr marL="0" marR="0" lvl="0" indent="0" algn="ctr" defTabSz="4572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SA" sz="600" b="1" kern="1200" dirty="0">
                          <a:solidFill>
                            <a:srgbClr val="7030A0"/>
                          </a:solidFill>
                          <a:effectLst/>
                          <a:latin typeface="IBM Plex Sans Arabic SemiBold" panose="020B0703050203000203" pitchFamily="34" charset="-78"/>
                          <a:ea typeface="+mn-ea"/>
                          <a:cs typeface="IBM Plex Sans Arabic SemiBold" panose="020B0703050203000203" pitchFamily="34" charset="-78"/>
                        </a:rPr>
                        <a:t>شركة المياه الوطنية - </a:t>
                      </a:r>
                      <a:r>
                        <a:rPr lang="en-US" sz="600" b="1" kern="1200" dirty="0">
                          <a:solidFill>
                            <a:srgbClr val="7030A0"/>
                          </a:solidFill>
                          <a:effectLst/>
                          <a:latin typeface="IBM Plex Sans Arabic SemiBold" panose="020B0703050203000203" pitchFamily="34" charset="-78"/>
                          <a:ea typeface="+mn-ea"/>
                          <a:cs typeface="IBM Plex Sans Arabic SemiBold" panose="020B0703050203000203" pitchFamily="34" charset="-78"/>
                        </a:rPr>
                        <a:t>MOMC-NC</a:t>
                      </a:r>
                    </a:p>
                  </a:txBody>
                  <a:tcPr anchor="ctr">
                    <a:solidFill>
                      <a:srgbClr val="D7E5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4572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SA" sz="600" b="1" kern="1200" dirty="0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IBM Plex Sans Arabic SemiBold" panose="020B0703050203000203" pitchFamily="34" charset="-78"/>
                          <a:ea typeface="+mn-ea"/>
                          <a:cs typeface="IBM Plex Sans Arabic SemiBold" panose="020B0703050203000203" pitchFamily="34" charset="-78"/>
                        </a:rPr>
                        <a:t>32405</a:t>
                      </a:r>
                      <a:endParaRPr lang="en-US" sz="600" b="1" kern="1200" dirty="0">
                        <a:solidFill>
                          <a:schemeClr val="accent5">
                            <a:lumMod val="75000"/>
                          </a:schemeClr>
                        </a:solidFill>
                        <a:effectLst/>
                        <a:latin typeface="IBM Plex Sans Arabic SemiBold" panose="020B0703050203000203" pitchFamily="34" charset="-78"/>
                        <a:ea typeface="+mn-ea"/>
                        <a:cs typeface="IBM Plex Sans Arabic SemiBold" panose="020B0703050203000203" pitchFamily="34" charset="-78"/>
                      </a:endParaRPr>
                    </a:p>
                  </a:txBody>
                  <a:tcPr anchor="ctr">
                    <a:solidFill>
                      <a:srgbClr val="D7E5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4572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600" b="1" kern="1200" dirty="0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IBM Plex Sans Arabic SemiBold" panose="020B0703050203000203" pitchFamily="34" charset="-78"/>
                          <a:ea typeface="+mn-ea"/>
                          <a:cs typeface="IBM Plex Sans Arabic SemiBold" panose="020B0703050203000203" pitchFamily="34" charset="-78"/>
                        </a:rPr>
                        <a:t>2</a:t>
                      </a:r>
                    </a:p>
                    <a:p>
                      <a:pPr marL="0" marR="0" indent="0" algn="ctr" defTabSz="4572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600" b="1" kern="1200" dirty="0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IBM Plex Sans Arabic SemiBold" panose="020B0703050203000203" pitchFamily="34" charset="-78"/>
                          <a:ea typeface="+mn-ea"/>
                          <a:cs typeface="IBM Plex Sans Arabic SemiBold" panose="020B0703050203000203" pitchFamily="34" charset="-78"/>
                        </a:rPr>
                        <a:t> Days</a:t>
                      </a:r>
                      <a:endParaRPr lang="vi-VN" sz="600" b="1" kern="1200" dirty="0">
                        <a:solidFill>
                          <a:schemeClr val="accent5">
                            <a:lumMod val="75000"/>
                          </a:schemeClr>
                        </a:solidFill>
                        <a:effectLst/>
                        <a:latin typeface="IBM Plex Sans Arabic SemiBold" panose="020B0703050203000203" pitchFamily="34" charset="-78"/>
                        <a:ea typeface="+mn-ea"/>
                        <a:cs typeface="IBM Plex Sans Arabic SemiBold" panose="020B0703050203000203" pitchFamily="34" charset="-78"/>
                      </a:endParaRPr>
                    </a:p>
                  </a:txBody>
                  <a:tcPr anchor="ctr">
                    <a:solidFill>
                      <a:srgbClr val="D7E5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4572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vi-VN" sz="600" b="1" kern="1200" dirty="0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IBM Plex Sans Arabic SemiBold" panose="020B0703050203000203" pitchFamily="34" charset="-78"/>
                          <a:ea typeface="+mn-ea"/>
                          <a:cs typeface="IBM Plex Sans Arabic SemiBold" panose="020B0703050203000203" pitchFamily="34" charset="-78"/>
                        </a:rPr>
                        <a:t>Muhammad Abdul</a:t>
                      </a:r>
                      <a:r>
                        <a:rPr lang="en-US" sz="600" b="1" kern="1200" dirty="0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IBM Plex Sans Arabic SemiBold" panose="020B0703050203000203" pitchFamily="34" charset="-78"/>
                          <a:ea typeface="+mn-ea"/>
                          <a:cs typeface="IBM Plex Sans Arabic SemiBold" panose="020B0703050203000203" pitchFamily="34" charset="-78"/>
                        </a:rPr>
                        <a:t>a</a:t>
                      </a:r>
                      <a:r>
                        <a:rPr lang="vi-VN" sz="600" b="1" kern="1200" dirty="0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IBM Plex Sans Arabic SemiBold" panose="020B0703050203000203" pitchFamily="34" charset="-78"/>
                          <a:ea typeface="+mn-ea"/>
                          <a:cs typeface="IBM Plex Sans Arabic SemiBold" panose="020B0703050203000203" pitchFamily="34" charset="-78"/>
                        </a:rPr>
                        <a:t>ziz</a:t>
                      </a:r>
                    </a:p>
                  </a:txBody>
                  <a:tcPr anchor="ctr">
                    <a:solidFill>
                      <a:srgbClr val="D7E5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600" b="1" kern="1200" noProof="0" dirty="0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IBM Plex Sans Arabic SemiBold" panose="020B0703050203000203" pitchFamily="34" charset="-78"/>
                          <a:ea typeface="+mn-ea"/>
                          <a:cs typeface="IBM Plex Sans Arabic SemiBold" panose="020B0703050203000203" pitchFamily="34" charset="-78"/>
                        </a:rPr>
                        <a:t>Hail </a:t>
                      </a:r>
                    </a:p>
                    <a:p>
                      <a:pPr marL="0" marR="0" lvl="0" indent="0" algn="ctr" defTabSz="4572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600" b="1" kern="1200" noProof="0" dirty="0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IBM Plex Sans Arabic SemiBold" panose="020B0703050203000203" pitchFamily="34" charset="-78"/>
                          <a:ea typeface="+mn-ea"/>
                          <a:cs typeface="IBM Plex Sans Arabic SemiBold" panose="020B0703050203000203" pitchFamily="34" charset="-78"/>
                        </a:rPr>
                        <a:t>City</a:t>
                      </a:r>
                    </a:p>
                  </a:txBody>
                  <a:tcPr anchor="ctr">
                    <a:solidFill>
                      <a:srgbClr val="D7E5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600" b="1" kern="1200" dirty="0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IBM Plex Sans Arabic SemiBold" panose="020B0703050203000203" pitchFamily="34" charset="-78"/>
                          <a:ea typeface="+mn-ea"/>
                          <a:cs typeface="IBM Plex Sans Arabic SemiBold" panose="020B0703050203000203" pitchFamily="34" charset="-78"/>
                        </a:rPr>
                        <a:t>15</a:t>
                      </a:r>
                    </a:p>
                  </a:txBody>
                  <a:tcPr anchor="ctr">
                    <a:solidFill>
                      <a:srgbClr val="D7E5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4572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600" b="1" kern="1200" dirty="0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IBM Plex Sans Arabic SemiBold" panose="020B0703050203000203" pitchFamily="34" charset="-78"/>
                          <a:ea typeface="+mn-ea"/>
                          <a:cs typeface="IBM Plex Sans Arabic SemiBold" panose="020B0703050203000203" pitchFamily="34" charset="-78"/>
                        </a:rPr>
                        <a:t>08:00</a:t>
                      </a:r>
                    </a:p>
                    <a:p>
                      <a:pPr marL="0" marR="0" indent="0" algn="ctr" defTabSz="4572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600" b="1" kern="1200" dirty="0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IBM Plex Sans Arabic SemiBold" panose="020B0703050203000203" pitchFamily="34" charset="-78"/>
                          <a:ea typeface="+mn-ea"/>
                          <a:cs typeface="IBM Plex Sans Arabic SemiBold" panose="020B0703050203000203" pitchFamily="34" charset="-78"/>
                        </a:rPr>
                        <a:t>14:00</a:t>
                      </a:r>
                      <a:endParaRPr lang="vi-VN" sz="600" b="1" kern="1200" dirty="0">
                        <a:solidFill>
                          <a:schemeClr val="accent5">
                            <a:lumMod val="75000"/>
                          </a:schemeClr>
                        </a:solidFill>
                        <a:effectLst/>
                        <a:latin typeface="IBM Plex Sans Arabic SemiBold" panose="020B0703050203000203" pitchFamily="34" charset="-78"/>
                        <a:ea typeface="+mn-ea"/>
                        <a:cs typeface="IBM Plex Sans Arabic SemiBold" panose="020B0703050203000203" pitchFamily="34" charset="-78"/>
                      </a:endParaRPr>
                    </a:p>
                  </a:txBody>
                  <a:tcPr anchor="ctr">
                    <a:solidFill>
                      <a:srgbClr val="D7E5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4572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600" b="1" kern="1200" dirty="0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IBM Plex Sans Arabic SemiBold" panose="020B0703050203000203" pitchFamily="34" charset="-78"/>
                          <a:ea typeface="+mn-ea"/>
                          <a:cs typeface="IBM Plex Sans Arabic SemiBold" panose="020B0703050203000203" pitchFamily="34" charset="-78"/>
                        </a:rPr>
                        <a:t>09:00</a:t>
                      </a:r>
                    </a:p>
                    <a:p>
                      <a:pPr marL="0" marR="0" indent="0" algn="ctr" defTabSz="4572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600" b="1" kern="1200" dirty="0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IBM Plex Sans Arabic SemiBold" panose="020B0703050203000203" pitchFamily="34" charset="-78"/>
                          <a:ea typeface="+mn-ea"/>
                          <a:cs typeface="IBM Plex Sans Arabic SemiBold" panose="020B0703050203000203" pitchFamily="34" charset="-78"/>
                        </a:rPr>
                        <a:t>09:30</a:t>
                      </a:r>
                      <a:endParaRPr lang="vi-VN" sz="600" b="1" kern="1200" dirty="0">
                        <a:solidFill>
                          <a:schemeClr val="accent5">
                            <a:lumMod val="75000"/>
                          </a:schemeClr>
                        </a:solidFill>
                        <a:effectLst/>
                        <a:latin typeface="IBM Plex Sans Arabic SemiBold" panose="020B0703050203000203" pitchFamily="34" charset="-78"/>
                        <a:ea typeface="+mn-ea"/>
                        <a:cs typeface="IBM Plex Sans Arabic SemiBold" panose="020B0703050203000203" pitchFamily="34" charset="-78"/>
                      </a:endParaRPr>
                    </a:p>
                  </a:txBody>
                  <a:tcPr anchor="ctr">
                    <a:solidFill>
                      <a:srgbClr val="D7E5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4572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600" b="1" kern="1200" dirty="0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IBM Plex Sans Arabic SemiBold" panose="020B0703050203000203" pitchFamily="34" charset="-78"/>
                          <a:ea typeface="+mn-ea"/>
                          <a:cs typeface="IBM Plex Sans Arabic SemiBold" panose="020B0703050203000203" pitchFamily="34" charset="-78"/>
                        </a:rPr>
                        <a:t>11:00</a:t>
                      </a:r>
                      <a:endParaRPr lang="vi-VN" sz="600" b="1" kern="1200" dirty="0">
                        <a:solidFill>
                          <a:schemeClr val="accent5">
                            <a:lumMod val="75000"/>
                          </a:schemeClr>
                        </a:solidFill>
                        <a:effectLst/>
                        <a:latin typeface="IBM Plex Sans Arabic SemiBold" panose="020B0703050203000203" pitchFamily="34" charset="-78"/>
                        <a:ea typeface="+mn-ea"/>
                        <a:cs typeface="IBM Plex Sans Arabic SemiBold" panose="020B0703050203000203" pitchFamily="34" charset="-78"/>
                      </a:endParaRPr>
                    </a:p>
                  </a:txBody>
                  <a:tcPr anchor="ctr">
                    <a:solidFill>
                      <a:srgbClr val="D7E5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58933871"/>
                  </a:ext>
                </a:extLst>
              </a:tr>
              <a:tr h="500791">
                <a:tc>
                  <a:txBody>
                    <a:bodyPr/>
                    <a:lstStyle/>
                    <a:p>
                      <a:pPr marL="0" marR="0" indent="0" algn="ctr" defTabSz="4572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SA" sz="600" b="1" kern="1200" dirty="0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IBM Plex Sans Arabic SemiBold" panose="020B0703050203000203" pitchFamily="34" charset="-78"/>
                          <a:ea typeface="+mn-ea"/>
                          <a:cs typeface="IBM Plex Sans Arabic SemiBold" panose="020B0703050203000203" pitchFamily="34" charset="-78"/>
                        </a:rPr>
                        <a:t>السلامة من الحرائق والإنقاذ</a:t>
                      </a:r>
                    </a:p>
                    <a:p>
                      <a:pPr marL="0" marR="0" indent="0" algn="ctr" defTabSz="4572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600" b="1" kern="1200" dirty="0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IBM Plex Sans Arabic SemiBold" panose="020B0703050203000203" pitchFamily="34" charset="-78"/>
                          <a:ea typeface="+mn-ea"/>
                          <a:cs typeface="IBM Plex Sans Arabic SemiBold" panose="020B0703050203000203" pitchFamily="34" charset="-78"/>
                        </a:rPr>
                        <a:t>Fire Safety-Rescue</a:t>
                      </a:r>
                      <a:endParaRPr lang="ar-SA" sz="600" b="1" kern="1200" dirty="0">
                        <a:solidFill>
                          <a:schemeClr val="accent5">
                            <a:lumMod val="75000"/>
                          </a:schemeClr>
                        </a:solidFill>
                        <a:effectLst/>
                        <a:latin typeface="IBM Plex Sans Arabic SemiBold" panose="020B0703050203000203" pitchFamily="34" charset="-78"/>
                        <a:ea typeface="+mn-ea"/>
                        <a:cs typeface="IBM Plex Sans Arabic SemiBold" panose="020B0703050203000203" pitchFamily="34" charset="-78"/>
                      </a:endParaRPr>
                    </a:p>
                    <a:p>
                      <a:pPr marL="0" marR="0" lvl="0" indent="0" algn="ctr" defTabSz="4572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600" b="1" kern="1200" dirty="0">
                          <a:solidFill>
                            <a:srgbClr val="7030A0"/>
                          </a:solidFill>
                          <a:effectLst/>
                          <a:latin typeface="IBM Plex Sans Arabic SemiBold" panose="020B0703050203000203" pitchFamily="34" charset="-78"/>
                          <a:ea typeface="+mn-ea"/>
                          <a:cs typeface="IBM Plex Sans Arabic SemiBold" panose="020B0703050203000203" pitchFamily="34" charset="-78"/>
                        </a:rPr>
                        <a:t>06/09/2026 –07/09/2026</a:t>
                      </a:r>
                      <a:endParaRPr lang="ar-SA" sz="600" b="1" kern="1200" dirty="0">
                        <a:solidFill>
                          <a:srgbClr val="7030A0"/>
                        </a:solidFill>
                        <a:effectLst/>
                        <a:latin typeface="IBM Plex Sans Arabic SemiBold" panose="020B0703050203000203" pitchFamily="34" charset="-78"/>
                        <a:ea typeface="+mn-ea"/>
                        <a:cs typeface="IBM Plex Sans Arabic SemiBold" panose="020B0703050203000203" pitchFamily="34" charset="-78"/>
                      </a:endParaRPr>
                    </a:p>
                    <a:p>
                      <a:pPr marL="0" marR="0" lvl="0" indent="0" algn="ctr" defTabSz="4572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SA" sz="600" b="1" kern="1200" dirty="0">
                          <a:solidFill>
                            <a:srgbClr val="7030A0"/>
                          </a:solidFill>
                          <a:effectLst/>
                          <a:latin typeface="IBM Plex Sans Arabic SemiBold" panose="020B0703050203000203" pitchFamily="34" charset="-78"/>
                          <a:ea typeface="+mn-ea"/>
                          <a:cs typeface="IBM Plex Sans Arabic SemiBold" panose="020B0703050203000203" pitchFamily="34" charset="-78"/>
                        </a:rPr>
                        <a:t>شركة المياه الوطنية - </a:t>
                      </a:r>
                      <a:r>
                        <a:rPr lang="en-US" sz="600" b="1" kern="1200" dirty="0">
                          <a:solidFill>
                            <a:srgbClr val="7030A0"/>
                          </a:solidFill>
                          <a:effectLst/>
                          <a:latin typeface="IBM Plex Sans Arabic SemiBold" panose="020B0703050203000203" pitchFamily="34" charset="-78"/>
                          <a:ea typeface="+mn-ea"/>
                          <a:cs typeface="IBM Plex Sans Arabic SemiBold" panose="020B0703050203000203" pitchFamily="34" charset="-78"/>
                        </a:rPr>
                        <a:t>MOMC-NC</a:t>
                      </a:r>
                    </a:p>
                  </a:txBody>
                  <a:tcPr anchor="ctr">
                    <a:solidFill>
                      <a:srgbClr val="F1F5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4572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600" b="1" kern="1200" dirty="0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IBM Plex Sans Arabic SemiBold" panose="020B0703050203000203" pitchFamily="34" charset="-78"/>
                          <a:ea typeface="+mn-ea"/>
                          <a:cs typeface="IBM Plex Sans Arabic SemiBold" panose="020B0703050203000203" pitchFamily="34" charset="-78"/>
                        </a:rPr>
                        <a:t>33357</a:t>
                      </a:r>
                    </a:p>
                  </a:txBody>
                  <a:tcPr anchor="ctr">
                    <a:solidFill>
                      <a:srgbClr val="F1F5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SA" sz="600" b="1" kern="1200" dirty="0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IBM Plex Sans Arabic SemiBold" panose="020B0703050203000203" pitchFamily="34" charset="-78"/>
                          <a:ea typeface="+mn-ea"/>
                          <a:cs typeface="IBM Plex Sans Arabic SemiBold" panose="020B0703050203000203" pitchFamily="34" charset="-78"/>
                        </a:rPr>
                        <a:t>2</a:t>
                      </a:r>
                      <a:endParaRPr lang="vi-VN" sz="600" b="1" kern="1200" dirty="0">
                        <a:solidFill>
                          <a:schemeClr val="accent5">
                            <a:lumMod val="75000"/>
                          </a:schemeClr>
                        </a:solidFill>
                        <a:effectLst/>
                        <a:latin typeface="IBM Plex Sans Arabic SemiBold" panose="020B0703050203000203" pitchFamily="34" charset="-78"/>
                        <a:ea typeface="+mn-ea"/>
                        <a:cs typeface="IBM Plex Sans Arabic SemiBold" panose="020B0703050203000203" pitchFamily="34" charset="-78"/>
                      </a:endParaRP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vi-VN" sz="600" b="1" kern="1200" dirty="0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IBM Plex Sans Arabic SemiBold" panose="020B0703050203000203" pitchFamily="34" charset="-78"/>
                          <a:ea typeface="+mn-ea"/>
                          <a:cs typeface="IBM Plex Sans Arabic SemiBold" panose="020B0703050203000203" pitchFamily="34" charset="-78"/>
                        </a:rPr>
                        <a:t>Days</a:t>
                      </a:r>
                    </a:p>
                  </a:txBody>
                  <a:tcPr anchor="ctr">
                    <a:solidFill>
                      <a:srgbClr val="F1F5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4572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600" b="1" kern="1200" dirty="0" err="1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IBM Plex Sans Arabic SemiBold" panose="020B0703050203000203" pitchFamily="34" charset="-78"/>
                          <a:ea typeface="+mn-ea"/>
                          <a:cs typeface="IBM Plex Sans Arabic SemiBold" panose="020B0703050203000203" pitchFamily="34" charset="-78"/>
                        </a:rPr>
                        <a:t>Monther</a:t>
                      </a:r>
                      <a:r>
                        <a:rPr lang="en-US" sz="600" b="1" kern="1200" dirty="0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IBM Plex Sans Arabic SemiBold" panose="020B0703050203000203" pitchFamily="34" charset="-78"/>
                          <a:ea typeface="+mn-ea"/>
                          <a:cs typeface="IBM Plex Sans Arabic SemiBold" panose="020B0703050203000203" pitchFamily="34" charset="-78"/>
                        </a:rPr>
                        <a:t> </a:t>
                      </a:r>
                    </a:p>
                    <a:p>
                      <a:pPr marL="0" marR="0" indent="0" algn="ctr" defTabSz="4572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600" b="1" kern="1200" dirty="0" err="1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IBM Plex Sans Arabic SemiBold" panose="020B0703050203000203" pitchFamily="34" charset="-78"/>
                          <a:ea typeface="+mn-ea"/>
                          <a:cs typeface="IBM Plex Sans Arabic SemiBold" panose="020B0703050203000203" pitchFamily="34" charset="-78"/>
                        </a:rPr>
                        <a:t>Jbran</a:t>
                      </a:r>
                      <a:endParaRPr lang="en-US" sz="600" b="1" kern="1200" dirty="0">
                        <a:solidFill>
                          <a:schemeClr val="accent5">
                            <a:lumMod val="75000"/>
                          </a:schemeClr>
                        </a:solidFill>
                        <a:effectLst/>
                        <a:latin typeface="IBM Plex Sans Arabic SemiBold" panose="020B0703050203000203" pitchFamily="34" charset="-78"/>
                        <a:ea typeface="+mn-ea"/>
                        <a:cs typeface="IBM Plex Sans Arabic SemiBold" panose="020B0703050203000203" pitchFamily="34" charset="-78"/>
                      </a:endParaRPr>
                    </a:p>
                  </a:txBody>
                  <a:tcPr anchor="ctr">
                    <a:solidFill>
                      <a:srgbClr val="F1F5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439738" algn="r"/>
                        </a:tabLst>
                        <a:defRPr/>
                      </a:pPr>
                      <a:r>
                        <a:rPr lang="en-US" sz="600" b="1" kern="1200" dirty="0" err="1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IBM Plex Sans Arabic SemiBold" panose="020B0703050203000203" pitchFamily="34" charset="-78"/>
                          <a:ea typeface="+mn-ea"/>
                          <a:cs typeface="IBM Plex Sans Arabic SemiBold" panose="020B0703050203000203" pitchFamily="34" charset="-78"/>
                        </a:rPr>
                        <a:t>Arar</a:t>
                      </a:r>
                      <a:endParaRPr lang="en-US" sz="600" b="1" kern="1200" dirty="0">
                        <a:solidFill>
                          <a:schemeClr val="accent5">
                            <a:lumMod val="75000"/>
                          </a:schemeClr>
                        </a:solidFill>
                        <a:effectLst/>
                        <a:latin typeface="IBM Plex Sans Arabic SemiBold" panose="020B0703050203000203" pitchFamily="34" charset="-78"/>
                        <a:ea typeface="+mn-ea"/>
                        <a:cs typeface="IBM Plex Sans Arabic SemiBold" panose="020B0703050203000203" pitchFamily="34" charset="-78"/>
                      </a:endParaRPr>
                    </a:p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439738" algn="r"/>
                        </a:tabLst>
                        <a:defRPr/>
                      </a:pPr>
                      <a:r>
                        <a:rPr lang="en-US" sz="600" b="1" kern="1200" dirty="0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IBM Plex Sans Arabic SemiBold" panose="020B0703050203000203" pitchFamily="34" charset="-78"/>
                          <a:ea typeface="+mn-ea"/>
                          <a:cs typeface="IBM Plex Sans Arabic SemiBold" panose="020B0703050203000203" pitchFamily="34" charset="-78"/>
                        </a:rPr>
                        <a:t>City</a:t>
                      </a:r>
                    </a:p>
                  </a:txBody>
                  <a:tcPr anchor="ctr">
                    <a:solidFill>
                      <a:srgbClr val="F1F5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4572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600" b="1" kern="1200" dirty="0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IBM Plex Sans Arabic SemiBold" panose="020B0703050203000203" pitchFamily="34" charset="-78"/>
                          <a:ea typeface="+mn-ea"/>
                          <a:cs typeface="IBM Plex Sans Arabic SemiBold" panose="020B0703050203000203" pitchFamily="34" charset="-78"/>
                        </a:rPr>
                        <a:t>10</a:t>
                      </a:r>
                    </a:p>
                  </a:txBody>
                  <a:tcPr anchor="ctr">
                    <a:solidFill>
                      <a:srgbClr val="F1F5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600" b="1" kern="1200" dirty="0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IBM Plex Sans Arabic SemiBold" panose="020B0703050203000203" pitchFamily="34" charset="-78"/>
                          <a:ea typeface="+mn-ea"/>
                          <a:cs typeface="IBM Plex Sans Arabic SemiBold" panose="020B0703050203000203" pitchFamily="34" charset="-78"/>
                        </a:rPr>
                        <a:t>08:00</a:t>
                      </a: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600" b="1" kern="1200" dirty="0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IBM Plex Sans Arabic SemiBold" panose="020B0703050203000203" pitchFamily="34" charset="-78"/>
                          <a:ea typeface="+mn-ea"/>
                          <a:cs typeface="IBM Plex Sans Arabic SemiBold" panose="020B0703050203000203" pitchFamily="34" charset="-78"/>
                        </a:rPr>
                        <a:t>14:00</a:t>
                      </a:r>
                      <a:endParaRPr lang="vi-VN" sz="600" b="1" kern="1200" dirty="0">
                        <a:solidFill>
                          <a:schemeClr val="accent5">
                            <a:lumMod val="75000"/>
                          </a:schemeClr>
                        </a:solidFill>
                        <a:effectLst/>
                        <a:latin typeface="IBM Plex Sans Arabic SemiBold" panose="020B0703050203000203" pitchFamily="34" charset="-78"/>
                        <a:ea typeface="+mn-ea"/>
                        <a:cs typeface="IBM Plex Sans Arabic SemiBold" panose="020B0703050203000203" pitchFamily="34" charset="-78"/>
                      </a:endParaRPr>
                    </a:p>
                  </a:txBody>
                  <a:tcPr anchor="ctr">
                    <a:solidFill>
                      <a:srgbClr val="F1F5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600" b="1" kern="1200" dirty="0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IBM Plex Sans Arabic SemiBold" panose="020B0703050203000203" pitchFamily="34" charset="-78"/>
                          <a:ea typeface="+mn-ea"/>
                          <a:cs typeface="IBM Plex Sans Arabic SemiBold" panose="020B0703050203000203" pitchFamily="34" charset="-78"/>
                        </a:rPr>
                        <a:t>09:00</a:t>
                      </a: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600" b="1" kern="1200" dirty="0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IBM Plex Sans Arabic SemiBold" panose="020B0703050203000203" pitchFamily="34" charset="-78"/>
                          <a:ea typeface="+mn-ea"/>
                          <a:cs typeface="IBM Plex Sans Arabic SemiBold" panose="020B0703050203000203" pitchFamily="34" charset="-78"/>
                        </a:rPr>
                        <a:t>09:30</a:t>
                      </a:r>
                      <a:endParaRPr lang="vi-VN" sz="600" b="1" kern="1200" dirty="0">
                        <a:solidFill>
                          <a:schemeClr val="accent5">
                            <a:lumMod val="75000"/>
                          </a:schemeClr>
                        </a:solidFill>
                        <a:effectLst/>
                        <a:latin typeface="IBM Plex Sans Arabic SemiBold" panose="020B0703050203000203" pitchFamily="34" charset="-78"/>
                        <a:ea typeface="+mn-ea"/>
                        <a:cs typeface="IBM Plex Sans Arabic SemiBold" panose="020B0703050203000203" pitchFamily="34" charset="-78"/>
                      </a:endParaRPr>
                    </a:p>
                  </a:txBody>
                  <a:tcPr anchor="ctr">
                    <a:solidFill>
                      <a:srgbClr val="F1F5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600" b="1" kern="1200" dirty="0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IBM Plex Sans Arabic SemiBold" panose="020B0703050203000203" pitchFamily="34" charset="-78"/>
                          <a:ea typeface="+mn-ea"/>
                          <a:cs typeface="IBM Plex Sans Arabic SemiBold" panose="020B0703050203000203" pitchFamily="34" charset="-78"/>
                        </a:rPr>
                        <a:t>11:00</a:t>
                      </a:r>
                      <a:endParaRPr lang="vi-VN" sz="600" b="1" kern="1200" dirty="0">
                        <a:solidFill>
                          <a:schemeClr val="accent5">
                            <a:lumMod val="75000"/>
                          </a:schemeClr>
                        </a:solidFill>
                        <a:effectLst/>
                        <a:latin typeface="IBM Plex Sans Arabic SemiBold" panose="020B0703050203000203" pitchFamily="34" charset="-78"/>
                        <a:ea typeface="+mn-ea"/>
                        <a:cs typeface="IBM Plex Sans Arabic SemiBold" panose="020B0703050203000203" pitchFamily="34" charset="-78"/>
                      </a:endParaRPr>
                    </a:p>
                  </a:txBody>
                  <a:tcPr anchor="ctr">
                    <a:solidFill>
                      <a:srgbClr val="F1F5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92166278"/>
                  </a:ext>
                </a:extLst>
              </a:tr>
              <a:tr h="500791">
                <a:tc>
                  <a:txBody>
                    <a:bodyPr/>
                    <a:lstStyle/>
                    <a:p>
                      <a:pPr marL="0" marR="0" indent="0" algn="ctr" defTabSz="4572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SA" sz="600" b="1" kern="1200" dirty="0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IBM Plex Sans Arabic SemiBold" panose="020B0703050203000203" pitchFamily="34" charset="-78"/>
                          <a:ea typeface="+mn-ea"/>
                          <a:cs typeface="IBM Plex Sans Arabic SemiBold" panose="020B0703050203000203" pitchFamily="34" charset="-78"/>
                        </a:rPr>
                        <a:t>السلامة من الحرائق والإنقاذ</a:t>
                      </a:r>
                    </a:p>
                    <a:p>
                      <a:pPr marL="0" marR="0" indent="0" algn="ctr" defTabSz="4572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600" b="1" kern="1200" dirty="0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IBM Plex Sans Arabic SemiBold" panose="020B0703050203000203" pitchFamily="34" charset="-78"/>
                          <a:ea typeface="+mn-ea"/>
                          <a:cs typeface="IBM Plex Sans Arabic SemiBold" panose="020B0703050203000203" pitchFamily="34" charset="-78"/>
                        </a:rPr>
                        <a:t>Fire Safety-Rescue</a:t>
                      </a:r>
                      <a:endParaRPr lang="ar-SA" sz="600" b="1" kern="1200" dirty="0">
                        <a:solidFill>
                          <a:schemeClr val="accent5">
                            <a:lumMod val="75000"/>
                          </a:schemeClr>
                        </a:solidFill>
                        <a:effectLst/>
                        <a:latin typeface="IBM Plex Sans Arabic SemiBold" panose="020B0703050203000203" pitchFamily="34" charset="-78"/>
                        <a:ea typeface="+mn-ea"/>
                        <a:cs typeface="IBM Plex Sans Arabic SemiBold" panose="020B0703050203000203" pitchFamily="34" charset="-78"/>
                      </a:endParaRPr>
                    </a:p>
                    <a:p>
                      <a:pPr marL="0" marR="0" lvl="0" indent="0" algn="ctr" defTabSz="4572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600" b="1" kern="1200" dirty="0">
                          <a:solidFill>
                            <a:srgbClr val="7030A0"/>
                          </a:solidFill>
                          <a:effectLst/>
                          <a:latin typeface="IBM Plex Sans Arabic SemiBold" panose="020B0703050203000203" pitchFamily="34" charset="-78"/>
                          <a:ea typeface="+mn-ea"/>
                          <a:cs typeface="IBM Plex Sans Arabic SemiBold" panose="020B0703050203000203" pitchFamily="34" charset="-78"/>
                        </a:rPr>
                        <a:t>09/09/2026 –10/09/2026</a:t>
                      </a:r>
                      <a:endParaRPr lang="ar-SA" sz="600" b="1" kern="1200" dirty="0">
                        <a:solidFill>
                          <a:srgbClr val="7030A0"/>
                        </a:solidFill>
                        <a:effectLst/>
                        <a:latin typeface="IBM Plex Sans Arabic SemiBold" panose="020B0703050203000203" pitchFamily="34" charset="-78"/>
                        <a:ea typeface="+mn-ea"/>
                        <a:cs typeface="IBM Plex Sans Arabic SemiBold" panose="020B0703050203000203" pitchFamily="34" charset="-78"/>
                      </a:endParaRPr>
                    </a:p>
                    <a:p>
                      <a:pPr marL="0" marR="0" lvl="0" indent="0" algn="ctr" defTabSz="4572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SA" sz="600" b="1" kern="1200" dirty="0">
                          <a:solidFill>
                            <a:srgbClr val="7030A0"/>
                          </a:solidFill>
                          <a:effectLst/>
                          <a:latin typeface="IBM Plex Sans Arabic SemiBold" panose="020B0703050203000203" pitchFamily="34" charset="-78"/>
                          <a:ea typeface="+mn-ea"/>
                          <a:cs typeface="IBM Plex Sans Arabic SemiBold" panose="020B0703050203000203" pitchFamily="34" charset="-78"/>
                        </a:rPr>
                        <a:t>شركة المياه الوطنية - </a:t>
                      </a:r>
                      <a:r>
                        <a:rPr lang="en-US" sz="600" b="1" kern="1200" dirty="0">
                          <a:solidFill>
                            <a:srgbClr val="7030A0"/>
                          </a:solidFill>
                          <a:effectLst/>
                          <a:latin typeface="IBM Plex Sans Arabic SemiBold" panose="020B0703050203000203" pitchFamily="34" charset="-78"/>
                          <a:ea typeface="+mn-ea"/>
                          <a:cs typeface="IBM Plex Sans Arabic SemiBold" panose="020B0703050203000203" pitchFamily="34" charset="-78"/>
                        </a:rPr>
                        <a:t>MOMC-NC</a:t>
                      </a:r>
                    </a:p>
                  </a:txBody>
                  <a:tcPr anchor="ctr">
                    <a:solidFill>
                      <a:srgbClr val="D7E5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4572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600" b="1" kern="1200" dirty="0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IBM Plex Sans Arabic SemiBold" panose="020B0703050203000203" pitchFamily="34" charset="-78"/>
                          <a:ea typeface="+mn-ea"/>
                          <a:cs typeface="IBM Plex Sans Arabic SemiBold" panose="020B0703050203000203" pitchFamily="34" charset="-78"/>
                        </a:rPr>
                        <a:t>33357</a:t>
                      </a:r>
                    </a:p>
                  </a:txBody>
                  <a:tcPr anchor="ctr">
                    <a:solidFill>
                      <a:srgbClr val="D7E5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SA" sz="600" b="1" kern="1200" dirty="0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IBM Plex Sans Arabic SemiBold" panose="020B0703050203000203" pitchFamily="34" charset="-78"/>
                          <a:ea typeface="+mn-ea"/>
                          <a:cs typeface="IBM Plex Sans Arabic SemiBold" panose="020B0703050203000203" pitchFamily="34" charset="-78"/>
                        </a:rPr>
                        <a:t>2</a:t>
                      </a:r>
                      <a:endParaRPr lang="vi-VN" sz="600" b="1" kern="1200" dirty="0">
                        <a:solidFill>
                          <a:schemeClr val="accent5">
                            <a:lumMod val="75000"/>
                          </a:schemeClr>
                        </a:solidFill>
                        <a:effectLst/>
                        <a:latin typeface="IBM Plex Sans Arabic SemiBold" panose="020B0703050203000203" pitchFamily="34" charset="-78"/>
                        <a:ea typeface="+mn-ea"/>
                        <a:cs typeface="IBM Plex Sans Arabic SemiBold" panose="020B0703050203000203" pitchFamily="34" charset="-78"/>
                      </a:endParaRP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vi-VN" sz="600" b="1" kern="1200" dirty="0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IBM Plex Sans Arabic SemiBold" panose="020B0703050203000203" pitchFamily="34" charset="-78"/>
                          <a:ea typeface="+mn-ea"/>
                          <a:cs typeface="IBM Plex Sans Arabic SemiBold" panose="020B0703050203000203" pitchFamily="34" charset="-78"/>
                        </a:rPr>
                        <a:t>Days</a:t>
                      </a:r>
                    </a:p>
                  </a:txBody>
                  <a:tcPr anchor="ctr">
                    <a:solidFill>
                      <a:srgbClr val="D7E5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4572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600" b="1" kern="1200" dirty="0" err="1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IBM Plex Sans Arabic SemiBold" panose="020B0703050203000203" pitchFamily="34" charset="-78"/>
                          <a:ea typeface="+mn-ea"/>
                          <a:cs typeface="IBM Plex Sans Arabic SemiBold" panose="020B0703050203000203" pitchFamily="34" charset="-78"/>
                        </a:rPr>
                        <a:t>Monther</a:t>
                      </a:r>
                      <a:r>
                        <a:rPr lang="en-US" sz="600" b="1" kern="1200" dirty="0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IBM Plex Sans Arabic SemiBold" panose="020B0703050203000203" pitchFamily="34" charset="-78"/>
                          <a:ea typeface="+mn-ea"/>
                          <a:cs typeface="IBM Plex Sans Arabic SemiBold" panose="020B0703050203000203" pitchFamily="34" charset="-78"/>
                        </a:rPr>
                        <a:t> </a:t>
                      </a:r>
                    </a:p>
                    <a:p>
                      <a:pPr marL="0" marR="0" indent="0" algn="ctr" defTabSz="4572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600" b="1" kern="1200" dirty="0" err="1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IBM Plex Sans Arabic SemiBold" panose="020B0703050203000203" pitchFamily="34" charset="-78"/>
                          <a:ea typeface="+mn-ea"/>
                          <a:cs typeface="IBM Plex Sans Arabic SemiBold" panose="020B0703050203000203" pitchFamily="34" charset="-78"/>
                        </a:rPr>
                        <a:t>Jbran</a:t>
                      </a:r>
                      <a:endParaRPr lang="en-US" sz="600" b="1" kern="1200" dirty="0">
                        <a:solidFill>
                          <a:schemeClr val="accent5">
                            <a:lumMod val="75000"/>
                          </a:schemeClr>
                        </a:solidFill>
                        <a:effectLst/>
                        <a:latin typeface="IBM Plex Sans Arabic SemiBold" panose="020B0703050203000203" pitchFamily="34" charset="-78"/>
                        <a:ea typeface="+mn-ea"/>
                        <a:cs typeface="IBM Plex Sans Arabic SemiBold" panose="020B0703050203000203" pitchFamily="34" charset="-78"/>
                      </a:endParaRPr>
                    </a:p>
                  </a:txBody>
                  <a:tcPr anchor="ctr">
                    <a:solidFill>
                      <a:srgbClr val="D7E5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439738" algn="r"/>
                        </a:tabLst>
                        <a:defRPr/>
                      </a:pPr>
                      <a:r>
                        <a:rPr lang="en-US" sz="600" b="1" kern="1200" dirty="0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IBM Plex Sans Arabic SemiBold" panose="020B0703050203000203" pitchFamily="34" charset="-78"/>
                          <a:ea typeface="+mn-ea"/>
                          <a:cs typeface="IBM Plex Sans Arabic SemiBold" panose="020B0703050203000203" pitchFamily="34" charset="-78"/>
                        </a:rPr>
                        <a:t>Al </a:t>
                      </a:r>
                      <a:r>
                        <a:rPr lang="en-US" sz="600" b="1" kern="1200" dirty="0" err="1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IBM Plex Sans Arabic SemiBold" panose="020B0703050203000203" pitchFamily="34" charset="-78"/>
                          <a:ea typeface="+mn-ea"/>
                          <a:cs typeface="IBM Plex Sans Arabic SemiBold" panose="020B0703050203000203" pitchFamily="34" charset="-78"/>
                        </a:rPr>
                        <a:t>Jouf</a:t>
                      </a:r>
                      <a:r>
                        <a:rPr lang="en-US" sz="600" b="1" kern="1200" dirty="0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IBM Plex Sans Arabic SemiBold" panose="020B0703050203000203" pitchFamily="34" charset="-78"/>
                          <a:ea typeface="+mn-ea"/>
                          <a:cs typeface="IBM Plex Sans Arabic SemiBold" panose="020B0703050203000203" pitchFamily="34" charset="-78"/>
                        </a:rPr>
                        <a:t> –</a:t>
                      </a:r>
                      <a:r>
                        <a:rPr lang="en-US" sz="600" b="1" kern="1200" dirty="0" err="1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IBM Plex Sans Arabic SemiBold" panose="020B0703050203000203" pitchFamily="34" charset="-78"/>
                          <a:ea typeface="+mn-ea"/>
                          <a:cs typeface="IBM Plex Sans Arabic SemiBold" panose="020B0703050203000203" pitchFamily="34" charset="-78"/>
                        </a:rPr>
                        <a:t>Sakaka</a:t>
                      </a:r>
                      <a:endParaRPr lang="en-US" sz="600" b="1" kern="1200" dirty="0">
                        <a:solidFill>
                          <a:schemeClr val="accent5">
                            <a:lumMod val="75000"/>
                          </a:schemeClr>
                        </a:solidFill>
                        <a:effectLst/>
                        <a:latin typeface="IBM Plex Sans Arabic SemiBold" panose="020B0703050203000203" pitchFamily="34" charset="-78"/>
                        <a:ea typeface="+mn-ea"/>
                        <a:cs typeface="IBM Plex Sans Arabic SemiBold" panose="020B0703050203000203" pitchFamily="34" charset="-78"/>
                      </a:endParaRPr>
                    </a:p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439738" algn="r"/>
                        </a:tabLst>
                        <a:defRPr/>
                      </a:pPr>
                      <a:r>
                        <a:rPr lang="en-US" sz="600" b="1" kern="1200" dirty="0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IBM Plex Sans Arabic SemiBold" panose="020B0703050203000203" pitchFamily="34" charset="-78"/>
                          <a:ea typeface="+mn-ea"/>
                          <a:cs typeface="IBM Plex Sans Arabic SemiBold" panose="020B0703050203000203" pitchFamily="34" charset="-78"/>
                        </a:rPr>
                        <a:t>City</a:t>
                      </a:r>
                    </a:p>
                  </a:txBody>
                  <a:tcPr anchor="ctr">
                    <a:solidFill>
                      <a:srgbClr val="D7E5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4572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600" b="1" kern="1200" dirty="0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IBM Plex Sans Arabic SemiBold" panose="020B0703050203000203" pitchFamily="34" charset="-78"/>
                          <a:ea typeface="+mn-ea"/>
                          <a:cs typeface="IBM Plex Sans Arabic SemiBold" panose="020B0703050203000203" pitchFamily="34" charset="-78"/>
                        </a:rPr>
                        <a:t>15</a:t>
                      </a:r>
                    </a:p>
                  </a:txBody>
                  <a:tcPr anchor="ctr">
                    <a:solidFill>
                      <a:srgbClr val="D7E5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600" b="1" kern="1200" dirty="0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IBM Plex Sans Arabic SemiBold" panose="020B0703050203000203" pitchFamily="34" charset="-78"/>
                          <a:ea typeface="+mn-ea"/>
                          <a:cs typeface="IBM Plex Sans Arabic SemiBold" panose="020B0703050203000203" pitchFamily="34" charset="-78"/>
                        </a:rPr>
                        <a:t>08:00</a:t>
                      </a: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600" b="1" kern="1200" dirty="0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IBM Plex Sans Arabic SemiBold" panose="020B0703050203000203" pitchFamily="34" charset="-78"/>
                          <a:ea typeface="+mn-ea"/>
                          <a:cs typeface="IBM Plex Sans Arabic SemiBold" panose="020B0703050203000203" pitchFamily="34" charset="-78"/>
                        </a:rPr>
                        <a:t>14:00</a:t>
                      </a:r>
                      <a:endParaRPr lang="vi-VN" sz="600" b="1" kern="1200" dirty="0">
                        <a:solidFill>
                          <a:schemeClr val="accent5">
                            <a:lumMod val="75000"/>
                          </a:schemeClr>
                        </a:solidFill>
                        <a:effectLst/>
                        <a:latin typeface="IBM Plex Sans Arabic SemiBold" panose="020B0703050203000203" pitchFamily="34" charset="-78"/>
                        <a:ea typeface="+mn-ea"/>
                        <a:cs typeface="IBM Plex Sans Arabic SemiBold" panose="020B0703050203000203" pitchFamily="34" charset="-78"/>
                      </a:endParaRPr>
                    </a:p>
                  </a:txBody>
                  <a:tcPr anchor="ctr">
                    <a:solidFill>
                      <a:srgbClr val="D7E5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600" b="1" kern="1200" dirty="0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IBM Plex Sans Arabic SemiBold" panose="020B0703050203000203" pitchFamily="34" charset="-78"/>
                          <a:ea typeface="+mn-ea"/>
                          <a:cs typeface="IBM Plex Sans Arabic SemiBold" panose="020B0703050203000203" pitchFamily="34" charset="-78"/>
                        </a:rPr>
                        <a:t>09:00</a:t>
                      </a: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600" b="1" kern="1200" dirty="0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IBM Plex Sans Arabic SemiBold" panose="020B0703050203000203" pitchFamily="34" charset="-78"/>
                          <a:ea typeface="+mn-ea"/>
                          <a:cs typeface="IBM Plex Sans Arabic SemiBold" panose="020B0703050203000203" pitchFamily="34" charset="-78"/>
                        </a:rPr>
                        <a:t>09:30</a:t>
                      </a:r>
                      <a:endParaRPr lang="vi-VN" sz="600" b="1" kern="1200" dirty="0">
                        <a:solidFill>
                          <a:schemeClr val="accent5">
                            <a:lumMod val="75000"/>
                          </a:schemeClr>
                        </a:solidFill>
                        <a:effectLst/>
                        <a:latin typeface="IBM Plex Sans Arabic SemiBold" panose="020B0703050203000203" pitchFamily="34" charset="-78"/>
                        <a:ea typeface="+mn-ea"/>
                        <a:cs typeface="IBM Plex Sans Arabic SemiBold" panose="020B0703050203000203" pitchFamily="34" charset="-78"/>
                      </a:endParaRPr>
                    </a:p>
                  </a:txBody>
                  <a:tcPr anchor="ctr">
                    <a:solidFill>
                      <a:srgbClr val="D7E5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600" b="1" kern="1200" dirty="0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IBM Plex Sans Arabic SemiBold" panose="020B0703050203000203" pitchFamily="34" charset="-78"/>
                          <a:ea typeface="+mn-ea"/>
                          <a:cs typeface="IBM Plex Sans Arabic SemiBold" panose="020B0703050203000203" pitchFamily="34" charset="-78"/>
                        </a:rPr>
                        <a:t>11:00</a:t>
                      </a:r>
                      <a:endParaRPr lang="vi-VN" sz="600" b="1" kern="1200" dirty="0">
                        <a:solidFill>
                          <a:schemeClr val="accent5">
                            <a:lumMod val="75000"/>
                          </a:schemeClr>
                        </a:solidFill>
                        <a:effectLst/>
                        <a:latin typeface="IBM Plex Sans Arabic SemiBold" panose="020B0703050203000203" pitchFamily="34" charset="-78"/>
                        <a:ea typeface="+mn-ea"/>
                        <a:cs typeface="IBM Plex Sans Arabic SemiBold" panose="020B0703050203000203" pitchFamily="34" charset="-78"/>
                      </a:endParaRPr>
                    </a:p>
                  </a:txBody>
                  <a:tcPr anchor="ctr">
                    <a:solidFill>
                      <a:srgbClr val="D7E5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42113750"/>
                  </a:ext>
                </a:extLst>
              </a:tr>
              <a:tr h="400633">
                <a:tc>
                  <a:txBody>
                    <a:bodyPr/>
                    <a:lstStyle/>
                    <a:p>
                      <a:pPr marL="0" marR="0" indent="0" algn="ctr" defTabSz="4572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SA" sz="600" b="1" kern="1200" dirty="0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IBM Plex Sans Arabic SemiBold" panose="020B0703050203000203" pitchFamily="34" charset="-78"/>
                          <a:ea typeface="+mn-ea"/>
                          <a:cs typeface="IBM Plex Sans Arabic SemiBold" panose="020B0703050203000203" pitchFamily="34" charset="-78"/>
                        </a:rPr>
                        <a:t>نظام </a:t>
                      </a:r>
                      <a:r>
                        <a:rPr lang="ar-SA" sz="600" b="1" kern="1200" dirty="0" err="1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IBM Plex Sans Arabic SemiBold" panose="020B0703050203000203" pitchFamily="34" charset="-78"/>
                          <a:ea typeface="+mn-ea"/>
                          <a:cs typeface="IBM Plex Sans Arabic SemiBold" panose="020B0703050203000203" pitchFamily="34" charset="-78"/>
                        </a:rPr>
                        <a:t>سكادا</a:t>
                      </a:r>
                      <a:r>
                        <a:rPr lang="ar-SA" sz="600" b="1" kern="1200" dirty="0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IBM Plex Sans Arabic SemiBold" panose="020B0703050203000203" pitchFamily="34" charset="-78"/>
                          <a:ea typeface="+mn-ea"/>
                          <a:cs typeface="IBM Plex Sans Arabic SemiBold" panose="020B0703050203000203" pitchFamily="34" charset="-78"/>
                        </a:rPr>
                        <a:t> لخطوط الانابيب</a:t>
                      </a:r>
                      <a:endParaRPr lang="en-US" sz="600" b="1" kern="1200" dirty="0">
                        <a:solidFill>
                          <a:schemeClr val="accent5">
                            <a:lumMod val="75000"/>
                          </a:schemeClr>
                        </a:solidFill>
                        <a:effectLst/>
                        <a:latin typeface="IBM Plex Sans Arabic SemiBold" panose="020B0703050203000203" pitchFamily="34" charset="-78"/>
                        <a:ea typeface="+mn-ea"/>
                        <a:cs typeface="IBM Plex Sans Arabic SemiBold" panose="020B0703050203000203" pitchFamily="34" charset="-78"/>
                      </a:endParaRPr>
                    </a:p>
                    <a:p>
                      <a:pPr marL="0" marR="0" indent="0" algn="ctr" defTabSz="4572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600" b="1" kern="1200" dirty="0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IBM Plex Sans Arabic SemiBold" panose="020B0703050203000203" pitchFamily="34" charset="-78"/>
                          <a:ea typeface="+mn-ea"/>
                          <a:cs typeface="IBM Plex Sans Arabic SemiBold" panose="020B0703050203000203" pitchFamily="34" charset="-78"/>
                        </a:rPr>
                        <a:t>Pipeline SCADA System</a:t>
                      </a:r>
                    </a:p>
                    <a:p>
                      <a:pPr marL="0" marR="0" indent="0" algn="ctr" defTabSz="4572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SA" sz="600" b="1" kern="1200" dirty="0">
                          <a:solidFill>
                            <a:srgbClr val="7030A0"/>
                          </a:solidFill>
                          <a:effectLst/>
                          <a:latin typeface="IBM Plex Sans Arabic SemiBold" panose="020B0703050203000203" pitchFamily="34" charset="-78"/>
                          <a:ea typeface="+mn-ea"/>
                          <a:cs typeface="IBM Plex Sans Arabic SemiBold" panose="020B0703050203000203" pitchFamily="34" charset="-78"/>
                        </a:rPr>
                        <a:t> شركة وتكو </a:t>
                      </a:r>
                      <a:r>
                        <a:rPr lang="en-US" sz="600" b="1" kern="1200" dirty="0">
                          <a:solidFill>
                            <a:srgbClr val="7030A0"/>
                          </a:solidFill>
                          <a:effectLst/>
                          <a:latin typeface="IBM Plex Sans Arabic SemiBold" panose="020B0703050203000203" pitchFamily="34" charset="-78"/>
                          <a:ea typeface="+mn-ea"/>
                          <a:cs typeface="IBM Plex Sans Arabic SemiBold" panose="020B0703050203000203" pitchFamily="34" charset="-78"/>
                        </a:rPr>
                        <a:t>WTCO</a:t>
                      </a:r>
                    </a:p>
                  </a:txBody>
                  <a:tcPr anchor="ctr">
                    <a:solidFill>
                      <a:srgbClr val="F1F5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4572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600" b="1" kern="1200" dirty="0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IBM Plex Sans Arabic SemiBold" panose="020B0703050203000203" pitchFamily="34" charset="-78"/>
                          <a:ea typeface="+mn-ea"/>
                          <a:cs typeface="IBM Plex Sans Arabic SemiBold" panose="020B0703050203000203" pitchFamily="34" charset="-78"/>
                        </a:rPr>
                        <a:t>PL231501</a:t>
                      </a:r>
                    </a:p>
                  </a:txBody>
                  <a:tcPr anchor="ctr">
                    <a:solidFill>
                      <a:srgbClr val="F1F5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SA" sz="600" b="1" kern="1200" dirty="0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IBM Plex Sans Arabic SemiBold" panose="020B0703050203000203" pitchFamily="34" charset="-78"/>
                          <a:ea typeface="+mn-ea"/>
                          <a:cs typeface="IBM Plex Sans Arabic SemiBold" panose="020B0703050203000203" pitchFamily="34" charset="-78"/>
                        </a:rPr>
                        <a:t>5</a:t>
                      </a:r>
                      <a:endParaRPr lang="vi-VN" sz="600" b="1" kern="1200" dirty="0">
                        <a:solidFill>
                          <a:schemeClr val="accent5">
                            <a:lumMod val="75000"/>
                          </a:schemeClr>
                        </a:solidFill>
                        <a:effectLst/>
                        <a:latin typeface="IBM Plex Sans Arabic SemiBold" panose="020B0703050203000203" pitchFamily="34" charset="-78"/>
                        <a:ea typeface="+mn-ea"/>
                        <a:cs typeface="IBM Plex Sans Arabic SemiBold" panose="020B0703050203000203" pitchFamily="34" charset="-78"/>
                      </a:endParaRP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vi-VN" sz="600" b="1" kern="1200" dirty="0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IBM Plex Sans Arabic SemiBold" panose="020B0703050203000203" pitchFamily="34" charset="-78"/>
                          <a:ea typeface="+mn-ea"/>
                          <a:cs typeface="IBM Plex Sans Arabic SemiBold" panose="020B0703050203000203" pitchFamily="34" charset="-78"/>
                        </a:rPr>
                        <a:t>Days</a:t>
                      </a:r>
                    </a:p>
                  </a:txBody>
                  <a:tcPr anchor="ctr">
                    <a:solidFill>
                      <a:srgbClr val="F1F5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4572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600" b="1" kern="1200" dirty="0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IBM Plex Sans Arabic SemiBold" panose="020B0703050203000203" pitchFamily="34" charset="-78"/>
                          <a:ea typeface="+mn-ea"/>
                          <a:cs typeface="IBM Plex Sans Arabic SemiBold" panose="020B0703050203000203" pitchFamily="34" charset="-78"/>
                        </a:rPr>
                        <a:t>Mohammed</a:t>
                      </a:r>
                    </a:p>
                    <a:p>
                      <a:pPr marL="0" marR="0" indent="0" algn="ctr" defTabSz="4572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600" b="1" kern="1200" dirty="0" err="1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IBM Plex Sans Arabic SemiBold" panose="020B0703050203000203" pitchFamily="34" charset="-78"/>
                          <a:ea typeface="+mn-ea"/>
                          <a:cs typeface="IBM Plex Sans Arabic SemiBold" panose="020B0703050203000203" pitchFamily="34" charset="-78"/>
                        </a:rPr>
                        <a:t>Awad</a:t>
                      </a:r>
                      <a:endParaRPr lang="en-US" sz="600" b="1" kern="1200" dirty="0">
                        <a:solidFill>
                          <a:schemeClr val="accent5">
                            <a:lumMod val="75000"/>
                          </a:schemeClr>
                        </a:solidFill>
                        <a:effectLst/>
                        <a:latin typeface="IBM Plex Sans Arabic SemiBold" panose="020B0703050203000203" pitchFamily="34" charset="-78"/>
                        <a:ea typeface="+mn-ea"/>
                        <a:cs typeface="IBM Plex Sans Arabic SemiBold" panose="020B0703050203000203" pitchFamily="34" charset="-78"/>
                      </a:endParaRPr>
                    </a:p>
                  </a:txBody>
                  <a:tcPr anchor="ctr">
                    <a:solidFill>
                      <a:srgbClr val="F1F5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439738" algn="r"/>
                        </a:tabLst>
                        <a:defRPr/>
                      </a:pPr>
                      <a:r>
                        <a:rPr lang="en-US" sz="600" b="1" kern="1200" dirty="0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IBM Plex Sans Arabic SemiBold" panose="020B0703050203000203" pitchFamily="34" charset="-78"/>
                          <a:ea typeface="+mn-ea"/>
                          <a:cs typeface="IBM Plex Sans Arabic SemiBold" panose="020B0703050203000203" pitchFamily="34" charset="-78"/>
                        </a:rPr>
                        <a:t>B1-15</a:t>
                      </a:r>
                    </a:p>
                  </a:txBody>
                  <a:tcPr anchor="ctr">
                    <a:solidFill>
                      <a:srgbClr val="F1F5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4572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600" b="1" kern="1200" dirty="0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IBM Plex Sans Arabic SemiBold" panose="020B0703050203000203" pitchFamily="34" charset="-78"/>
                          <a:ea typeface="+mn-ea"/>
                          <a:cs typeface="IBM Plex Sans Arabic SemiBold" panose="020B0703050203000203" pitchFamily="34" charset="-78"/>
                        </a:rPr>
                        <a:t>14</a:t>
                      </a:r>
                    </a:p>
                  </a:txBody>
                  <a:tcPr anchor="ctr">
                    <a:solidFill>
                      <a:srgbClr val="F1F5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600" b="1" kern="1200" dirty="0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IBM Plex Sans Arabic SemiBold" panose="020B0703050203000203" pitchFamily="34" charset="-78"/>
                          <a:ea typeface="+mn-ea"/>
                          <a:cs typeface="IBM Plex Sans Arabic SemiBold" panose="020B0703050203000203" pitchFamily="34" charset="-78"/>
                        </a:rPr>
                        <a:t>08:00</a:t>
                      </a: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600" b="1" kern="1200" dirty="0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IBM Plex Sans Arabic SemiBold" panose="020B0703050203000203" pitchFamily="34" charset="-78"/>
                          <a:ea typeface="+mn-ea"/>
                          <a:cs typeface="IBM Plex Sans Arabic SemiBold" panose="020B0703050203000203" pitchFamily="34" charset="-78"/>
                        </a:rPr>
                        <a:t>14:00</a:t>
                      </a:r>
                      <a:endParaRPr lang="vi-VN" sz="600" b="1" kern="1200" dirty="0">
                        <a:solidFill>
                          <a:schemeClr val="accent5">
                            <a:lumMod val="75000"/>
                          </a:schemeClr>
                        </a:solidFill>
                        <a:effectLst/>
                        <a:latin typeface="IBM Plex Sans Arabic SemiBold" panose="020B0703050203000203" pitchFamily="34" charset="-78"/>
                        <a:ea typeface="+mn-ea"/>
                        <a:cs typeface="IBM Plex Sans Arabic SemiBold" panose="020B0703050203000203" pitchFamily="34" charset="-78"/>
                      </a:endParaRPr>
                    </a:p>
                  </a:txBody>
                  <a:tcPr anchor="ctr">
                    <a:solidFill>
                      <a:srgbClr val="F1F5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600" b="1" kern="1200" dirty="0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IBM Plex Sans Arabic SemiBold" panose="020B0703050203000203" pitchFamily="34" charset="-78"/>
                          <a:ea typeface="+mn-ea"/>
                          <a:cs typeface="IBM Plex Sans Arabic SemiBold" panose="020B0703050203000203" pitchFamily="34" charset="-78"/>
                        </a:rPr>
                        <a:t>09:00</a:t>
                      </a: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600" b="1" kern="1200" dirty="0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IBM Plex Sans Arabic SemiBold" panose="020B0703050203000203" pitchFamily="34" charset="-78"/>
                          <a:ea typeface="+mn-ea"/>
                          <a:cs typeface="IBM Plex Sans Arabic SemiBold" panose="020B0703050203000203" pitchFamily="34" charset="-78"/>
                        </a:rPr>
                        <a:t>09:30</a:t>
                      </a:r>
                      <a:endParaRPr lang="vi-VN" sz="600" b="1" kern="1200" dirty="0">
                        <a:solidFill>
                          <a:schemeClr val="accent5">
                            <a:lumMod val="75000"/>
                          </a:schemeClr>
                        </a:solidFill>
                        <a:effectLst/>
                        <a:latin typeface="IBM Plex Sans Arabic SemiBold" panose="020B0703050203000203" pitchFamily="34" charset="-78"/>
                        <a:ea typeface="+mn-ea"/>
                        <a:cs typeface="IBM Plex Sans Arabic SemiBold" panose="020B0703050203000203" pitchFamily="34" charset="-78"/>
                      </a:endParaRPr>
                    </a:p>
                  </a:txBody>
                  <a:tcPr anchor="ctr">
                    <a:solidFill>
                      <a:srgbClr val="F1F5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600" b="1" kern="1200" dirty="0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IBM Plex Sans Arabic SemiBold" panose="020B0703050203000203" pitchFamily="34" charset="-78"/>
                          <a:ea typeface="+mn-ea"/>
                          <a:cs typeface="IBM Plex Sans Arabic SemiBold" panose="020B0703050203000203" pitchFamily="34" charset="-78"/>
                        </a:rPr>
                        <a:t>11:00</a:t>
                      </a:r>
                      <a:endParaRPr lang="vi-VN" sz="600" b="1" kern="1200" dirty="0">
                        <a:solidFill>
                          <a:schemeClr val="accent5">
                            <a:lumMod val="75000"/>
                          </a:schemeClr>
                        </a:solidFill>
                        <a:effectLst/>
                        <a:latin typeface="IBM Plex Sans Arabic SemiBold" panose="020B0703050203000203" pitchFamily="34" charset="-78"/>
                        <a:ea typeface="+mn-ea"/>
                        <a:cs typeface="IBM Plex Sans Arabic SemiBold" panose="020B0703050203000203" pitchFamily="34" charset="-78"/>
                      </a:endParaRPr>
                    </a:p>
                  </a:txBody>
                  <a:tcPr anchor="ctr">
                    <a:solidFill>
                      <a:srgbClr val="F1F5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522290"/>
                  </a:ext>
                </a:extLst>
              </a:tr>
              <a:tr h="500791">
                <a:tc>
                  <a:txBody>
                    <a:bodyPr/>
                    <a:lstStyle/>
                    <a:p>
                      <a:pPr marL="0" marR="0" indent="0" algn="ctr" defTabSz="4572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SA" sz="600" b="1" kern="1200" dirty="0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IBM Plex Sans Arabic SemiBold" panose="020B0703050203000203" pitchFamily="34" charset="-78"/>
                          <a:ea typeface="+mn-ea"/>
                          <a:cs typeface="IBM Plex Sans Arabic SemiBold" panose="020B0703050203000203" pitchFamily="34" charset="-78"/>
                        </a:rPr>
                        <a:t>أنظمة كشف الحريق و الإنذار</a:t>
                      </a:r>
                      <a:endParaRPr lang="en-US" sz="600" b="1" kern="1200" dirty="0">
                        <a:solidFill>
                          <a:schemeClr val="accent5">
                            <a:lumMod val="75000"/>
                          </a:schemeClr>
                        </a:solidFill>
                        <a:effectLst/>
                        <a:latin typeface="IBM Plex Sans Arabic SemiBold" panose="020B0703050203000203" pitchFamily="34" charset="-78"/>
                        <a:ea typeface="+mn-ea"/>
                        <a:cs typeface="IBM Plex Sans Arabic SemiBold" panose="020B0703050203000203" pitchFamily="34" charset="-78"/>
                      </a:endParaRPr>
                    </a:p>
                    <a:p>
                      <a:pPr marL="0" marR="0" indent="0" algn="ctr" defTabSz="4572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600" b="1" kern="1200" dirty="0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IBM Plex Sans Arabic SemiBold" panose="020B0703050203000203" pitchFamily="34" charset="-78"/>
                          <a:ea typeface="+mn-ea"/>
                          <a:cs typeface="IBM Plex Sans Arabic SemiBold" panose="020B0703050203000203" pitchFamily="34" charset="-78"/>
                        </a:rPr>
                        <a:t>Fire Detection &amp; Alarm Systems</a:t>
                      </a:r>
                    </a:p>
                    <a:p>
                      <a:pPr marL="0" marR="0" indent="0" algn="ctr" defTabSz="4572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600" b="1" kern="1200" dirty="0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IBM Plex Sans Arabic SemiBold" panose="020B0703050203000203" pitchFamily="34" charset="-78"/>
                          <a:ea typeface="+mn-ea"/>
                          <a:cs typeface="IBM Plex Sans Arabic SemiBold" panose="020B0703050203000203" pitchFamily="34" charset="-78"/>
                        </a:rPr>
                        <a:t> </a:t>
                      </a:r>
                      <a:r>
                        <a:rPr lang="ar-SA" sz="600" b="1" kern="1200" dirty="0">
                          <a:solidFill>
                            <a:srgbClr val="7030A0"/>
                          </a:solidFill>
                          <a:effectLst/>
                          <a:latin typeface="IBM Plex Sans Arabic SemiBold" panose="020B0703050203000203" pitchFamily="34" charset="-78"/>
                          <a:ea typeface="+mn-ea"/>
                          <a:cs typeface="IBM Plex Sans Arabic SemiBold" panose="020B0703050203000203" pitchFamily="34" charset="-78"/>
                        </a:rPr>
                        <a:t>شركة رياح وعد الشمال للطاقة</a:t>
                      </a:r>
                    </a:p>
                    <a:p>
                      <a:pPr marL="0" marR="0" indent="0" algn="ctr" defTabSz="4572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600" b="1" kern="1200" dirty="0">
                          <a:solidFill>
                            <a:srgbClr val="7030A0"/>
                          </a:solidFill>
                          <a:effectLst/>
                          <a:latin typeface="IBM Plex Sans Arabic SemiBold" panose="020B0703050203000203" pitchFamily="34" charset="-78"/>
                          <a:ea typeface="+mn-ea"/>
                          <a:cs typeface="IBM Plex Sans Arabic SemiBold" panose="020B0703050203000203" pitchFamily="34" charset="-78"/>
                        </a:rPr>
                        <a:t>Security &amp; Firefighting Training Program</a:t>
                      </a:r>
                    </a:p>
                  </a:txBody>
                  <a:tcPr anchor="ctr">
                    <a:solidFill>
                      <a:srgbClr val="D7E5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4572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600" b="1" kern="1200" dirty="0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IBM Plex Sans Arabic SemiBold" panose="020B0703050203000203" pitchFamily="34" charset="-78"/>
                          <a:ea typeface="+mn-ea"/>
                          <a:cs typeface="IBM Plex Sans Arabic SemiBold" panose="020B0703050203000203" pitchFamily="34" charset="-78"/>
                        </a:rPr>
                        <a:t>33366</a:t>
                      </a:r>
                    </a:p>
                  </a:txBody>
                  <a:tcPr anchor="ctr">
                    <a:solidFill>
                      <a:srgbClr val="D7E5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600" b="1" kern="1200" dirty="0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IBM Plex Sans Arabic SemiBold" panose="020B0703050203000203" pitchFamily="34" charset="-78"/>
                          <a:ea typeface="+mn-ea"/>
                          <a:cs typeface="IBM Plex Sans Arabic SemiBold" panose="020B0703050203000203" pitchFamily="34" charset="-78"/>
                        </a:rPr>
                        <a:t>5</a:t>
                      </a:r>
                      <a:endParaRPr lang="vi-VN" sz="600" b="1" kern="1200" dirty="0">
                        <a:solidFill>
                          <a:schemeClr val="accent5">
                            <a:lumMod val="75000"/>
                          </a:schemeClr>
                        </a:solidFill>
                        <a:effectLst/>
                        <a:latin typeface="IBM Plex Sans Arabic SemiBold" panose="020B0703050203000203" pitchFamily="34" charset="-78"/>
                        <a:ea typeface="+mn-ea"/>
                        <a:cs typeface="IBM Plex Sans Arabic SemiBold" panose="020B0703050203000203" pitchFamily="34" charset="-78"/>
                      </a:endParaRP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vi-VN" sz="600" b="1" kern="1200" dirty="0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IBM Plex Sans Arabic SemiBold" panose="020B0703050203000203" pitchFamily="34" charset="-78"/>
                          <a:ea typeface="+mn-ea"/>
                          <a:cs typeface="IBM Plex Sans Arabic SemiBold" panose="020B0703050203000203" pitchFamily="34" charset="-78"/>
                        </a:rPr>
                        <a:t>Days</a:t>
                      </a:r>
                    </a:p>
                  </a:txBody>
                  <a:tcPr anchor="ctr">
                    <a:solidFill>
                      <a:srgbClr val="D7E5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600" b="1" kern="1200" dirty="0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IBM Plex Sans Arabic SemiBold" panose="020B0703050203000203" pitchFamily="34" charset="-78"/>
                          <a:ea typeface="+mn-ea"/>
                          <a:cs typeface="IBM Plex Sans Arabic SemiBold" panose="020B0703050203000203" pitchFamily="34" charset="-78"/>
                        </a:rPr>
                        <a:t>Abdullah</a:t>
                      </a: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600" b="1" kern="1200" dirty="0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IBM Plex Sans Arabic SemiBold" panose="020B0703050203000203" pitchFamily="34" charset="-78"/>
                          <a:ea typeface="+mn-ea"/>
                          <a:cs typeface="IBM Plex Sans Arabic SemiBold" panose="020B0703050203000203" pitchFamily="34" charset="-78"/>
                        </a:rPr>
                        <a:t>Al-Qahtani</a:t>
                      </a:r>
                      <a:endParaRPr lang="vi-VN" sz="600" b="1" kern="1200" dirty="0">
                        <a:solidFill>
                          <a:schemeClr val="accent5">
                            <a:lumMod val="75000"/>
                          </a:schemeClr>
                        </a:solidFill>
                        <a:effectLst/>
                        <a:latin typeface="IBM Plex Sans Arabic SemiBold" panose="020B0703050203000203" pitchFamily="34" charset="-78"/>
                        <a:ea typeface="+mn-ea"/>
                        <a:cs typeface="IBM Plex Sans Arabic SemiBold" panose="020B0703050203000203" pitchFamily="34" charset="-78"/>
                      </a:endParaRPr>
                    </a:p>
                  </a:txBody>
                  <a:tcPr anchor="ctr">
                    <a:solidFill>
                      <a:srgbClr val="D7E5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439738" algn="r"/>
                        </a:tabLst>
                        <a:defRPr/>
                      </a:pPr>
                      <a:r>
                        <a:rPr lang="en-US" sz="600" b="1" kern="1200" dirty="0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IBM Plex Sans Arabic SemiBold" panose="020B0703050203000203" pitchFamily="34" charset="-78"/>
                          <a:ea typeface="+mn-ea"/>
                          <a:cs typeface="IBM Plex Sans Arabic SemiBold" panose="020B0703050203000203" pitchFamily="34" charset="-78"/>
                        </a:rPr>
                        <a:t>B1-16</a:t>
                      </a:r>
                    </a:p>
                  </a:txBody>
                  <a:tcPr anchor="ctr">
                    <a:solidFill>
                      <a:srgbClr val="D7E5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439738" algn="r"/>
                        </a:tabLst>
                        <a:defRPr/>
                      </a:pPr>
                      <a:r>
                        <a:rPr lang="en-US" sz="600" b="1" kern="1200" dirty="0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IBM Plex Sans Arabic SemiBold" panose="020B0703050203000203" pitchFamily="34" charset="-78"/>
                          <a:ea typeface="+mn-ea"/>
                          <a:cs typeface="IBM Plex Sans Arabic SemiBold" panose="020B0703050203000203" pitchFamily="34" charset="-78"/>
                        </a:rPr>
                        <a:t>14</a:t>
                      </a:r>
                    </a:p>
                  </a:txBody>
                  <a:tcPr anchor="ctr">
                    <a:solidFill>
                      <a:srgbClr val="D7E5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600" b="1" kern="1200" dirty="0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IBM Plex Sans Arabic SemiBold" panose="020B0703050203000203" pitchFamily="34" charset="-78"/>
                          <a:ea typeface="+mn-ea"/>
                          <a:cs typeface="IBM Plex Sans Arabic SemiBold" panose="020B0703050203000203" pitchFamily="34" charset="-78"/>
                        </a:rPr>
                        <a:t>08:00</a:t>
                      </a: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600" b="1" kern="1200" dirty="0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IBM Plex Sans Arabic SemiBold" panose="020B0703050203000203" pitchFamily="34" charset="-78"/>
                          <a:ea typeface="+mn-ea"/>
                          <a:cs typeface="IBM Plex Sans Arabic SemiBold" panose="020B0703050203000203" pitchFamily="34" charset="-78"/>
                        </a:rPr>
                        <a:t>14:00</a:t>
                      </a:r>
                      <a:endParaRPr lang="vi-VN" sz="600" b="1" kern="1200" dirty="0">
                        <a:solidFill>
                          <a:schemeClr val="accent5">
                            <a:lumMod val="75000"/>
                          </a:schemeClr>
                        </a:solidFill>
                        <a:effectLst/>
                        <a:latin typeface="IBM Plex Sans Arabic SemiBold" panose="020B0703050203000203" pitchFamily="34" charset="-78"/>
                        <a:ea typeface="+mn-ea"/>
                        <a:cs typeface="IBM Plex Sans Arabic SemiBold" panose="020B0703050203000203" pitchFamily="34" charset="-78"/>
                      </a:endParaRPr>
                    </a:p>
                  </a:txBody>
                  <a:tcPr anchor="ctr">
                    <a:solidFill>
                      <a:srgbClr val="D7E5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600" b="1" kern="1200" dirty="0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IBM Plex Sans Arabic SemiBold" panose="020B0703050203000203" pitchFamily="34" charset="-78"/>
                          <a:ea typeface="+mn-ea"/>
                          <a:cs typeface="IBM Plex Sans Arabic SemiBold" panose="020B0703050203000203" pitchFamily="34" charset="-78"/>
                        </a:rPr>
                        <a:t>09:00</a:t>
                      </a: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600" b="1" kern="1200" dirty="0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IBM Plex Sans Arabic SemiBold" panose="020B0703050203000203" pitchFamily="34" charset="-78"/>
                          <a:ea typeface="+mn-ea"/>
                          <a:cs typeface="IBM Plex Sans Arabic SemiBold" panose="020B0703050203000203" pitchFamily="34" charset="-78"/>
                        </a:rPr>
                        <a:t>09:30</a:t>
                      </a:r>
                      <a:endParaRPr lang="vi-VN" sz="600" b="1" kern="1200" dirty="0">
                        <a:solidFill>
                          <a:schemeClr val="accent5">
                            <a:lumMod val="75000"/>
                          </a:schemeClr>
                        </a:solidFill>
                        <a:effectLst/>
                        <a:latin typeface="IBM Plex Sans Arabic SemiBold" panose="020B0703050203000203" pitchFamily="34" charset="-78"/>
                        <a:ea typeface="+mn-ea"/>
                        <a:cs typeface="IBM Plex Sans Arabic SemiBold" panose="020B0703050203000203" pitchFamily="34" charset="-78"/>
                      </a:endParaRPr>
                    </a:p>
                  </a:txBody>
                  <a:tcPr anchor="ctr">
                    <a:solidFill>
                      <a:srgbClr val="D7E5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600" b="1" kern="1200" dirty="0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IBM Plex Sans Arabic SemiBold" panose="020B0703050203000203" pitchFamily="34" charset="-78"/>
                          <a:ea typeface="+mn-ea"/>
                          <a:cs typeface="IBM Plex Sans Arabic SemiBold" panose="020B0703050203000203" pitchFamily="34" charset="-78"/>
                        </a:rPr>
                        <a:t>11:00</a:t>
                      </a:r>
                      <a:endParaRPr lang="vi-VN" sz="600" b="1" kern="1200" dirty="0">
                        <a:solidFill>
                          <a:schemeClr val="accent5">
                            <a:lumMod val="75000"/>
                          </a:schemeClr>
                        </a:solidFill>
                        <a:effectLst/>
                        <a:latin typeface="IBM Plex Sans Arabic SemiBold" panose="020B0703050203000203" pitchFamily="34" charset="-78"/>
                        <a:ea typeface="+mn-ea"/>
                        <a:cs typeface="IBM Plex Sans Arabic SemiBold" panose="020B0703050203000203" pitchFamily="34" charset="-78"/>
                      </a:endParaRPr>
                    </a:p>
                  </a:txBody>
                  <a:tcPr anchor="ctr">
                    <a:solidFill>
                      <a:srgbClr val="D7E5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86431571"/>
                  </a:ext>
                </a:extLst>
              </a:tr>
              <a:tr h="500791">
                <a:tc>
                  <a:txBody>
                    <a:bodyPr/>
                    <a:lstStyle/>
                    <a:p>
                      <a:pPr marL="0" marR="0" indent="0" algn="ctr" defTabSz="4572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SA" sz="600" b="1" kern="1200" dirty="0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IBM Plex Sans Arabic SemiBold" panose="020B0703050203000203" pitchFamily="34" charset="-78"/>
                          <a:ea typeface="+mn-ea"/>
                          <a:cs typeface="IBM Plex Sans Arabic SemiBold" panose="020B0703050203000203" pitchFamily="34" charset="-78"/>
                        </a:rPr>
                        <a:t>مخططات الأنابيب والأجهزة وتكامل الأنظمة</a:t>
                      </a:r>
                      <a:endParaRPr lang="en-US" sz="600" b="1" kern="1200" dirty="0">
                        <a:solidFill>
                          <a:schemeClr val="accent5">
                            <a:lumMod val="75000"/>
                          </a:schemeClr>
                        </a:solidFill>
                        <a:effectLst/>
                        <a:latin typeface="IBM Plex Sans Arabic SemiBold" panose="020B0703050203000203" pitchFamily="34" charset="-78"/>
                        <a:ea typeface="+mn-ea"/>
                        <a:cs typeface="IBM Plex Sans Arabic SemiBold" panose="020B0703050203000203" pitchFamily="34" charset="-78"/>
                      </a:endParaRPr>
                    </a:p>
                    <a:p>
                      <a:pPr marL="0" marR="0" indent="0" algn="ctr" defTabSz="4572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600" b="1" kern="1200" dirty="0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IBM Plex Sans Arabic SemiBold" panose="020B0703050203000203" pitchFamily="34" charset="-78"/>
                          <a:ea typeface="+mn-ea"/>
                          <a:cs typeface="IBM Plex Sans Arabic SemiBold" panose="020B0703050203000203" pitchFamily="34" charset="-78"/>
                        </a:rPr>
                        <a:t>P&amp;ID &amp; System Integration </a:t>
                      </a:r>
                    </a:p>
                    <a:p>
                      <a:pPr marL="0" marR="0" indent="0" algn="ctr" defTabSz="4572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SA" sz="600" b="1" kern="1200" dirty="0">
                          <a:solidFill>
                            <a:srgbClr val="7030A0"/>
                          </a:solidFill>
                          <a:effectLst/>
                          <a:latin typeface="IBM Plex Sans Arabic SemiBold" panose="020B0703050203000203" pitchFamily="34" charset="-78"/>
                          <a:ea typeface="+mn-ea"/>
                          <a:cs typeface="IBM Plex Sans Arabic SemiBold" panose="020B0703050203000203" pitchFamily="34" charset="-78"/>
                        </a:rPr>
                        <a:t>شركة رياح وعد الشمال للطاقة</a:t>
                      </a:r>
                    </a:p>
                    <a:p>
                      <a:pPr marL="0" marR="0" indent="0" algn="ctr" defTabSz="4572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600" b="1" kern="1200" dirty="0">
                          <a:solidFill>
                            <a:srgbClr val="7030A0"/>
                          </a:solidFill>
                          <a:effectLst/>
                          <a:latin typeface="IBM Plex Sans Arabic SemiBold" panose="020B0703050203000203" pitchFamily="34" charset="-78"/>
                          <a:ea typeface="+mn-ea"/>
                          <a:cs typeface="IBM Plex Sans Arabic SemiBold" panose="020B0703050203000203" pitchFamily="34" charset="-78"/>
                        </a:rPr>
                        <a:t>Electrical Power Training Program </a:t>
                      </a:r>
                    </a:p>
                  </a:txBody>
                  <a:tcPr anchor="ctr">
                    <a:solidFill>
                      <a:srgbClr val="F1F5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4572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SA" sz="600" b="1" kern="1200" dirty="0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IBM Plex Sans Arabic SemiBold" panose="020B0703050203000203" pitchFamily="34" charset="-78"/>
                          <a:ea typeface="+mn-ea"/>
                          <a:cs typeface="IBM Plex Sans Arabic SemiBold" panose="020B0703050203000203" pitchFamily="34" charset="-78"/>
                        </a:rPr>
                        <a:t>22416</a:t>
                      </a:r>
                      <a:endParaRPr lang="en-US" sz="600" b="1" kern="1200" dirty="0">
                        <a:solidFill>
                          <a:schemeClr val="accent5">
                            <a:lumMod val="75000"/>
                          </a:schemeClr>
                        </a:solidFill>
                        <a:effectLst/>
                        <a:latin typeface="IBM Plex Sans Arabic SemiBold" panose="020B0703050203000203" pitchFamily="34" charset="-78"/>
                        <a:ea typeface="+mn-ea"/>
                        <a:cs typeface="IBM Plex Sans Arabic SemiBold" panose="020B0703050203000203" pitchFamily="34" charset="-78"/>
                      </a:endParaRPr>
                    </a:p>
                  </a:txBody>
                  <a:tcPr anchor="ctr">
                    <a:solidFill>
                      <a:srgbClr val="F1F5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600" b="1" kern="1200" dirty="0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IBM Plex Sans Arabic SemiBold" panose="020B0703050203000203" pitchFamily="34" charset="-78"/>
                          <a:ea typeface="+mn-ea"/>
                          <a:cs typeface="IBM Plex Sans Arabic SemiBold" panose="020B0703050203000203" pitchFamily="34" charset="-78"/>
                        </a:rPr>
                        <a:t>5</a:t>
                      </a:r>
                      <a:endParaRPr lang="vi-VN" sz="600" b="1" kern="1200" dirty="0">
                        <a:solidFill>
                          <a:schemeClr val="accent5">
                            <a:lumMod val="75000"/>
                          </a:schemeClr>
                        </a:solidFill>
                        <a:effectLst/>
                        <a:latin typeface="IBM Plex Sans Arabic SemiBold" panose="020B0703050203000203" pitchFamily="34" charset="-78"/>
                        <a:ea typeface="+mn-ea"/>
                        <a:cs typeface="IBM Plex Sans Arabic SemiBold" panose="020B0703050203000203" pitchFamily="34" charset="-78"/>
                      </a:endParaRP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vi-VN" sz="600" b="1" kern="1200" dirty="0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IBM Plex Sans Arabic SemiBold" panose="020B0703050203000203" pitchFamily="34" charset="-78"/>
                          <a:ea typeface="+mn-ea"/>
                          <a:cs typeface="IBM Plex Sans Arabic SemiBold" panose="020B0703050203000203" pitchFamily="34" charset="-78"/>
                        </a:rPr>
                        <a:t>Days</a:t>
                      </a:r>
                    </a:p>
                  </a:txBody>
                  <a:tcPr anchor="ctr">
                    <a:solidFill>
                      <a:srgbClr val="F1F5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vi-VN" sz="600" b="1" kern="1200" dirty="0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IBM Plex Sans Arabic SemiBold" panose="020B0703050203000203" pitchFamily="34" charset="-78"/>
                          <a:ea typeface="+mn-ea"/>
                          <a:cs typeface="IBM Plex Sans Arabic SemiBold" panose="020B0703050203000203" pitchFamily="34" charset="-78"/>
                        </a:rPr>
                        <a:t>Omar  Almadi</a:t>
                      </a:r>
                      <a:endParaRPr lang="en-US" sz="600" b="1" kern="1200" dirty="0">
                        <a:solidFill>
                          <a:schemeClr val="accent5">
                            <a:lumMod val="75000"/>
                          </a:schemeClr>
                        </a:solidFill>
                        <a:effectLst/>
                        <a:latin typeface="IBM Plex Sans Arabic SemiBold" panose="020B0703050203000203" pitchFamily="34" charset="-78"/>
                        <a:ea typeface="+mn-ea"/>
                        <a:cs typeface="IBM Plex Sans Arabic SemiBold" panose="020B0703050203000203" pitchFamily="34" charset="-78"/>
                      </a:endParaRP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600" b="1" kern="1200" dirty="0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IBM Plex Sans Arabic SemiBold" panose="020B0703050203000203" pitchFamily="34" charset="-78"/>
                          <a:ea typeface="+mn-ea"/>
                          <a:cs typeface="IBM Plex Sans Arabic SemiBold" panose="020B0703050203000203" pitchFamily="34" charset="-78"/>
                        </a:rPr>
                        <a:t>Mohammed Ali</a:t>
                      </a:r>
                      <a:endParaRPr lang="vi-VN" sz="600" b="1" kern="1200" dirty="0">
                        <a:solidFill>
                          <a:schemeClr val="accent5">
                            <a:lumMod val="75000"/>
                          </a:schemeClr>
                        </a:solidFill>
                        <a:effectLst/>
                        <a:latin typeface="IBM Plex Sans Arabic SemiBold" panose="020B0703050203000203" pitchFamily="34" charset="-78"/>
                        <a:ea typeface="+mn-ea"/>
                        <a:cs typeface="IBM Plex Sans Arabic SemiBold" panose="020B0703050203000203" pitchFamily="34" charset="-78"/>
                      </a:endParaRPr>
                    </a:p>
                  </a:txBody>
                  <a:tcPr anchor="ctr">
                    <a:solidFill>
                      <a:srgbClr val="F1F5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439738" algn="r"/>
                        </a:tabLst>
                        <a:defRPr/>
                      </a:pPr>
                      <a:r>
                        <a:rPr lang="en-US" sz="600" b="1" kern="1200" dirty="0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IBM Plex Sans Arabic SemiBold" panose="020B0703050203000203" pitchFamily="34" charset="-78"/>
                          <a:ea typeface="+mn-ea"/>
                          <a:cs typeface="IBM Plex Sans Arabic SemiBold" panose="020B0703050203000203" pitchFamily="34" charset="-78"/>
                        </a:rPr>
                        <a:t>B1-23</a:t>
                      </a:r>
                    </a:p>
                  </a:txBody>
                  <a:tcPr anchor="ctr">
                    <a:solidFill>
                      <a:srgbClr val="F1F5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439738" algn="r"/>
                        </a:tabLst>
                        <a:defRPr/>
                      </a:pPr>
                      <a:r>
                        <a:rPr lang="ar-SA" sz="600" b="1" kern="1200" dirty="0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IBM Plex Sans Arabic SemiBold" panose="020B0703050203000203" pitchFamily="34" charset="-78"/>
                          <a:ea typeface="+mn-ea"/>
                          <a:cs typeface="IBM Plex Sans Arabic SemiBold" panose="020B0703050203000203" pitchFamily="34" charset="-78"/>
                        </a:rPr>
                        <a:t>12</a:t>
                      </a:r>
                      <a:endParaRPr lang="en-US" sz="600" b="1" kern="1200" dirty="0">
                        <a:solidFill>
                          <a:schemeClr val="accent5">
                            <a:lumMod val="75000"/>
                          </a:schemeClr>
                        </a:solidFill>
                        <a:effectLst/>
                        <a:latin typeface="IBM Plex Sans Arabic SemiBold" panose="020B0703050203000203" pitchFamily="34" charset="-78"/>
                        <a:ea typeface="+mn-ea"/>
                        <a:cs typeface="IBM Plex Sans Arabic SemiBold" panose="020B0703050203000203" pitchFamily="34" charset="-78"/>
                      </a:endParaRPr>
                    </a:p>
                  </a:txBody>
                  <a:tcPr anchor="ctr">
                    <a:solidFill>
                      <a:srgbClr val="F1F5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600" b="1" kern="1200" dirty="0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IBM Plex Sans Arabic SemiBold" panose="020B0703050203000203" pitchFamily="34" charset="-78"/>
                          <a:ea typeface="+mn-ea"/>
                          <a:cs typeface="IBM Plex Sans Arabic SemiBold" panose="020B0703050203000203" pitchFamily="34" charset="-78"/>
                        </a:rPr>
                        <a:t>08:00</a:t>
                      </a: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600" b="1" kern="1200" dirty="0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IBM Plex Sans Arabic SemiBold" panose="020B0703050203000203" pitchFamily="34" charset="-78"/>
                          <a:ea typeface="+mn-ea"/>
                          <a:cs typeface="IBM Plex Sans Arabic SemiBold" panose="020B0703050203000203" pitchFamily="34" charset="-78"/>
                        </a:rPr>
                        <a:t>14:00</a:t>
                      </a:r>
                      <a:endParaRPr lang="vi-VN" sz="600" b="1" kern="1200" dirty="0">
                        <a:solidFill>
                          <a:schemeClr val="accent5">
                            <a:lumMod val="75000"/>
                          </a:schemeClr>
                        </a:solidFill>
                        <a:effectLst/>
                        <a:latin typeface="IBM Plex Sans Arabic SemiBold" panose="020B0703050203000203" pitchFamily="34" charset="-78"/>
                        <a:ea typeface="+mn-ea"/>
                        <a:cs typeface="IBM Plex Sans Arabic SemiBold" panose="020B0703050203000203" pitchFamily="34" charset="-78"/>
                      </a:endParaRPr>
                    </a:p>
                  </a:txBody>
                  <a:tcPr anchor="ctr">
                    <a:solidFill>
                      <a:srgbClr val="F1F5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600" b="1" kern="1200" dirty="0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IBM Plex Sans Arabic SemiBold" panose="020B0703050203000203" pitchFamily="34" charset="-78"/>
                          <a:ea typeface="+mn-ea"/>
                          <a:cs typeface="IBM Plex Sans Arabic SemiBold" panose="020B0703050203000203" pitchFamily="34" charset="-78"/>
                        </a:rPr>
                        <a:t>09:00</a:t>
                      </a: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600" b="1" kern="1200" dirty="0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IBM Plex Sans Arabic SemiBold" panose="020B0703050203000203" pitchFamily="34" charset="-78"/>
                          <a:ea typeface="+mn-ea"/>
                          <a:cs typeface="IBM Plex Sans Arabic SemiBold" panose="020B0703050203000203" pitchFamily="34" charset="-78"/>
                        </a:rPr>
                        <a:t>09:30</a:t>
                      </a:r>
                      <a:endParaRPr lang="vi-VN" sz="600" b="1" kern="1200" dirty="0">
                        <a:solidFill>
                          <a:schemeClr val="accent5">
                            <a:lumMod val="75000"/>
                          </a:schemeClr>
                        </a:solidFill>
                        <a:effectLst/>
                        <a:latin typeface="IBM Plex Sans Arabic SemiBold" panose="020B0703050203000203" pitchFamily="34" charset="-78"/>
                        <a:ea typeface="+mn-ea"/>
                        <a:cs typeface="IBM Plex Sans Arabic SemiBold" panose="020B0703050203000203" pitchFamily="34" charset="-78"/>
                      </a:endParaRPr>
                    </a:p>
                  </a:txBody>
                  <a:tcPr anchor="ctr">
                    <a:solidFill>
                      <a:srgbClr val="F1F5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600" b="1" kern="1200" dirty="0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IBM Plex Sans Arabic SemiBold" panose="020B0703050203000203" pitchFamily="34" charset="-78"/>
                          <a:ea typeface="+mn-ea"/>
                          <a:cs typeface="IBM Plex Sans Arabic SemiBold" panose="020B0703050203000203" pitchFamily="34" charset="-78"/>
                        </a:rPr>
                        <a:t>11:00</a:t>
                      </a:r>
                      <a:endParaRPr lang="vi-VN" sz="600" b="1" kern="1200" dirty="0">
                        <a:solidFill>
                          <a:schemeClr val="accent5">
                            <a:lumMod val="75000"/>
                          </a:schemeClr>
                        </a:solidFill>
                        <a:effectLst/>
                        <a:latin typeface="IBM Plex Sans Arabic SemiBold" panose="020B0703050203000203" pitchFamily="34" charset="-78"/>
                        <a:ea typeface="+mn-ea"/>
                        <a:cs typeface="IBM Plex Sans Arabic SemiBold" panose="020B0703050203000203" pitchFamily="34" charset="-78"/>
                      </a:endParaRPr>
                    </a:p>
                  </a:txBody>
                  <a:tcPr anchor="ctr">
                    <a:solidFill>
                      <a:srgbClr val="F1F5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7538822"/>
                  </a:ext>
                </a:extLst>
              </a:tr>
            </a:tbl>
          </a:graphicData>
        </a:graphic>
      </p:graphicFrame>
      <p:sp>
        <p:nvSpPr>
          <p:cNvPr id="3" name="BJPseudoFooter">
            <a:extLst>
              <a:ext uri="{FF2B5EF4-FFF2-40B4-BE49-F238E27FC236}">
                <a16:creationId xmlns:a16="http://schemas.microsoft.com/office/drawing/2014/main" id="{D7BBB0BE-8D54-9074-39C2-C251F8197782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3386140" y="10445592"/>
            <a:ext cx="787395" cy="246221"/>
          </a:xfrm>
          <a:prstGeom prst="rect">
            <a:avLst/>
          </a:prstGeom>
          <a:noFill/>
        </p:spPr>
        <p:txBody>
          <a:bodyPr vert="horz" wrap="none" rtlCol="0">
            <a:spAutoFit/>
          </a:bodyPr>
          <a:lstStyle/>
          <a:p>
            <a:pPr algn="ctr"/>
            <a:r>
              <a:rPr lang="en-US" sz="1000">
                <a:solidFill>
                  <a:srgbClr val="000000"/>
                </a:solidFill>
                <a:latin typeface="Times New Roman" panose="02020603050405020304" pitchFamily="18" charset="0"/>
              </a:rPr>
              <a:t>Public    </a:t>
            </a:r>
            <a:r>
              <a:rPr lang="ar-SA" sz="1000">
                <a:solidFill>
                  <a:srgbClr val="000000"/>
                </a:solidFill>
                <a:latin typeface="Times New Roman" panose="02020603050405020304" pitchFamily="18" charset="0"/>
              </a:rPr>
              <a:t>عام</a:t>
            </a:r>
            <a:endParaRPr lang="en-US" sz="10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4012760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مستطيل 51">
            <a:extLst>
              <a:ext uri="{FF2B5EF4-FFF2-40B4-BE49-F238E27FC236}">
                <a16:creationId xmlns:a16="http://schemas.microsoft.com/office/drawing/2014/main" id="{94FDB1D4-D805-4263-B906-90C40D547D0C}"/>
              </a:ext>
            </a:extLst>
          </p:cNvPr>
          <p:cNvSpPr/>
          <p:nvPr/>
        </p:nvSpPr>
        <p:spPr>
          <a:xfrm>
            <a:off x="142875" y="833115"/>
            <a:ext cx="7188356" cy="327417"/>
          </a:xfrm>
          <a:prstGeom prst="rect">
            <a:avLst/>
          </a:prstGeom>
          <a:solidFill>
            <a:srgbClr val="2163CB"/>
          </a:solidFill>
          <a:ln>
            <a:solidFill>
              <a:srgbClr val="006EB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r" rtl="1"/>
            <a:r>
              <a:rPr lang="ar-SA" b="1" dirty="0">
                <a:latin typeface="IBM Plex Sans Arabic SemiBold" panose="020B0503050203000203" pitchFamily="34" charset="-78"/>
                <a:cs typeface="IBM Plex Sans Arabic SemiBold" panose="020B0503050203000203" pitchFamily="34" charset="-78"/>
              </a:rPr>
              <a:t>جـــــــــــــــــــــــدول الـــــــــــــــــــــــدورات الأســــــــــبــــــــــوعـــــــــــــــــــــــــــــــــــــــــــــي</a:t>
            </a:r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4729E265-7E24-CEDC-CD73-0A1EABAEDEE7}"/>
              </a:ext>
            </a:extLst>
          </p:cNvPr>
          <p:cNvGraphicFramePr>
            <a:graphicFrameLocks noGrp="1"/>
          </p:cNvGraphicFramePr>
          <p:nvPr/>
        </p:nvGraphicFramePr>
        <p:xfrm>
          <a:off x="7841491" y="1373242"/>
          <a:ext cx="7002927" cy="441506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99574">
                  <a:extLst>
                    <a:ext uri="{9D8B030D-6E8A-4147-A177-3AD203B41FA5}">
                      <a16:colId xmlns:a16="http://schemas.microsoft.com/office/drawing/2014/main" val="726384040"/>
                    </a:ext>
                  </a:extLst>
                </a:gridCol>
                <a:gridCol w="648072">
                  <a:extLst>
                    <a:ext uri="{9D8B030D-6E8A-4147-A177-3AD203B41FA5}">
                      <a16:colId xmlns:a16="http://schemas.microsoft.com/office/drawing/2014/main" val="1355934814"/>
                    </a:ext>
                  </a:extLst>
                </a:gridCol>
                <a:gridCol w="648072">
                  <a:extLst>
                    <a:ext uri="{9D8B030D-6E8A-4147-A177-3AD203B41FA5}">
                      <a16:colId xmlns:a16="http://schemas.microsoft.com/office/drawing/2014/main" val="2062052948"/>
                    </a:ext>
                  </a:extLst>
                </a:gridCol>
                <a:gridCol w="881814">
                  <a:extLst>
                    <a:ext uri="{9D8B030D-6E8A-4147-A177-3AD203B41FA5}">
                      <a16:colId xmlns:a16="http://schemas.microsoft.com/office/drawing/2014/main" val="621713318"/>
                    </a:ext>
                  </a:extLst>
                </a:gridCol>
                <a:gridCol w="2718586">
                  <a:extLst>
                    <a:ext uri="{9D8B030D-6E8A-4147-A177-3AD203B41FA5}">
                      <a16:colId xmlns:a16="http://schemas.microsoft.com/office/drawing/2014/main" val="3340034655"/>
                    </a:ext>
                  </a:extLst>
                </a:gridCol>
                <a:gridCol w="1406809">
                  <a:extLst>
                    <a:ext uri="{9D8B030D-6E8A-4147-A177-3AD203B41FA5}">
                      <a16:colId xmlns:a16="http://schemas.microsoft.com/office/drawing/2014/main" val="3850417023"/>
                    </a:ext>
                  </a:extLst>
                </a:gridCol>
              </a:tblGrid>
              <a:tr h="414807">
                <a:tc>
                  <a:txBody>
                    <a:bodyPr/>
                    <a:lstStyle/>
                    <a:p>
                      <a:pPr marL="0" marR="0" lvl="0" indent="0" algn="ctr" defTabSz="56698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SA" sz="900" b="1" kern="1200" dirty="0">
                          <a:solidFill>
                            <a:schemeClr val="bg1"/>
                          </a:solidFill>
                          <a:latin typeface="SWCC 2-" panose="00000500000000000000" pitchFamily="2" charset="-78"/>
                          <a:ea typeface="+mn-ea"/>
                          <a:cs typeface="SWCC 2-" panose="00000500000000000000" pitchFamily="2" charset="-78"/>
                        </a:rPr>
                        <a:t>عدد المجموعات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566987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SA" sz="1000" b="1" kern="1200" dirty="0">
                          <a:solidFill>
                            <a:schemeClr val="bg1"/>
                          </a:solidFill>
                          <a:latin typeface="SWCC 2-" panose="00000500000000000000" pitchFamily="2" charset="-78"/>
                          <a:ea typeface="+mn-ea"/>
                          <a:cs typeface="SWCC 2-" panose="00000500000000000000" pitchFamily="2" charset="-78"/>
                        </a:rPr>
                        <a:t>عدد المتدربين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566987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SA" sz="1050" b="1" kern="1200" dirty="0">
                          <a:solidFill>
                            <a:schemeClr val="bg1"/>
                          </a:solidFill>
                          <a:latin typeface="SWCC 2-" panose="00000500000000000000" pitchFamily="2" charset="-78"/>
                          <a:ea typeface="+mn-ea"/>
                          <a:cs typeface="SWCC 2-" panose="00000500000000000000" pitchFamily="2" charset="-78"/>
                        </a:rPr>
                        <a:t>عدد البرامج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56698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SA" sz="1200" b="1" kern="1200" dirty="0">
                          <a:solidFill>
                            <a:schemeClr val="bg1"/>
                          </a:solidFill>
                          <a:latin typeface="SWCC 2-" panose="00000500000000000000" pitchFamily="2" charset="-78"/>
                          <a:ea typeface="+mn-ea"/>
                          <a:cs typeface="SWCC 2-" panose="00000500000000000000" pitchFamily="2" charset="-78"/>
                        </a:rPr>
                        <a:t>موقع التنفيذ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56698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SA" sz="1200" b="1" kern="1200" dirty="0">
                          <a:solidFill>
                            <a:schemeClr val="bg1"/>
                          </a:solidFill>
                          <a:latin typeface="SWCC 2-" panose="00000500000000000000" pitchFamily="2" charset="-78"/>
                          <a:ea typeface="+mn-ea"/>
                          <a:cs typeface="SWCC 2-" panose="00000500000000000000" pitchFamily="2" charset="-78"/>
                        </a:rPr>
                        <a:t>اسم البرنامج</a:t>
                      </a:r>
                    </a:p>
                    <a:p>
                      <a:pPr marL="0" marR="0" lvl="0" indent="0" algn="ctr" defTabSz="56698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ar-SA" sz="1200" b="1" kern="1200" dirty="0">
                        <a:solidFill>
                          <a:schemeClr val="bg1"/>
                        </a:solidFill>
                        <a:latin typeface="SWCC 2-" panose="00000500000000000000" pitchFamily="2" charset="-78"/>
                        <a:ea typeface="+mn-ea"/>
                        <a:cs typeface="SWCC 2-" panose="00000500000000000000" pitchFamily="2" charset="-7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566987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SA" sz="1200" b="1" kern="1200" dirty="0">
                          <a:solidFill>
                            <a:schemeClr val="bg1"/>
                          </a:solidFill>
                          <a:latin typeface="SWCC 2-" panose="00000500000000000000" pitchFamily="2" charset="-78"/>
                          <a:ea typeface="+mn-ea"/>
                          <a:cs typeface="SWCC 2-" panose="00000500000000000000" pitchFamily="2" charset="-78"/>
                        </a:rPr>
                        <a:t>الجهات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44208094"/>
                  </a:ext>
                </a:extLst>
              </a:tr>
              <a:tr h="419120">
                <a:tc>
                  <a:txBody>
                    <a:bodyPr/>
                    <a:lstStyle/>
                    <a:p>
                      <a:pPr algn="ctr" rtl="1"/>
                      <a:endParaRPr lang="ar-SA" sz="1200" dirty="0">
                        <a:solidFill>
                          <a:schemeClr val="accent6">
                            <a:lumMod val="10000"/>
                          </a:schemeClr>
                        </a:solidFill>
                        <a:latin typeface="SWCC 2-" panose="00000500000000000000" pitchFamily="2" charset="-78"/>
                        <a:cs typeface="SWCC 2-" panose="00000500000000000000" pitchFamily="2" charset="-7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1"/>
                      <a:endParaRPr lang="ar-SA" sz="1200" dirty="0">
                        <a:solidFill>
                          <a:schemeClr val="accent6">
                            <a:lumMod val="10000"/>
                          </a:schemeClr>
                        </a:solidFill>
                        <a:latin typeface="SWCC 2-" panose="00000500000000000000" pitchFamily="2" charset="-78"/>
                        <a:cs typeface="SWCC 2-" panose="00000500000000000000" pitchFamily="2" charset="-7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1"/>
                      <a:endParaRPr lang="ar-SA" sz="1200" dirty="0">
                        <a:solidFill>
                          <a:schemeClr val="accent6">
                            <a:lumMod val="10000"/>
                          </a:schemeClr>
                        </a:solidFill>
                        <a:latin typeface="SWCC 2-" panose="00000500000000000000" pitchFamily="2" charset="-78"/>
                        <a:cs typeface="SWCC 2-" panose="00000500000000000000" pitchFamily="2" charset="-7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1"/>
                      <a:endParaRPr lang="ar-SA" sz="1100" dirty="0">
                        <a:solidFill>
                          <a:schemeClr val="accent6">
                            <a:lumMod val="10000"/>
                          </a:schemeClr>
                        </a:solidFill>
                        <a:latin typeface="SWCC 2-" panose="00000500000000000000" pitchFamily="2" charset="-78"/>
                        <a:cs typeface="SWCC 2-" panose="00000500000000000000" pitchFamily="2" charset="-7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r" defTabSz="566987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ar-SA" sz="1100" kern="1200" dirty="0">
                        <a:solidFill>
                          <a:schemeClr val="accent6">
                            <a:lumMod val="10000"/>
                          </a:schemeClr>
                        </a:solidFill>
                        <a:latin typeface="SWCC 2-" panose="00000500000000000000" pitchFamily="2" charset="-78"/>
                        <a:ea typeface="+mn-ea"/>
                        <a:cs typeface="SWCC 2-" panose="00000500000000000000" pitchFamily="2" charset="-78"/>
                      </a:endParaRPr>
                    </a:p>
                  </a:txBody>
                  <a:tcPr anchor="ctr"/>
                </a:tc>
                <a:tc rowSpan="2">
                  <a:txBody>
                    <a:bodyPr/>
                    <a:lstStyle/>
                    <a:p>
                      <a:pPr marL="0" marR="0" lvl="0" indent="0" algn="r" defTabSz="566987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ar-SA" sz="1200" kern="1200" dirty="0">
                        <a:solidFill>
                          <a:schemeClr val="accent6">
                            <a:lumMod val="10000"/>
                          </a:schemeClr>
                        </a:solidFill>
                        <a:latin typeface="SWCC 2-" panose="00000500000000000000" pitchFamily="2" charset="-78"/>
                        <a:ea typeface="+mn-ea"/>
                        <a:cs typeface="SWCC 2-" panose="00000500000000000000" pitchFamily="2" charset="-78"/>
                      </a:endParaRPr>
                    </a:p>
                  </a:txBody>
                  <a:tcPr anchor="ctr">
                    <a:solidFill>
                      <a:srgbClr val="E9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32097651"/>
                  </a:ext>
                </a:extLst>
              </a:tr>
              <a:tr h="366788">
                <a:tc>
                  <a:txBody>
                    <a:bodyPr/>
                    <a:lstStyle/>
                    <a:p>
                      <a:pPr marL="0" algn="ctr" defTabSz="566987" rtl="0" eaLnBrk="1" latinLnBrk="0" hangingPunct="1"/>
                      <a:endParaRPr lang="ar-SA" sz="1200" dirty="0">
                        <a:solidFill>
                          <a:schemeClr val="accent6">
                            <a:lumMod val="10000"/>
                          </a:schemeClr>
                        </a:solidFill>
                        <a:latin typeface="SWCC 2-" panose="00000500000000000000" pitchFamily="2" charset="-78"/>
                        <a:cs typeface="SWCC 2-" panose="00000500000000000000" pitchFamily="2" charset="-7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566987" rtl="0" eaLnBrk="1" latinLnBrk="0" hangingPunct="1"/>
                      <a:endParaRPr lang="ar-SA" sz="1200" dirty="0">
                        <a:solidFill>
                          <a:schemeClr val="accent6">
                            <a:lumMod val="10000"/>
                          </a:schemeClr>
                        </a:solidFill>
                        <a:latin typeface="SWCC 2-" panose="00000500000000000000" pitchFamily="2" charset="-78"/>
                        <a:cs typeface="SWCC 2-" panose="00000500000000000000" pitchFamily="2" charset="-7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566987" rtl="0" eaLnBrk="1" latinLnBrk="0" hangingPunct="1"/>
                      <a:endParaRPr lang="ar-SA" sz="1200" dirty="0">
                        <a:solidFill>
                          <a:schemeClr val="accent6">
                            <a:lumMod val="10000"/>
                          </a:schemeClr>
                        </a:solidFill>
                        <a:latin typeface="SWCC 2-" panose="00000500000000000000" pitchFamily="2" charset="-78"/>
                        <a:cs typeface="SWCC 2-" panose="00000500000000000000" pitchFamily="2" charset="-7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566987" rtl="0" eaLnBrk="1" latinLnBrk="0" hangingPunct="1"/>
                      <a:endParaRPr lang="ar-SA" sz="1200" dirty="0">
                        <a:solidFill>
                          <a:schemeClr val="accent6">
                            <a:lumMod val="10000"/>
                          </a:schemeClr>
                        </a:solidFill>
                        <a:latin typeface="SWCC 2-" panose="00000500000000000000" pitchFamily="2" charset="-78"/>
                        <a:cs typeface="SWCC 2-" panose="00000500000000000000" pitchFamily="2" charset="-7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r" defTabSz="566987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ar-SA" sz="1100" kern="1200" dirty="0">
                        <a:solidFill>
                          <a:schemeClr val="accent6">
                            <a:lumMod val="10000"/>
                          </a:schemeClr>
                        </a:solidFill>
                        <a:latin typeface="SWCC 2-" panose="00000500000000000000" pitchFamily="2" charset="-78"/>
                        <a:ea typeface="+mn-ea"/>
                        <a:cs typeface="SWCC 2-" panose="00000500000000000000" pitchFamily="2" charset="-78"/>
                      </a:endParaRPr>
                    </a:p>
                  </a:txBody>
                  <a:tcPr anchor="ctr">
                    <a:solidFill>
                      <a:srgbClr val="E9EBF5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algn="l" defTabSz="566987" rtl="0" eaLnBrk="1" latinLnBrk="0" hangingPunct="1"/>
                      <a:endParaRPr lang="en-SA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81362945"/>
                  </a:ext>
                </a:extLst>
              </a:tr>
              <a:tr h="405936">
                <a:tc>
                  <a:txBody>
                    <a:bodyPr/>
                    <a:lstStyle/>
                    <a:p>
                      <a:pPr marL="0" algn="ctr" defTabSz="566987" rtl="0" eaLnBrk="1" latinLnBrk="0" hangingPunct="1"/>
                      <a:endParaRPr lang="ar-SA" sz="1200" dirty="0">
                        <a:solidFill>
                          <a:schemeClr val="accent6">
                            <a:lumMod val="10000"/>
                          </a:schemeClr>
                        </a:solidFill>
                        <a:latin typeface="SWCC 2-" panose="00000500000000000000" pitchFamily="2" charset="-78"/>
                        <a:cs typeface="SWCC 2-" panose="00000500000000000000" pitchFamily="2" charset="-7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566987" rtl="0" eaLnBrk="1" latinLnBrk="0" hangingPunct="1"/>
                      <a:endParaRPr lang="ar-SA" sz="1200" dirty="0">
                        <a:solidFill>
                          <a:schemeClr val="accent6">
                            <a:lumMod val="10000"/>
                          </a:schemeClr>
                        </a:solidFill>
                        <a:latin typeface="SWCC 2-" panose="00000500000000000000" pitchFamily="2" charset="-78"/>
                        <a:cs typeface="SWCC 2-" panose="00000500000000000000" pitchFamily="2" charset="-7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566987" rtl="0" eaLnBrk="1" latinLnBrk="0" hangingPunct="1"/>
                      <a:endParaRPr lang="ar-SA" sz="1200" dirty="0">
                        <a:solidFill>
                          <a:schemeClr val="accent6">
                            <a:lumMod val="10000"/>
                          </a:schemeClr>
                        </a:solidFill>
                        <a:latin typeface="SWCC 2-" panose="00000500000000000000" pitchFamily="2" charset="-78"/>
                        <a:cs typeface="SWCC 2-" panose="00000500000000000000" pitchFamily="2" charset="-7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566987" rtl="0" eaLnBrk="1" latinLnBrk="0" hangingPunct="1"/>
                      <a:endParaRPr lang="ar-SA" sz="1200" dirty="0">
                        <a:solidFill>
                          <a:schemeClr val="accent6">
                            <a:lumMod val="10000"/>
                          </a:schemeClr>
                        </a:solidFill>
                        <a:latin typeface="SWCC 2-" panose="00000500000000000000" pitchFamily="2" charset="-78"/>
                        <a:cs typeface="SWCC 2-" panose="00000500000000000000" pitchFamily="2" charset="-7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r" defTabSz="566987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ar-SA" sz="1100" kern="1200" dirty="0">
                        <a:solidFill>
                          <a:schemeClr val="accent6">
                            <a:lumMod val="10000"/>
                          </a:schemeClr>
                        </a:solidFill>
                        <a:latin typeface="SWCC 2-" panose="00000500000000000000" pitchFamily="2" charset="-78"/>
                        <a:ea typeface="+mn-ea"/>
                        <a:cs typeface="SWCC 2-" panose="00000500000000000000" pitchFamily="2" charset="-7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r" defTabSz="566987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ar-SA" sz="1100" kern="1200" dirty="0">
                        <a:solidFill>
                          <a:schemeClr val="accent6">
                            <a:lumMod val="10000"/>
                          </a:schemeClr>
                        </a:solidFill>
                        <a:latin typeface="SWCC 2-" panose="00000500000000000000" pitchFamily="2" charset="-78"/>
                        <a:ea typeface="+mn-ea"/>
                        <a:cs typeface="SWCC 2-" panose="00000500000000000000" pitchFamily="2" charset="-78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99784578"/>
                  </a:ext>
                </a:extLst>
              </a:tr>
              <a:tr h="372480">
                <a:tc>
                  <a:txBody>
                    <a:bodyPr/>
                    <a:lstStyle/>
                    <a:p>
                      <a:pPr marL="0" algn="ctr" defTabSz="566987" rtl="0" eaLnBrk="1" latinLnBrk="0" hangingPunct="1"/>
                      <a:endParaRPr lang="ar-SA" sz="1200" dirty="0">
                        <a:solidFill>
                          <a:schemeClr val="accent6">
                            <a:lumMod val="10000"/>
                          </a:schemeClr>
                        </a:solidFill>
                        <a:latin typeface="SWCC 2-" panose="00000500000000000000" pitchFamily="2" charset="-78"/>
                        <a:cs typeface="SWCC 2-" panose="00000500000000000000" pitchFamily="2" charset="-7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566987" rtl="0" eaLnBrk="1" latinLnBrk="0" hangingPunct="1"/>
                      <a:endParaRPr lang="ar-SA" sz="1200" dirty="0">
                        <a:solidFill>
                          <a:schemeClr val="accent6">
                            <a:lumMod val="10000"/>
                          </a:schemeClr>
                        </a:solidFill>
                        <a:latin typeface="SWCC 2-" panose="00000500000000000000" pitchFamily="2" charset="-78"/>
                        <a:cs typeface="SWCC 2-" panose="00000500000000000000" pitchFamily="2" charset="-7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1"/>
                      <a:endParaRPr lang="ar-SA" sz="1200" dirty="0">
                        <a:solidFill>
                          <a:schemeClr val="accent6">
                            <a:lumMod val="10000"/>
                          </a:schemeClr>
                        </a:solidFill>
                        <a:latin typeface="SWCC 2-" panose="00000500000000000000" pitchFamily="2" charset="-78"/>
                        <a:cs typeface="SWCC 2-" panose="00000500000000000000" pitchFamily="2" charset="-7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1"/>
                      <a:endParaRPr lang="ar-SA" sz="1200" dirty="0">
                        <a:solidFill>
                          <a:schemeClr val="accent6">
                            <a:lumMod val="10000"/>
                          </a:schemeClr>
                        </a:solidFill>
                        <a:latin typeface="SWCC 2-" panose="00000500000000000000" pitchFamily="2" charset="-78"/>
                        <a:cs typeface="SWCC 2-" panose="00000500000000000000" pitchFamily="2" charset="-7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r" defTabSz="566987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ar-SA" sz="1100" kern="1200" dirty="0">
                        <a:solidFill>
                          <a:schemeClr val="accent6">
                            <a:lumMod val="10000"/>
                          </a:schemeClr>
                        </a:solidFill>
                        <a:latin typeface="SWCC 2-" panose="00000500000000000000" pitchFamily="2" charset="-78"/>
                        <a:ea typeface="+mn-ea"/>
                        <a:cs typeface="SWCC 2-" panose="00000500000000000000" pitchFamily="2" charset="-7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r" defTabSz="566987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ar-SA" sz="1200" kern="1200" dirty="0">
                        <a:solidFill>
                          <a:schemeClr val="accent6">
                            <a:lumMod val="10000"/>
                          </a:schemeClr>
                        </a:solidFill>
                        <a:latin typeface="SWCC 2-" panose="00000500000000000000" pitchFamily="2" charset="-78"/>
                        <a:ea typeface="+mn-ea"/>
                        <a:cs typeface="SWCC 2-" panose="00000500000000000000" pitchFamily="2" charset="-78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81346696"/>
                  </a:ext>
                </a:extLst>
              </a:tr>
              <a:tr h="373752">
                <a:tc>
                  <a:txBody>
                    <a:bodyPr/>
                    <a:lstStyle/>
                    <a:p>
                      <a:pPr marL="0" algn="ctr" defTabSz="566987" rtl="1" eaLnBrk="1" latinLnBrk="0" hangingPunct="1"/>
                      <a:endParaRPr lang="ar-SA" sz="1200" dirty="0">
                        <a:solidFill>
                          <a:schemeClr val="accent6">
                            <a:lumMod val="10000"/>
                          </a:schemeClr>
                        </a:solidFill>
                        <a:latin typeface="SWCC 2-" panose="00000500000000000000" pitchFamily="2" charset="-78"/>
                        <a:cs typeface="SWCC 2-" panose="00000500000000000000" pitchFamily="2" charset="-7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566987" rtl="0" eaLnBrk="1" latinLnBrk="0" hangingPunct="1"/>
                      <a:endParaRPr lang="ar-SA" sz="1200" dirty="0">
                        <a:solidFill>
                          <a:schemeClr val="accent6">
                            <a:lumMod val="10000"/>
                          </a:schemeClr>
                        </a:solidFill>
                        <a:latin typeface="SWCC 2-" panose="00000500000000000000" pitchFamily="2" charset="-78"/>
                        <a:cs typeface="SWCC 2-" panose="00000500000000000000" pitchFamily="2" charset="-7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1"/>
                      <a:endParaRPr lang="ar-SA" sz="1200" dirty="0">
                        <a:solidFill>
                          <a:schemeClr val="accent6">
                            <a:lumMod val="10000"/>
                          </a:schemeClr>
                        </a:solidFill>
                        <a:latin typeface="SWCC 2-" panose="00000500000000000000" pitchFamily="2" charset="-78"/>
                        <a:cs typeface="SWCC 2-" panose="00000500000000000000" pitchFamily="2" charset="-7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1"/>
                      <a:endParaRPr lang="ar-SA" sz="1200" dirty="0">
                        <a:solidFill>
                          <a:schemeClr val="accent6">
                            <a:lumMod val="10000"/>
                          </a:schemeClr>
                        </a:solidFill>
                        <a:latin typeface="SWCC 2-" panose="00000500000000000000" pitchFamily="2" charset="-78"/>
                        <a:cs typeface="SWCC 2-" panose="00000500000000000000" pitchFamily="2" charset="-7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r" defTabSz="566987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ar-SA" sz="1100" kern="1200" dirty="0">
                        <a:solidFill>
                          <a:schemeClr val="accent6">
                            <a:lumMod val="10000"/>
                          </a:schemeClr>
                        </a:solidFill>
                        <a:latin typeface="SWCC 2-" panose="00000500000000000000" pitchFamily="2" charset="-78"/>
                        <a:ea typeface="+mn-ea"/>
                        <a:cs typeface="SWCC 2-" panose="00000500000000000000" pitchFamily="2" charset="-7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r" defTabSz="566987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ar-SA" sz="1200" kern="1200" dirty="0">
                        <a:solidFill>
                          <a:schemeClr val="accent6">
                            <a:lumMod val="10000"/>
                          </a:schemeClr>
                        </a:solidFill>
                        <a:latin typeface="SWCC 2-" panose="00000500000000000000" pitchFamily="2" charset="-78"/>
                        <a:ea typeface="+mn-ea"/>
                        <a:cs typeface="SWCC 2-" panose="00000500000000000000" pitchFamily="2" charset="-78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1043714"/>
                  </a:ext>
                </a:extLst>
              </a:tr>
              <a:tr h="387153">
                <a:tc>
                  <a:txBody>
                    <a:bodyPr/>
                    <a:lstStyle/>
                    <a:p>
                      <a:pPr marL="0" algn="ctr" defTabSz="566987" rtl="0" eaLnBrk="1" latinLnBrk="0" hangingPunct="1"/>
                      <a:endParaRPr lang="en-US" sz="1200" dirty="0">
                        <a:solidFill>
                          <a:schemeClr val="accent6">
                            <a:lumMod val="10000"/>
                          </a:schemeClr>
                        </a:solidFill>
                        <a:latin typeface="SWCC 2-" panose="00000500000000000000" pitchFamily="2" charset="-78"/>
                        <a:cs typeface="SWCC 2-" panose="00000500000000000000" pitchFamily="2" charset="-7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566987" rtl="1" eaLnBrk="1" latinLnBrk="0" hangingPunct="1"/>
                      <a:endParaRPr lang="en-US" sz="1200" dirty="0">
                        <a:solidFill>
                          <a:schemeClr val="accent6">
                            <a:lumMod val="10000"/>
                          </a:schemeClr>
                        </a:solidFill>
                        <a:latin typeface="SWCC 2-" panose="00000500000000000000" pitchFamily="2" charset="-78"/>
                        <a:cs typeface="SWCC 2-" panose="00000500000000000000" pitchFamily="2" charset="-7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566987" rtl="0" eaLnBrk="1" latinLnBrk="0" hangingPunct="1"/>
                      <a:endParaRPr lang="ar-SA" sz="1200" dirty="0">
                        <a:solidFill>
                          <a:schemeClr val="accent6">
                            <a:lumMod val="10000"/>
                          </a:schemeClr>
                        </a:solidFill>
                        <a:latin typeface="SWCC 2-" panose="00000500000000000000" pitchFamily="2" charset="-78"/>
                        <a:cs typeface="SWCC 2-" panose="00000500000000000000" pitchFamily="2" charset="-7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566987" rtl="0" eaLnBrk="1" latinLnBrk="0" hangingPunct="1"/>
                      <a:endParaRPr lang="ar-SA" sz="1200" dirty="0">
                        <a:solidFill>
                          <a:schemeClr val="accent6">
                            <a:lumMod val="10000"/>
                          </a:schemeClr>
                        </a:solidFill>
                        <a:latin typeface="SWCC 2-" panose="00000500000000000000" pitchFamily="2" charset="-78"/>
                        <a:cs typeface="SWCC 2-" panose="00000500000000000000" pitchFamily="2" charset="-7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r" defTabSz="566987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ar-SA" sz="1100" kern="1200" dirty="0">
                        <a:solidFill>
                          <a:schemeClr val="accent6">
                            <a:lumMod val="10000"/>
                          </a:schemeClr>
                        </a:solidFill>
                        <a:latin typeface="SWCC 2-" panose="00000500000000000000" pitchFamily="2" charset="-78"/>
                        <a:ea typeface="+mn-ea"/>
                        <a:cs typeface="SWCC 2-" panose="00000500000000000000" pitchFamily="2" charset="-78"/>
                      </a:endParaRPr>
                    </a:p>
                  </a:txBody>
                  <a:tcPr anchor="ctr"/>
                </a:tc>
                <a:tc rowSpan="3">
                  <a:txBody>
                    <a:bodyPr/>
                    <a:lstStyle/>
                    <a:p>
                      <a:pPr marL="0" marR="0" lvl="0" indent="0" algn="r" defTabSz="566987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ar-SA" sz="1200" kern="1200" dirty="0">
                        <a:solidFill>
                          <a:schemeClr val="accent6">
                            <a:lumMod val="10000"/>
                          </a:schemeClr>
                        </a:solidFill>
                        <a:latin typeface="SWCC 2-" panose="00000500000000000000" pitchFamily="2" charset="-78"/>
                        <a:ea typeface="+mn-ea"/>
                        <a:cs typeface="SWCC 2-" panose="00000500000000000000" pitchFamily="2" charset="-78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78766192"/>
                  </a:ext>
                </a:extLst>
              </a:tr>
              <a:tr h="387153">
                <a:tc>
                  <a:txBody>
                    <a:bodyPr/>
                    <a:lstStyle/>
                    <a:p>
                      <a:pPr marL="0" algn="ctr" defTabSz="566987" rtl="0" eaLnBrk="1" latinLnBrk="0" hangingPunct="1"/>
                      <a:endParaRPr lang="en-US" sz="1200" dirty="0">
                        <a:solidFill>
                          <a:schemeClr val="accent6">
                            <a:lumMod val="10000"/>
                          </a:schemeClr>
                        </a:solidFill>
                        <a:latin typeface="SWCC 2-" panose="00000500000000000000" pitchFamily="2" charset="-78"/>
                        <a:cs typeface="SWCC 2-" panose="00000500000000000000" pitchFamily="2" charset="-7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566987" rtl="1" eaLnBrk="1" latinLnBrk="0" hangingPunct="1"/>
                      <a:endParaRPr lang="en-US" sz="1200" dirty="0">
                        <a:solidFill>
                          <a:schemeClr val="accent6">
                            <a:lumMod val="10000"/>
                          </a:schemeClr>
                        </a:solidFill>
                        <a:latin typeface="SWCC 2-" panose="00000500000000000000" pitchFamily="2" charset="-78"/>
                        <a:cs typeface="SWCC 2-" panose="00000500000000000000" pitchFamily="2" charset="-7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566987" rtl="0" eaLnBrk="1" latinLnBrk="0" hangingPunct="1"/>
                      <a:endParaRPr lang="ar-SA" sz="1200" dirty="0">
                        <a:solidFill>
                          <a:schemeClr val="accent6">
                            <a:lumMod val="10000"/>
                          </a:schemeClr>
                        </a:solidFill>
                        <a:latin typeface="SWCC 2-" panose="00000500000000000000" pitchFamily="2" charset="-78"/>
                        <a:cs typeface="SWCC 2-" panose="00000500000000000000" pitchFamily="2" charset="-7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566987" rtl="0" eaLnBrk="1" latinLnBrk="0" hangingPunct="1"/>
                      <a:endParaRPr lang="ar-SA" sz="1200" dirty="0">
                        <a:solidFill>
                          <a:schemeClr val="accent6">
                            <a:lumMod val="10000"/>
                          </a:schemeClr>
                        </a:solidFill>
                        <a:latin typeface="SWCC 2-" panose="00000500000000000000" pitchFamily="2" charset="-78"/>
                        <a:cs typeface="SWCC 2-" panose="00000500000000000000" pitchFamily="2" charset="-7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r" defTabSz="566987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ar-SA" sz="1100" kern="1200" dirty="0">
                        <a:solidFill>
                          <a:schemeClr val="accent6">
                            <a:lumMod val="10000"/>
                          </a:schemeClr>
                        </a:solidFill>
                        <a:latin typeface="SWCC 2-" panose="00000500000000000000" pitchFamily="2" charset="-78"/>
                        <a:ea typeface="+mn-ea"/>
                        <a:cs typeface="SWCC 2-" panose="00000500000000000000" pitchFamily="2" charset="-78"/>
                      </a:endParaRP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marL="0" marR="0" lvl="0" indent="0" algn="r" defTabSz="566987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ar-SA" sz="1200" kern="1200" dirty="0">
                        <a:solidFill>
                          <a:schemeClr val="accent6">
                            <a:lumMod val="10000"/>
                          </a:schemeClr>
                        </a:solidFill>
                        <a:latin typeface="SWCC 2-" panose="00000500000000000000" pitchFamily="2" charset="-78"/>
                        <a:ea typeface="+mn-ea"/>
                        <a:cs typeface="SWCC 2-" panose="00000500000000000000" pitchFamily="2" charset="-78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15033260"/>
                  </a:ext>
                </a:extLst>
              </a:tr>
              <a:tr h="336455">
                <a:tc>
                  <a:txBody>
                    <a:bodyPr/>
                    <a:lstStyle/>
                    <a:p>
                      <a:pPr marL="0" algn="ctr" defTabSz="566987" rtl="0" eaLnBrk="1" latinLnBrk="0" hangingPunct="1"/>
                      <a:endParaRPr lang="en-US" sz="1200" dirty="0">
                        <a:solidFill>
                          <a:schemeClr val="accent6">
                            <a:lumMod val="10000"/>
                          </a:schemeClr>
                        </a:solidFill>
                        <a:latin typeface="SWCC 2-" panose="00000500000000000000" pitchFamily="2" charset="-78"/>
                        <a:cs typeface="SWCC 2-" panose="00000500000000000000" pitchFamily="2" charset="-7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566987" rtl="1" eaLnBrk="1" latinLnBrk="0" hangingPunct="1"/>
                      <a:endParaRPr lang="en-US" sz="1200" dirty="0">
                        <a:solidFill>
                          <a:schemeClr val="accent6">
                            <a:lumMod val="10000"/>
                          </a:schemeClr>
                        </a:solidFill>
                        <a:latin typeface="SWCC 2-" panose="00000500000000000000" pitchFamily="2" charset="-78"/>
                        <a:cs typeface="SWCC 2-" panose="00000500000000000000" pitchFamily="2" charset="-7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566987" rtl="0" eaLnBrk="1" latinLnBrk="0" hangingPunct="1"/>
                      <a:endParaRPr lang="ar-SA" sz="1200" dirty="0">
                        <a:solidFill>
                          <a:schemeClr val="accent6">
                            <a:lumMod val="10000"/>
                          </a:schemeClr>
                        </a:solidFill>
                        <a:latin typeface="SWCC 2-" panose="00000500000000000000" pitchFamily="2" charset="-78"/>
                        <a:cs typeface="SWCC 2-" panose="00000500000000000000" pitchFamily="2" charset="-7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566987" rtl="0" eaLnBrk="1" latinLnBrk="0" hangingPunct="1"/>
                      <a:endParaRPr lang="ar-SA" sz="1200" dirty="0">
                        <a:solidFill>
                          <a:schemeClr val="accent6">
                            <a:lumMod val="10000"/>
                          </a:schemeClr>
                        </a:solidFill>
                        <a:latin typeface="SWCC 2-" panose="00000500000000000000" pitchFamily="2" charset="-78"/>
                        <a:cs typeface="SWCC 2-" panose="00000500000000000000" pitchFamily="2" charset="-7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r" defTabSz="566987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ar-SA" sz="1100" kern="1200" dirty="0">
                        <a:solidFill>
                          <a:schemeClr val="accent6">
                            <a:lumMod val="10000"/>
                          </a:schemeClr>
                        </a:solidFill>
                        <a:latin typeface="SWCC 2-" panose="00000500000000000000" pitchFamily="2" charset="-78"/>
                        <a:ea typeface="+mn-ea"/>
                        <a:cs typeface="SWCC 2-" panose="00000500000000000000" pitchFamily="2" charset="-78"/>
                      </a:endParaRP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endParaRPr lang="en-SA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4256613"/>
                  </a:ext>
                </a:extLst>
              </a:tr>
              <a:tr h="414402">
                <a:tc>
                  <a:txBody>
                    <a:bodyPr/>
                    <a:lstStyle/>
                    <a:p>
                      <a:pPr algn="ctr" rtl="1"/>
                      <a:endParaRPr lang="en-US" sz="1200" dirty="0">
                        <a:solidFill>
                          <a:schemeClr val="accent6">
                            <a:lumMod val="10000"/>
                          </a:schemeClr>
                        </a:solidFill>
                        <a:latin typeface="SWCC 2-" panose="00000500000000000000" pitchFamily="2" charset="-78"/>
                        <a:cs typeface="SWCC 2-" panose="00000500000000000000" pitchFamily="2" charset="-7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1"/>
                      <a:endParaRPr lang="en-US" sz="1200" dirty="0">
                        <a:solidFill>
                          <a:schemeClr val="accent6">
                            <a:lumMod val="10000"/>
                          </a:schemeClr>
                        </a:solidFill>
                        <a:latin typeface="SWCC 2-" panose="00000500000000000000" pitchFamily="2" charset="-78"/>
                        <a:cs typeface="SWCC 2-" panose="00000500000000000000" pitchFamily="2" charset="-7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1"/>
                      <a:endParaRPr lang="ar-SA" sz="1200" dirty="0">
                        <a:solidFill>
                          <a:schemeClr val="accent6">
                            <a:lumMod val="10000"/>
                          </a:schemeClr>
                        </a:solidFill>
                        <a:latin typeface="SWCC 2-" panose="00000500000000000000" pitchFamily="2" charset="-78"/>
                        <a:cs typeface="SWCC 2-" panose="00000500000000000000" pitchFamily="2" charset="-7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1"/>
                      <a:endParaRPr lang="ar-SA" sz="1200" dirty="0">
                        <a:solidFill>
                          <a:schemeClr val="accent6">
                            <a:lumMod val="10000"/>
                          </a:schemeClr>
                        </a:solidFill>
                        <a:latin typeface="SWCC 2-" panose="00000500000000000000" pitchFamily="2" charset="-78"/>
                        <a:cs typeface="SWCC 2-" panose="00000500000000000000" pitchFamily="2" charset="-7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r" defTabSz="566987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ar-SA" sz="1100" kern="1200" dirty="0">
                        <a:solidFill>
                          <a:schemeClr val="accent6">
                            <a:lumMod val="10000"/>
                          </a:schemeClr>
                        </a:solidFill>
                        <a:latin typeface="SWCC 2-" panose="00000500000000000000" pitchFamily="2" charset="-78"/>
                        <a:ea typeface="+mn-ea"/>
                        <a:cs typeface="SWCC 2-" panose="00000500000000000000" pitchFamily="2" charset="-7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r" defTabSz="566987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ar-SA" sz="1200" kern="1200" dirty="0">
                        <a:solidFill>
                          <a:schemeClr val="accent6">
                            <a:lumMod val="10000"/>
                          </a:schemeClr>
                        </a:solidFill>
                        <a:latin typeface="SWCC 2-" panose="00000500000000000000" pitchFamily="2" charset="-78"/>
                        <a:ea typeface="+mn-ea"/>
                        <a:cs typeface="SWCC 2-" panose="00000500000000000000" pitchFamily="2" charset="-78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4227489"/>
                  </a:ext>
                </a:extLst>
              </a:tr>
              <a:tr h="494622">
                <a:tc>
                  <a:txBody>
                    <a:bodyPr/>
                    <a:lstStyle/>
                    <a:p>
                      <a:pPr marL="0" algn="ctr" defTabSz="566987" rtl="0" eaLnBrk="1" latinLnBrk="0" hangingPunct="1"/>
                      <a:endParaRPr lang="ar-SA" sz="1200" b="1" i="0" dirty="0">
                        <a:solidFill>
                          <a:schemeClr val="accent6">
                            <a:lumMod val="10000"/>
                          </a:schemeClr>
                        </a:solidFill>
                        <a:latin typeface="SWCC 4- Bold" pitchFamily="2" charset="-78"/>
                        <a:cs typeface="SWCC 4- Bold" pitchFamily="2" charset="-78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566987" rtl="0" eaLnBrk="1" latinLnBrk="0" hangingPunct="1"/>
                      <a:endParaRPr lang="ar-SA" sz="1050" b="1" dirty="0">
                        <a:solidFill>
                          <a:schemeClr val="accent6">
                            <a:lumMod val="10000"/>
                          </a:schemeClr>
                        </a:solidFill>
                        <a:latin typeface="SWCC 2-" panose="00000500000000000000" pitchFamily="2" charset="-78"/>
                        <a:cs typeface="SWCC 2-" panose="00000500000000000000" pitchFamily="2" charset="-7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566987" rtl="0" eaLnBrk="1" latinLnBrk="0" hangingPunct="1"/>
                      <a:endParaRPr lang="en-US" sz="1100" b="1" dirty="0">
                        <a:solidFill>
                          <a:schemeClr val="accent6">
                            <a:lumMod val="10000"/>
                          </a:schemeClr>
                        </a:solidFill>
                        <a:latin typeface="SWCC 2-" panose="00000500000000000000" pitchFamily="2" charset="-78"/>
                        <a:cs typeface="SWCC 2-" panose="00000500000000000000" pitchFamily="2" charset="-7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566987" rtl="0" eaLnBrk="1" latinLnBrk="0" hangingPunct="1"/>
                      <a:endParaRPr lang="ar-SA" sz="1200" b="1" i="0" dirty="0">
                        <a:solidFill>
                          <a:schemeClr val="accent6">
                            <a:lumMod val="10000"/>
                          </a:schemeClr>
                        </a:solidFill>
                        <a:latin typeface="SWCC 4- Bold" pitchFamily="2" charset="-78"/>
                        <a:cs typeface="SWCC 4- Bold" pitchFamily="2" charset="-7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566987" rtl="0" eaLnBrk="1" latinLnBrk="0" hangingPunct="1"/>
                      <a:endParaRPr lang="ar-SA" sz="1200" b="1" i="0" dirty="0">
                        <a:solidFill>
                          <a:schemeClr val="accent6">
                            <a:lumMod val="10000"/>
                          </a:schemeClr>
                        </a:solidFill>
                        <a:latin typeface="SWCC 4- Bold" pitchFamily="2" charset="-78"/>
                        <a:cs typeface="SWCC 4- Bold" pitchFamily="2" charset="-78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566987" rtl="1" eaLnBrk="1" latinLnBrk="0" hangingPunct="1"/>
                      <a:endParaRPr lang="en-SA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846716"/>
                  </a:ext>
                </a:extLst>
              </a:tr>
            </a:tbl>
          </a:graphicData>
        </a:graphic>
      </p:graphicFrame>
      <p:sp>
        <p:nvSpPr>
          <p:cNvPr id="7" name="مستطيل 51">
            <a:extLst>
              <a:ext uri="{FF2B5EF4-FFF2-40B4-BE49-F238E27FC236}">
                <a16:creationId xmlns:a16="http://schemas.microsoft.com/office/drawing/2014/main" id="{85C85F93-0CCF-A11F-963D-E6368BCDA686}"/>
              </a:ext>
            </a:extLst>
          </p:cNvPr>
          <p:cNvSpPr/>
          <p:nvPr/>
        </p:nvSpPr>
        <p:spPr>
          <a:xfrm>
            <a:off x="142874" y="425649"/>
            <a:ext cx="7205347" cy="383753"/>
          </a:xfrm>
          <a:prstGeom prst="rect">
            <a:avLst/>
          </a:prstGeom>
          <a:solidFill>
            <a:srgbClr val="00349C"/>
          </a:solidFill>
          <a:ln>
            <a:solidFill>
              <a:srgbClr val="F8F8F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marL="0" algn="ctr" defTabSz="914400" rtl="1" eaLnBrk="1" latinLnBrk="0" hangingPunct="1"/>
            <a:endParaRPr lang="ar-SA" dirty="0"/>
          </a:p>
        </p:txBody>
      </p:sp>
      <p:sp>
        <p:nvSpPr>
          <p:cNvPr id="9" name="عنصر نائب للنص 2">
            <a:extLst>
              <a:ext uri="{FF2B5EF4-FFF2-40B4-BE49-F238E27FC236}">
                <a16:creationId xmlns:a16="http://schemas.microsoft.com/office/drawing/2014/main" id="{8E6C72DC-64E5-601E-34AD-F3E8E5FB902D}"/>
              </a:ext>
            </a:extLst>
          </p:cNvPr>
          <p:cNvSpPr txBox="1">
            <a:spLocks/>
          </p:cNvSpPr>
          <p:nvPr/>
        </p:nvSpPr>
        <p:spPr>
          <a:xfrm>
            <a:off x="1900921" y="473957"/>
            <a:ext cx="5450084" cy="287135"/>
          </a:xfrm>
          <a:prstGeom prst="rect">
            <a:avLst/>
          </a:prstGeom>
        </p:spPr>
        <p:txBody>
          <a:bodyPr anchor="ctr"/>
          <a:lstStyle>
            <a:lvl1pPr marL="0" indent="-141747" algn="r" defTabSz="567019" rtl="1" eaLnBrk="1" latinLnBrk="0" hangingPunct="1">
              <a:lnSpc>
                <a:spcPct val="90000"/>
              </a:lnSpc>
              <a:spcBef>
                <a:spcPts val="620"/>
              </a:spcBef>
              <a:buFont typeface="Arial" panose="020B0604020202020204" pitchFamily="34" charset="0"/>
              <a:buChar char="•"/>
              <a:defRPr sz="1736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25240" indent="-141747" algn="r" defTabSz="566987" rtl="1" eaLnBrk="1" latinLnBrk="0" hangingPunct="1">
              <a:lnSpc>
                <a:spcPct val="90000"/>
              </a:lnSpc>
              <a:spcBef>
                <a:spcPts val="310"/>
              </a:spcBef>
              <a:buFont typeface="Arial" panose="020B0604020202020204" pitchFamily="34" charset="0"/>
              <a:buChar char="•"/>
              <a:defRPr sz="14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08733" indent="-141747" algn="r" defTabSz="566987" rtl="1" eaLnBrk="1" latinLnBrk="0" hangingPunct="1">
              <a:lnSpc>
                <a:spcPct val="90000"/>
              </a:lnSpc>
              <a:spcBef>
                <a:spcPts val="310"/>
              </a:spcBef>
              <a:buFont typeface="Arial" panose="020B0604020202020204" pitchFamily="34" charset="0"/>
              <a:buChar char="•"/>
              <a:defRPr sz="12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50480" indent="0" algn="r" defTabSz="566987" rtl="1" eaLnBrk="1" latinLnBrk="0" hangingPunct="1">
              <a:lnSpc>
                <a:spcPct val="90000"/>
              </a:lnSpc>
              <a:spcBef>
                <a:spcPts val="310"/>
              </a:spcBef>
              <a:buFont typeface="Arial" panose="020B0604020202020204" pitchFamily="34" charset="0"/>
              <a:buNone/>
              <a:defRPr sz="111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33974" indent="0" algn="r" defTabSz="566987" rtl="1" eaLnBrk="1" latinLnBrk="0" hangingPunct="1">
              <a:lnSpc>
                <a:spcPct val="90000"/>
              </a:lnSpc>
              <a:spcBef>
                <a:spcPts val="310"/>
              </a:spcBef>
              <a:buFont typeface="Arial" panose="020B0604020202020204" pitchFamily="34" charset="0"/>
              <a:buNone/>
              <a:defRPr sz="111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59214" indent="-141747" algn="r" defTabSz="566987" rtl="1" eaLnBrk="1" latinLnBrk="0" hangingPunct="1">
              <a:lnSpc>
                <a:spcPct val="90000"/>
              </a:lnSpc>
              <a:spcBef>
                <a:spcPts val="310"/>
              </a:spcBef>
              <a:buFont typeface="Arial" panose="020B0604020202020204" pitchFamily="34" charset="0"/>
              <a:buChar char="•"/>
              <a:defRPr sz="111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42707" indent="-141747" algn="r" defTabSz="566987" rtl="1" eaLnBrk="1" latinLnBrk="0" hangingPunct="1">
              <a:lnSpc>
                <a:spcPct val="90000"/>
              </a:lnSpc>
              <a:spcBef>
                <a:spcPts val="310"/>
              </a:spcBef>
              <a:buFont typeface="Arial" panose="020B0604020202020204" pitchFamily="34" charset="0"/>
              <a:buChar char="•"/>
              <a:defRPr sz="111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26201" indent="-141747" algn="r" defTabSz="566987" rtl="1" eaLnBrk="1" latinLnBrk="0" hangingPunct="1">
              <a:lnSpc>
                <a:spcPct val="90000"/>
              </a:lnSpc>
              <a:spcBef>
                <a:spcPts val="310"/>
              </a:spcBef>
              <a:buFont typeface="Arial" panose="020B0604020202020204" pitchFamily="34" charset="0"/>
              <a:buChar char="•"/>
              <a:defRPr sz="111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09694" indent="-141747" algn="r" defTabSz="566987" rtl="1" eaLnBrk="1" latinLnBrk="0" hangingPunct="1">
              <a:lnSpc>
                <a:spcPct val="90000"/>
              </a:lnSpc>
              <a:spcBef>
                <a:spcPts val="310"/>
              </a:spcBef>
              <a:buFont typeface="Arial" panose="020B0604020202020204" pitchFamily="34" charset="0"/>
              <a:buChar char="•"/>
              <a:defRPr sz="111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0">
              <a:buFont typeface="Arial" panose="020B0604020202020204" pitchFamily="34" charset="0"/>
              <a:buNone/>
            </a:pPr>
            <a:r>
              <a:rPr lang="ar-SA" b="1" dirty="0">
                <a:solidFill>
                  <a:schemeClr val="bg1"/>
                </a:solidFill>
                <a:latin typeface="IBM Plex Sans Arabic" panose="020B0503050203000203" pitchFamily="34" charset="-78"/>
                <a:cs typeface="IBM Plex Sans Arabic" panose="020B0503050203000203" pitchFamily="34" charset="-78"/>
              </a:rPr>
              <a:t>خـــــطـــــــط الـــــتــــــــــــدريــــــــــــــــــــب الاســـــبــــــــــــــــوعـــــــــــــــــــــــــــــــــــــــــــــي</a:t>
            </a: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6CDE8821-1F1C-411E-BB77-CF25FFD29FF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89403726"/>
              </p:ext>
            </p:extLst>
          </p:nvPr>
        </p:nvGraphicFramePr>
        <p:xfrm>
          <a:off x="119874" y="1184245"/>
          <a:ext cx="7188355" cy="3288311"/>
        </p:xfrm>
        <a:graphic>
          <a:graphicData uri="http://schemas.openxmlformats.org/drawingml/2006/table">
            <a:tbl>
              <a:tblPr rtl="1" firstRow="1" bandRow="1">
                <a:tableStyleId>{073A0DAA-6AF3-43AB-8588-CEC1D06C72B9}</a:tableStyleId>
              </a:tblPr>
              <a:tblGrid>
                <a:gridCol w="2249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2947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7095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3027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11631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424156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511691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603627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456871">
                  <a:extLst>
                    <a:ext uri="{9D8B030D-6E8A-4147-A177-3AD203B41FA5}">
                      <a16:colId xmlns:a16="http://schemas.microsoft.com/office/drawing/2014/main" val="20016"/>
                    </a:ext>
                  </a:extLst>
                </a:gridCol>
              </a:tblGrid>
              <a:tr h="545111">
                <a:tc>
                  <a:txBody>
                    <a:bodyPr/>
                    <a:lstStyle/>
                    <a:p>
                      <a:pPr marL="0" marR="0" lvl="0" indent="0" algn="ctr" defTabSz="4572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SA" sz="1200" b="1" i="0" kern="1200" dirty="0">
                          <a:solidFill>
                            <a:schemeClr val="bg1"/>
                          </a:solidFill>
                          <a:effectLst/>
                          <a:latin typeface="IBM Plex Sans Arabic SemiBold" panose="020B0503050203000203" pitchFamily="34" charset="-78"/>
                          <a:cs typeface="IBM Plex Sans Arabic SemiBold" panose="020B0503050203000203" pitchFamily="34" charset="-78"/>
                        </a:rPr>
                        <a:t>اسم الدورة</a:t>
                      </a:r>
                    </a:p>
                    <a:p>
                      <a:pPr marL="0" marR="0" lvl="0" indent="0" algn="ctr" defTabSz="4572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b="1" i="0" kern="1200" dirty="0">
                          <a:solidFill>
                            <a:schemeClr val="bg1"/>
                          </a:solidFill>
                          <a:effectLst/>
                          <a:latin typeface="IBM Plex Sans Arabic SemiBold" panose="020B0503050203000203" pitchFamily="34" charset="-78"/>
                          <a:cs typeface="IBM Plex Sans Arabic SemiBold" panose="020B0503050203000203" pitchFamily="34" charset="-78"/>
                        </a:rPr>
                        <a:t>Course Name</a:t>
                      </a:r>
                      <a:endParaRPr lang="ar-SA" sz="1050" b="1" i="0" kern="1200" dirty="0">
                        <a:solidFill>
                          <a:schemeClr val="bg1"/>
                        </a:solidFill>
                        <a:effectLst/>
                        <a:latin typeface="IBM Plex Sans Arabic SemiBold" panose="020B0503050203000203" pitchFamily="34" charset="-78"/>
                        <a:ea typeface="+mn-ea"/>
                        <a:cs typeface="IBM Plex Sans Arabic SemiBold" panose="020B0503050203000203" pitchFamily="34" charset="-78"/>
                      </a:endParaRPr>
                    </a:p>
                  </a:txBody>
                  <a:tcPr anchor="ctr"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SA" sz="700" b="1" i="0" kern="1200" dirty="0">
                          <a:solidFill>
                            <a:schemeClr val="bg1"/>
                          </a:solidFill>
                          <a:effectLst/>
                          <a:latin typeface="IBM Plex Sans Arabic SemiBold" panose="020B0503050203000203" pitchFamily="34" charset="-78"/>
                          <a:cs typeface="IBM Plex Sans Arabic SemiBold" panose="020B0503050203000203" pitchFamily="34" charset="-78"/>
                        </a:rPr>
                        <a:t>رمز الدورة</a:t>
                      </a:r>
                      <a:endParaRPr lang="en-US" sz="700" b="1" i="0" kern="1200" dirty="0">
                        <a:solidFill>
                          <a:schemeClr val="bg1"/>
                        </a:solidFill>
                        <a:effectLst/>
                        <a:latin typeface="IBM Plex Sans Arabic SemiBold" panose="020B0503050203000203" pitchFamily="34" charset="-78"/>
                        <a:cs typeface="IBM Plex Sans Arabic SemiBold" panose="020B0503050203000203" pitchFamily="34" charset="-78"/>
                      </a:endParaRPr>
                    </a:p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600" b="1" i="0" kern="1200" dirty="0">
                          <a:solidFill>
                            <a:schemeClr val="bg1"/>
                          </a:solidFill>
                          <a:effectLst/>
                          <a:latin typeface="IBM Plex Sans Arabic SemiBold" panose="020B0503050203000203" pitchFamily="34" charset="-78"/>
                          <a:cs typeface="IBM Plex Sans Arabic SemiBold" panose="020B0503050203000203" pitchFamily="34" charset="-78"/>
                        </a:rPr>
                        <a:t>Code No</a:t>
                      </a:r>
                      <a:endParaRPr lang="en-US" sz="600" b="1" i="0" kern="1200" dirty="0">
                        <a:solidFill>
                          <a:schemeClr val="bg1"/>
                        </a:solidFill>
                        <a:effectLst/>
                        <a:latin typeface="IBM Plex Sans Arabic SemiBold" panose="020B0503050203000203" pitchFamily="34" charset="-78"/>
                        <a:ea typeface="+mn-ea"/>
                        <a:cs typeface="IBM Plex Sans Arabic SemiBold" panose="020B0503050203000203" pitchFamily="34" charset="-78"/>
                      </a:endParaRPr>
                    </a:p>
                  </a:txBody>
                  <a:tcPr anchor="ctr"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marL="635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ar-SA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IBM Plex Sans Arabic SemiBold" panose="020B0503050203000203" pitchFamily="34" charset="-78"/>
                          <a:cs typeface="IBM Plex Sans Arabic SemiBold" panose="020B0503050203000203" pitchFamily="34" charset="-78"/>
                        </a:rPr>
                        <a:t>الفتــرة</a:t>
                      </a:r>
                      <a:endParaRPr kumimoji="0" lang="ar-SA" sz="6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LnTx/>
                        <a:uFillTx/>
                        <a:latin typeface="IBM Plex Sans Arabic SemiBold" panose="020B0503050203000203" pitchFamily="34" charset="-78"/>
                        <a:cs typeface="IBM Plex Sans Arabic SemiBold" panose="020B0503050203000203" pitchFamily="34" charset="-78"/>
                      </a:endParaRPr>
                    </a:p>
                    <a:p>
                      <a:pPr marL="9525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vi-VN" sz="5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IBM Plex Sans Arabic SemiBold" panose="020B0503050203000203" pitchFamily="34" charset="-78"/>
                          <a:cs typeface="IBM Plex Sans Arabic SemiBold" panose="020B0503050203000203" pitchFamily="34" charset="-78"/>
                        </a:rPr>
                        <a:t>Duration</a:t>
                      </a:r>
                      <a:endParaRPr kumimoji="0" lang="vi-VN" sz="5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LnTx/>
                        <a:uFillTx/>
                        <a:latin typeface="IBM Plex Sans Arabic SemiBold" panose="020B0503050203000203" pitchFamily="34" charset="-78"/>
                        <a:ea typeface="SWCC 4- Bold" charset="0"/>
                        <a:cs typeface="IBM Plex Sans Arabic SemiBold" panose="020B0503050203000203" pitchFamily="34" charset="-78"/>
                      </a:endParaRPr>
                    </a:p>
                  </a:txBody>
                  <a:tcPr anchor="ctr"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SA" sz="1000" b="1" i="0" kern="1200" dirty="0">
                          <a:solidFill>
                            <a:schemeClr val="bg1"/>
                          </a:solidFill>
                          <a:effectLst/>
                          <a:latin typeface="IBM Plex Sans Arabic SemiBold" panose="020B0503050203000203" pitchFamily="34" charset="-78"/>
                          <a:cs typeface="IBM Plex Sans Arabic SemiBold" panose="020B0503050203000203" pitchFamily="34" charset="-78"/>
                        </a:rPr>
                        <a:t>اسم المدرب</a:t>
                      </a: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600" b="1" i="0" kern="1200" dirty="0">
                          <a:solidFill>
                            <a:schemeClr val="bg1"/>
                          </a:solidFill>
                          <a:effectLst/>
                          <a:latin typeface="IBM Plex Sans Arabic SemiBold" panose="020B0503050203000203" pitchFamily="34" charset="-78"/>
                          <a:cs typeface="IBM Plex Sans Arabic SemiBold" panose="020B0503050203000203" pitchFamily="34" charset="-78"/>
                        </a:rPr>
                        <a:t>Trainer name</a:t>
                      </a:r>
                      <a:endParaRPr lang="en-US" sz="600" b="1" i="0" kern="1200" dirty="0">
                        <a:solidFill>
                          <a:schemeClr val="bg1"/>
                        </a:solidFill>
                        <a:effectLst/>
                        <a:latin typeface="IBM Plex Sans Arabic SemiBold" panose="020B0503050203000203" pitchFamily="34" charset="-78"/>
                        <a:ea typeface="+mn-ea"/>
                        <a:cs typeface="IBM Plex Sans Arabic SemiBold" panose="020B0503050203000203" pitchFamily="34" charset="-78"/>
                      </a:endParaRPr>
                    </a:p>
                  </a:txBody>
                  <a:tcPr anchor="ctr"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SA" sz="500" b="1" i="0" kern="1200" dirty="0">
                          <a:solidFill>
                            <a:schemeClr val="bg1"/>
                          </a:solidFill>
                          <a:latin typeface="IBM Plex Sans Arabic SemiBold" panose="020B0503050203000203" pitchFamily="34" charset="-78"/>
                          <a:cs typeface="IBM Plex Sans Arabic SemiBold" panose="020B0503050203000203" pitchFamily="34" charset="-78"/>
                        </a:rPr>
                        <a:t>القاعة التدريبية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500" b="1" i="0" kern="1200" dirty="0">
                          <a:solidFill>
                            <a:schemeClr val="bg1"/>
                          </a:solidFill>
                          <a:latin typeface="IBM Plex Sans Arabic SemiBold" panose="020B0503050203000203" pitchFamily="34" charset="-78"/>
                          <a:cs typeface="IBM Plex Sans Arabic SemiBold" panose="020B0503050203000203" pitchFamily="34" charset="-78"/>
                        </a:rPr>
                        <a:t>Classroom</a:t>
                      </a:r>
                      <a:endParaRPr lang="en-US" sz="500" b="1" i="0" kern="1200" dirty="0">
                        <a:solidFill>
                          <a:schemeClr val="bg1"/>
                        </a:solidFill>
                        <a:latin typeface="IBM Plex Sans Arabic SemiBold" panose="020B0503050203000203" pitchFamily="34" charset="-78"/>
                        <a:ea typeface="SWCC 4- Bold" charset="0"/>
                        <a:cs typeface="IBM Plex Sans Arabic SemiBold" panose="020B0503050203000203" pitchFamily="34" charset="-78"/>
                      </a:endParaRPr>
                    </a:p>
                  </a:txBody>
                  <a:tcPr anchor="ctr"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SA" sz="600" b="1" i="0" kern="1200" dirty="0">
                          <a:solidFill>
                            <a:schemeClr val="bg1"/>
                          </a:solidFill>
                          <a:latin typeface="IBM Plex Sans Arabic SemiBold" panose="020B0503050203000203" pitchFamily="34" charset="-78"/>
                          <a:cs typeface="IBM Plex Sans Arabic SemiBold" panose="020B0503050203000203" pitchFamily="34" charset="-78"/>
                        </a:rPr>
                        <a:t>عدد المتدربين</a:t>
                      </a: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vi-VN" sz="500" b="1" i="0" kern="1200" dirty="0">
                          <a:solidFill>
                            <a:schemeClr val="bg1"/>
                          </a:solidFill>
                          <a:latin typeface="IBM Plex Sans Arabic SemiBold" panose="020B0503050203000203" pitchFamily="34" charset="-78"/>
                          <a:cs typeface="IBM Plex Sans Arabic SemiBold" panose="020B0503050203000203" pitchFamily="34" charset="-78"/>
                        </a:rPr>
                        <a:t>Trainees number</a:t>
                      </a:r>
                      <a:endParaRPr lang="vi-VN" sz="500" b="1" i="0" kern="1200" dirty="0">
                        <a:solidFill>
                          <a:schemeClr val="bg1"/>
                        </a:solidFill>
                        <a:latin typeface="IBM Plex Sans Arabic SemiBold" panose="020B0503050203000203" pitchFamily="34" charset="-78"/>
                        <a:ea typeface="SWCC 4- Bold" charset="0"/>
                        <a:cs typeface="IBM Plex Sans Arabic SemiBold" panose="020B0503050203000203" pitchFamily="34" charset="-78"/>
                      </a:endParaRPr>
                    </a:p>
                  </a:txBody>
                  <a:tcPr anchor="ctr"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SA" sz="600" b="1" i="0" kern="1200" dirty="0">
                          <a:solidFill>
                            <a:schemeClr val="bg1"/>
                          </a:solidFill>
                          <a:latin typeface="IBM Plex Sans Arabic SemiBold" panose="020B0503050203000203" pitchFamily="34" charset="-78"/>
                          <a:cs typeface="IBM Plex Sans Arabic SemiBold" panose="020B0503050203000203" pitchFamily="34" charset="-78"/>
                        </a:rPr>
                        <a:t>الوقت</a:t>
                      </a: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vi-VN" sz="600" b="1" i="0" kern="1200" dirty="0">
                          <a:solidFill>
                            <a:schemeClr val="bg1"/>
                          </a:solidFill>
                          <a:latin typeface="IBM Plex Sans Arabic SemiBold" panose="020B0503050203000203" pitchFamily="34" charset="-78"/>
                          <a:cs typeface="IBM Plex Sans Arabic SemiBold" panose="020B0503050203000203" pitchFamily="34" charset="-78"/>
                        </a:rPr>
                        <a:t>Time</a:t>
                      </a:r>
                      <a:endParaRPr lang="vi-VN" sz="600" b="1" i="0" kern="1200" dirty="0">
                        <a:solidFill>
                          <a:schemeClr val="bg1"/>
                        </a:solidFill>
                        <a:latin typeface="IBM Plex Sans Arabic SemiBold" panose="020B0503050203000203" pitchFamily="34" charset="-78"/>
                        <a:ea typeface="SWCC 4- Bold" charset="0"/>
                        <a:cs typeface="IBM Plex Sans Arabic SemiBold" panose="020B0503050203000203" pitchFamily="34" charset="-78"/>
                      </a:endParaRPr>
                    </a:p>
                  </a:txBody>
                  <a:tcPr anchor="ctr"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SA" sz="500" b="1" i="0" kern="1200" dirty="0">
                          <a:solidFill>
                            <a:schemeClr val="bg1"/>
                          </a:solidFill>
                          <a:latin typeface="IBM Plex Sans Arabic SemiBold" panose="020B0503050203000203" pitchFamily="34" charset="-78"/>
                          <a:cs typeface="IBM Plex Sans Arabic SemiBold" panose="020B0503050203000203" pitchFamily="34" charset="-78"/>
                        </a:rPr>
                        <a:t>وقت الراحة</a:t>
                      </a: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vi-VN" sz="400" b="1" i="0" kern="1200" dirty="0">
                          <a:solidFill>
                            <a:schemeClr val="bg1"/>
                          </a:solidFill>
                          <a:latin typeface="IBM Plex Sans Arabic SemiBold" panose="020B0503050203000203" pitchFamily="34" charset="-78"/>
                          <a:cs typeface="IBM Plex Sans Arabic SemiBold" panose="020B0503050203000203" pitchFamily="34" charset="-78"/>
                        </a:rPr>
                        <a:t>Break Time</a:t>
                      </a:r>
                      <a:endParaRPr lang="vi-VN" sz="400" b="1" i="0" kern="1200" dirty="0">
                        <a:solidFill>
                          <a:schemeClr val="bg1"/>
                        </a:solidFill>
                        <a:latin typeface="IBM Plex Sans Arabic SemiBold" panose="020B0503050203000203" pitchFamily="34" charset="-78"/>
                        <a:ea typeface="SWCC 4- Bold" charset="0"/>
                        <a:cs typeface="IBM Plex Sans Arabic SemiBold" panose="020B0503050203000203" pitchFamily="34" charset="-78"/>
                      </a:endParaRPr>
                    </a:p>
                  </a:txBody>
                  <a:tcPr anchor="ctr"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SA" sz="500" b="1" i="0" kern="1200" dirty="0">
                          <a:solidFill>
                            <a:schemeClr val="bg1"/>
                          </a:solidFill>
                          <a:latin typeface="IBM Plex Sans Arabic SemiBold" panose="020B0503050203000203" pitchFamily="34" charset="-78"/>
                          <a:cs typeface="IBM Plex Sans Arabic SemiBold" panose="020B0503050203000203" pitchFamily="34" charset="-78"/>
                        </a:rPr>
                        <a:t>وقت الاختبار</a:t>
                      </a: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vi-VN" sz="500" b="1" i="0" kern="1200" dirty="0">
                          <a:solidFill>
                            <a:schemeClr val="bg1"/>
                          </a:solidFill>
                          <a:latin typeface="IBM Plex Sans Arabic SemiBold" panose="020B0503050203000203" pitchFamily="34" charset="-78"/>
                          <a:cs typeface="IBM Plex Sans Arabic SemiBold" panose="020B0503050203000203" pitchFamily="34" charset="-78"/>
                        </a:rPr>
                        <a:t>Exam Time</a:t>
                      </a:r>
                      <a:endParaRPr lang="vi-VN" sz="500" b="1" i="0" kern="1200" dirty="0">
                        <a:solidFill>
                          <a:schemeClr val="bg1"/>
                        </a:solidFill>
                        <a:latin typeface="IBM Plex Sans Arabic SemiBold" panose="020B0503050203000203" pitchFamily="34" charset="-78"/>
                        <a:ea typeface="SWCC 4- Bold" charset="0"/>
                        <a:cs typeface="IBM Plex Sans Arabic SemiBold" panose="020B0503050203000203" pitchFamily="34" charset="-78"/>
                      </a:endParaRPr>
                    </a:p>
                  </a:txBody>
                  <a:tcPr anchor="ctr">
                    <a:solidFill>
                      <a:srgbClr val="4472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14060226"/>
                  </a:ext>
                </a:extLst>
              </a:tr>
              <a:tr h="355913">
                <a:tc>
                  <a:txBody>
                    <a:bodyPr/>
                    <a:lstStyle/>
                    <a:p>
                      <a:pPr marL="0" marR="0" lvl="0" indent="0" algn="ctr" defTabSz="4572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SA" sz="600" b="1" kern="1200" dirty="0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IBM Plex Sans Arabic SemiBold" panose="020B0703050203000203" pitchFamily="34" charset="-78"/>
                          <a:ea typeface="+mn-ea"/>
                          <a:cs typeface="IBM Plex Sans Arabic SemiBold" panose="020B0703050203000203" pitchFamily="34" charset="-78"/>
                        </a:rPr>
                        <a:t>تقنية التفريز والجلخ السطحي</a:t>
                      </a:r>
                      <a:endParaRPr lang="en-US" sz="600" b="1" kern="1200" dirty="0">
                        <a:solidFill>
                          <a:schemeClr val="accent5">
                            <a:lumMod val="75000"/>
                          </a:schemeClr>
                        </a:solidFill>
                        <a:effectLst/>
                        <a:latin typeface="IBM Plex Sans Arabic SemiBold" panose="020B0703050203000203" pitchFamily="34" charset="-78"/>
                        <a:ea typeface="+mn-ea"/>
                        <a:cs typeface="IBM Plex Sans Arabic SemiBold" panose="020B0703050203000203" pitchFamily="34" charset="-78"/>
                      </a:endParaRPr>
                    </a:p>
                    <a:p>
                      <a:pPr marL="0" marR="0" lvl="0" indent="0" algn="ctr" defTabSz="4572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600" b="1" kern="1200" dirty="0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IBM Plex Sans Arabic SemiBold" panose="020B0703050203000203" pitchFamily="34" charset="-78"/>
                          <a:ea typeface="+mn-ea"/>
                          <a:cs typeface="IBM Plex Sans Arabic SemiBold" panose="020B0703050203000203" pitchFamily="34" charset="-78"/>
                        </a:rPr>
                        <a:t>Surface Milling and Grinding Technology</a:t>
                      </a:r>
                    </a:p>
                    <a:p>
                      <a:pPr marL="0" marR="0" lvl="0" indent="0" algn="ctr" defTabSz="4572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600" b="1" kern="1200" dirty="0">
                          <a:solidFill>
                            <a:srgbClr val="7030A0"/>
                          </a:solidFill>
                          <a:effectLst/>
                          <a:latin typeface="IBM Plex Sans Arabic SemiBold" panose="020B0703050203000203" pitchFamily="34" charset="-78"/>
                          <a:ea typeface="+mn-ea"/>
                          <a:cs typeface="IBM Plex Sans Arabic SemiBold" panose="020B0703050203000203" pitchFamily="34" charset="-78"/>
                        </a:rPr>
                        <a:t>06/09/2026 to 24/09/2026</a:t>
                      </a:r>
                    </a:p>
                    <a:p>
                      <a:pPr marL="0" marR="0" lvl="0" indent="0" algn="ctr" defTabSz="4572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600" b="1" kern="1200" dirty="0">
                          <a:solidFill>
                            <a:srgbClr val="7030A0"/>
                          </a:solidFill>
                          <a:effectLst/>
                          <a:latin typeface="IBM Plex Sans Arabic SemiBold" panose="020B0703050203000203" pitchFamily="34" charset="-78"/>
                          <a:ea typeface="+mn-ea"/>
                          <a:cs typeface="IBM Plex Sans Arabic SemiBold" panose="020B0703050203000203" pitchFamily="34" charset="-78"/>
                        </a:rPr>
                        <a:t>KSB(Batch-1) </a:t>
                      </a:r>
                    </a:p>
                  </a:txBody>
                  <a:tcPr anchor="ctr">
                    <a:solidFill>
                      <a:srgbClr val="F1F5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600" b="1" kern="1200" dirty="0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IBM Plex Sans Arabic SemiBold" panose="020B0703050203000203" pitchFamily="34" charset="-78"/>
                          <a:ea typeface="+mn-ea"/>
                          <a:cs typeface="IBM Plex Sans Arabic SemiBold" panose="020B0703050203000203" pitchFamily="34" charset="-78"/>
                        </a:rPr>
                        <a:t>SMG511 </a:t>
                      </a:r>
                    </a:p>
                  </a:txBody>
                  <a:tcPr anchor="ctr">
                    <a:solidFill>
                      <a:srgbClr val="F1F5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600" b="1" kern="1200" dirty="0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IBM Plex Sans Arabic SemiBold" panose="020B0703050203000203" pitchFamily="34" charset="-78"/>
                          <a:ea typeface="+mn-ea"/>
                          <a:cs typeface="IBM Plex Sans Arabic SemiBold" panose="020B0703050203000203" pitchFamily="34" charset="-78"/>
                        </a:rPr>
                        <a:t>15</a:t>
                      </a: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600" b="1" kern="1200" dirty="0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IBM Plex Sans Arabic SemiBold" panose="020B0703050203000203" pitchFamily="34" charset="-78"/>
                          <a:ea typeface="+mn-ea"/>
                          <a:cs typeface="IBM Plex Sans Arabic SemiBold" panose="020B0703050203000203" pitchFamily="34" charset="-78"/>
                        </a:rPr>
                        <a:t>Days</a:t>
                      </a:r>
                      <a:endParaRPr lang="vi-VN" sz="600" b="1" kern="1200" dirty="0">
                        <a:solidFill>
                          <a:schemeClr val="accent5">
                            <a:lumMod val="75000"/>
                          </a:schemeClr>
                        </a:solidFill>
                        <a:effectLst/>
                        <a:latin typeface="IBM Plex Sans Arabic SemiBold" panose="020B0703050203000203" pitchFamily="34" charset="-78"/>
                        <a:ea typeface="+mn-ea"/>
                        <a:cs typeface="IBM Plex Sans Arabic SemiBold" panose="020B0703050203000203" pitchFamily="34" charset="-78"/>
                      </a:endParaRPr>
                    </a:p>
                  </a:txBody>
                  <a:tcPr anchor="ctr">
                    <a:solidFill>
                      <a:srgbClr val="F1F5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600" b="1" kern="1200" dirty="0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IBM Plex Sans Arabic SemiBold" panose="020B0703050203000203" pitchFamily="34" charset="-78"/>
                          <a:ea typeface="+mn-ea"/>
                          <a:cs typeface="IBM Plex Sans Arabic SemiBold" panose="020B0703050203000203" pitchFamily="34" charset="-78"/>
                        </a:rPr>
                        <a:t>Mohammad </a:t>
                      </a:r>
                    </a:p>
                    <a:p>
                      <a:pPr marL="0" marR="0" lvl="0" indent="0" algn="ctr" defTabSz="4572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600" b="1" kern="1200" dirty="0" err="1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IBM Plex Sans Arabic SemiBold" panose="020B0703050203000203" pitchFamily="34" charset="-78"/>
                          <a:ea typeface="+mn-ea"/>
                          <a:cs typeface="IBM Plex Sans Arabic SemiBold" panose="020B0703050203000203" pitchFamily="34" charset="-78"/>
                        </a:rPr>
                        <a:t>Altallaa</a:t>
                      </a:r>
                      <a:endParaRPr lang="en-US" sz="600" b="1" kern="1200" dirty="0">
                        <a:solidFill>
                          <a:schemeClr val="accent5">
                            <a:lumMod val="75000"/>
                          </a:schemeClr>
                        </a:solidFill>
                        <a:effectLst/>
                        <a:latin typeface="IBM Plex Sans Arabic SemiBold" panose="020B0703050203000203" pitchFamily="34" charset="-78"/>
                        <a:ea typeface="+mn-ea"/>
                        <a:cs typeface="IBM Plex Sans Arabic SemiBold" panose="020B0703050203000203" pitchFamily="34" charset="-78"/>
                      </a:endParaRPr>
                    </a:p>
                  </a:txBody>
                  <a:tcPr anchor="ctr">
                    <a:solidFill>
                      <a:srgbClr val="F1F5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600" b="1" kern="1200" dirty="0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IBM Plex Sans Arabic SemiBold" panose="020B0703050203000203" pitchFamily="34" charset="-78"/>
                          <a:ea typeface="+mn-ea"/>
                          <a:cs typeface="IBM Plex Sans Arabic SemiBold" panose="020B0703050203000203" pitchFamily="34" charset="-78"/>
                        </a:rPr>
                        <a:t>B1-79</a:t>
                      </a:r>
                    </a:p>
                  </a:txBody>
                  <a:tcPr anchor="ctr">
                    <a:solidFill>
                      <a:srgbClr val="F1F5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600" b="1" kern="1200" dirty="0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IBM Plex Sans Arabic SemiBold" panose="020B0703050203000203" pitchFamily="34" charset="-78"/>
                          <a:ea typeface="+mn-ea"/>
                          <a:cs typeface="IBM Plex Sans Arabic SemiBold" panose="020B0703050203000203" pitchFamily="34" charset="-78"/>
                        </a:rPr>
                        <a:t>15</a:t>
                      </a:r>
                    </a:p>
                  </a:txBody>
                  <a:tcPr anchor="ctr">
                    <a:solidFill>
                      <a:srgbClr val="F1F5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600" b="1" kern="1200" dirty="0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IBM Plex Sans Arabic SemiBold" panose="020B0703050203000203" pitchFamily="34" charset="-78"/>
                          <a:ea typeface="+mn-ea"/>
                          <a:cs typeface="IBM Plex Sans Arabic SemiBold" panose="020B0703050203000203" pitchFamily="34" charset="-78"/>
                        </a:rPr>
                        <a:t>08:00</a:t>
                      </a: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600" b="1" kern="1200" dirty="0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IBM Plex Sans Arabic SemiBold" panose="020B0703050203000203" pitchFamily="34" charset="-78"/>
                          <a:ea typeface="+mn-ea"/>
                          <a:cs typeface="IBM Plex Sans Arabic SemiBold" panose="020B0703050203000203" pitchFamily="34" charset="-78"/>
                        </a:rPr>
                        <a:t>14:00</a:t>
                      </a:r>
                      <a:endParaRPr lang="vi-VN" sz="600" b="1" kern="1200" dirty="0">
                        <a:solidFill>
                          <a:schemeClr val="accent5">
                            <a:lumMod val="75000"/>
                          </a:schemeClr>
                        </a:solidFill>
                        <a:effectLst/>
                        <a:latin typeface="IBM Plex Sans Arabic SemiBold" panose="020B0703050203000203" pitchFamily="34" charset="-78"/>
                        <a:ea typeface="+mn-ea"/>
                        <a:cs typeface="IBM Plex Sans Arabic SemiBold" panose="020B0703050203000203" pitchFamily="34" charset="-78"/>
                      </a:endParaRPr>
                    </a:p>
                  </a:txBody>
                  <a:tcPr anchor="ctr">
                    <a:solidFill>
                      <a:srgbClr val="F1F5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600" b="1" kern="1200" dirty="0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IBM Plex Sans Arabic SemiBold" panose="020B0703050203000203" pitchFamily="34" charset="-78"/>
                          <a:ea typeface="+mn-ea"/>
                          <a:cs typeface="IBM Plex Sans Arabic SemiBold" panose="020B0703050203000203" pitchFamily="34" charset="-78"/>
                        </a:rPr>
                        <a:t>09:00</a:t>
                      </a: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600" b="1" kern="1200" dirty="0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IBM Plex Sans Arabic SemiBold" panose="020B0703050203000203" pitchFamily="34" charset="-78"/>
                          <a:ea typeface="+mn-ea"/>
                          <a:cs typeface="IBM Plex Sans Arabic SemiBold" panose="020B0703050203000203" pitchFamily="34" charset="-78"/>
                        </a:rPr>
                        <a:t>09:30</a:t>
                      </a:r>
                      <a:endParaRPr lang="vi-VN" sz="600" b="1" kern="1200" dirty="0">
                        <a:solidFill>
                          <a:schemeClr val="accent5">
                            <a:lumMod val="75000"/>
                          </a:schemeClr>
                        </a:solidFill>
                        <a:effectLst/>
                        <a:latin typeface="IBM Plex Sans Arabic SemiBold" panose="020B0703050203000203" pitchFamily="34" charset="-78"/>
                        <a:ea typeface="+mn-ea"/>
                        <a:cs typeface="IBM Plex Sans Arabic SemiBold" panose="020B0703050203000203" pitchFamily="34" charset="-78"/>
                      </a:endParaRPr>
                    </a:p>
                  </a:txBody>
                  <a:tcPr anchor="ctr">
                    <a:solidFill>
                      <a:srgbClr val="F1F5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600" b="1" kern="1200" dirty="0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IBM Plex Sans Arabic SemiBold" panose="020B0703050203000203" pitchFamily="34" charset="-78"/>
                          <a:ea typeface="+mn-ea"/>
                          <a:cs typeface="IBM Plex Sans Arabic SemiBold" panose="020B0703050203000203" pitchFamily="34" charset="-78"/>
                        </a:rPr>
                        <a:t>11:00</a:t>
                      </a:r>
                      <a:endParaRPr lang="vi-VN" sz="600" b="1" kern="1200" dirty="0">
                        <a:solidFill>
                          <a:schemeClr val="accent5">
                            <a:lumMod val="75000"/>
                          </a:schemeClr>
                        </a:solidFill>
                        <a:effectLst/>
                        <a:latin typeface="IBM Plex Sans Arabic SemiBold" panose="020B0703050203000203" pitchFamily="34" charset="-78"/>
                        <a:ea typeface="+mn-ea"/>
                        <a:cs typeface="IBM Plex Sans Arabic SemiBold" panose="020B0703050203000203" pitchFamily="34" charset="-78"/>
                      </a:endParaRPr>
                    </a:p>
                  </a:txBody>
                  <a:tcPr anchor="ctr">
                    <a:solidFill>
                      <a:srgbClr val="F1F5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93427003"/>
                  </a:ext>
                </a:extLst>
              </a:tr>
              <a:tr h="355913">
                <a:tc>
                  <a:txBody>
                    <a:bodyPr/>
                    <a:lstStyle/>
                    <a:p>
                      <a:pPr marL="0" marR="0" indent="0" algn="ctr" defTabSz="4572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SA" sz="600" b="1" kern="1200" dirty="0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IBM Plex Sans Arabic SemiBold" panose="020B0703050203000203" pitchFamily="34" charset="-78"/>
                          <a:ea typeface="+mn-ea"/>
                          <a:cs typeface="IBM Plex Sans Arabic SemiBold" panose="020B0703050203000203" pitchFamily="34" charset="-78"/>
                        </a:rPr>
                        <a:t>الإلكترونيات الأساسية</a:t>
                      </a:r>
                      <a:endParaRPr lang="en-US" sz="600" b="1" kern="1200" dirty="0">
                        <a:solidFill>
                          <a:schemeClr val="accent5">
                            <a:lumMod val="75000"/>
                          </a:schemeClr>
                        </a:solidFill>
                        <a:effectLst/>
                        <a:latin typeface="IBM Plex Sans Arabic SemiBold" panose="020B0703050203000203" pitchFamily="34" charset="-78"/>
                        <a:ea typeface="+mn-ea"/>
                        <a:cs typeface="IBM Plex Sans Arabic SemiBold" panose="020B0703050203000203" pitchFamily="34" charset="-78"/>
                      </a:endParaRPr>
                    </a:p>
                    <a:p>
                      <a:pPr marL="0" marR="0" indent="0" algn="ctr" defTabSz="4572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600" b="1" kern="1200" dirty="0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IBM Plex Sans Arabic SemiBold" panose="020B0703050203000203" pitchFamily="34" charset="-78"/>
                          <a:ea typeface="+mn-ea"/>
                          <a:cs typeface="IBM Plex Sans Arabic SemiBold" panose="020B0703050203000203" pitchFamily="34" charset="-78"/>
                        </a:rPr>
                        <a:t>Electronics Fundamentals</a:t>
                      </a:r>
                    </a:p>
                    <a:p>
                      <a:pPr marL="0" marR="0" indent="0" algn="ctr" defTabSz="4572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600" b="1" kern="1200" dirty="0">
                          <a:solidFill>
                            <a:srgbClr val="7030A0"/>
                          </a:solidFill>
                          <a:effectLst/>
                          <a:latin typeface="IBM Plex Sans Arabic SemiBold" panose="020B0703050203000203" pitchFamily="34" charset="-78"/>
                          <a:ea typeface="+mn-ea"/>
                          <a:cs typeface="IBM Plex Sans Arabic SemiBold" panose="020B0703050203000203" pitchFamily="34" charset="-78"/>
                        </a:rPr>
                        <a:t>Instrument Group- 30/08/2026 to 10/09/2026</a:t>
                      </a:r>
                    </a:p>
                    <a:p>
                      <a:pPr marL="0" marR="0" indent="0" algn="ctr" defTabSz="4572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600" b="1" kern="1200" dirty="0" err="1">
                          <a:solidFill>
                            <a:srgbClr val="7030A0"/>
                          </a:solidFill>
                          <a:effectLst/>
                          <a:latin typeface="IBM Plex Sans Arabic SemiBold" panose="020B0703050203000203" pitchFamily="34" charset="-78"/>
                          <a:ea typeface="+mn-ea"/>
                          <a:cs typeface="IBM Plex Sans Arabic SemiBold" panose="020B0703050203000203" pitchFamily="34" charset="-78"/>
                        </a:rPr>
                        <a:t>Alkhorayef</a:t>
                      </a:r>
                      <a:r>
                        <a:rPr lang="en-US" sz="600" b="1" kern="1200" dirty="0">
                          <a:solidFill>
                            <a:srgbClr val="7030A0"/>
                          </a:solidFill>
                          <a:effectLst/>
                          <a:latin typeface="IBM Plex Sans Arabic SemiBold" panose="020B0703050203000203" pitchFamily="34" charset="-78"/>
                          <a:ea typeface="+mn-ea"/>
                          <a:cs typeface="IBM Plex Sans Arabic SemiBold" panose="020B0703050203000203" pitchFamily="34" charset="-78"/>
                        </a:rPr>
                        <a:t> ,ILF, </a:t>
                      </a:r>
                      <a:r>
                        <a:rPr lang="en-US" sz="600" b="1" kern="1200" dirty="0" err="1">
                          <a:solidFill>
                            <a:srgbClr val="7030A0"/>
                          </a:solidFill>
                          <a:effectLst/>
                          <a:latin typeface="IBM Plex Sans Arabic SemiBold" panose="020B0703050203000203" pitchFamily="34" charset="-78"/>
                          <a:ea typeface="+mn-ea"/>
                          <a:cs typeface="IBM Plex Sans Arabic SemiBold" panose="020B0703050203000203" pitchFamily="34" charset="-78"/>
                        </a:rPr>
                        <a:t>Bewater</a:t>
                      </a:r>
                      <a:endParaRPr lang="en-US" sz="600" b="1" kern="1200" dirty="0">
                        <a:solidFill>
                          <a:srgbClr val="7030A0"/>
                        </a:solidFill>
                        <a:effectLst/>
                        <a:latin typeface="IBM Plex Sans Arabic SemiBold" panose="020B0703050203000203" pitchFamily="34" charset="-78"/>
                        <a:ea typeface="+mn-ea"/>
                        <a:cs typeface="IBM Plex Sans Arabic SemiBold" panose="020B0703050203000203" pitchFamily="34" charset="-78"/>
                      </a:endParaRPr>
                    </a:p>
                  </a:txBody>
                  <a:tcPr anchor="ctr">
                    <a:solidFill>
                      <a:srgbClr val="D7E5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600" b="1" kern="1200" dirty="0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IBM Plex Sans Arabic SemiBold" panose="020B0703050203000203" pitchFamily="34" charset="-78"/>
                          <a:ea typeface="+mn-ea"/>
                          <a:cs typeface="IBM Plex Sans Arabic SemiBold" panose="020B0703050203000203" pitchFamily="34" charset="-78"/>
                        </a:rPr>
                        <a:t>ELCT221</a:t>
                      </a:r>
                    </a:p>
                  </a:txBody>
                  <a:tcPr marL="0" marR="0" marT="0" marB="0" anchor="ctr">
                    <a:solidFill>
                      <a:srgbClr val="D7E5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600" b="1" kern="1200" dirty="0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IBM Plex Sans Arabic SemiBold" panose="020B0703050203000203" pitchFamily="34" charset="-78"/>
                          <a:ea typeface="+mn-ea"/>
                          <a:cs typeface="IBM Plex Sans Arabic SemiBold" panose="020B0703050203000203" pitchFamily="34" charset="-78"/>
                        </a:rPr>
                        <a:t>10</a:t>
                      </a: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600" b="1" kern="1200" dirty="0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IBM Plex Sans Arabic SemiBold" panose="020B0703050203000203" pitchFamily="34" charset="-78"/>
                          <a:ea typeface="+mn-ea"/>
                          <a:cs typeface="IBM Plex Sans Arabic SemiBold" panose="020B0703050203000203" pitchFamily="34" charset="-78"/>
                        </a:rPr>
                        <a:t>Days</a:t>
                      </a:r>
                      <a:endParaRPr lang="vi-VN" sz="600" b="1" kern="1200" dirty="0">
                        <a:solidFill>
                          <a:schemeClr val="accent5">
                            <a:lumMod val="75000"/>
                          </a:schemeClr>
                        </a:solidFill>
                        <a:effectLst/>
                        <a:latin typeface="IBM Plex Sans Arabic SemiBold" panose="020B0703050203000203" pitchFamily="34" charset="-78"/>
                        <a:ea typeface="+mn-ea"/>
                        <a:cs typeface="IBM Plex Sans Arabic SemiBold" panose="020B0703050203000203" pitchFamily="34" charset="-78"/>
                      </a:endParaRPr>
                    </a:p>
                  </a:txBody>
                  <a:tcPr anchor="ctr">
                    <a:solidFill>
                      <a:srgbClr val="D7E5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600" b="1" kern="1200" noProof="0" dirty="0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IBM Plex Sans Arabic SemiBold" panose="020B0703050203000203" pitchFamily="34" charset="-78"/>
                          <a:ea typeface="+mn-ea"/>
                          <a:cs typeface="IBM Plex Sans Arabic SemiBold" panose="020B0703050203000203" pitchFamily="34" charset="-78"/>
                        </a:rPr>
                        <a:t>Ali 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600" b="1" kern="1200" noProof="0" dirty="0" err="1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IBM Plex Sans Arabic SemiBold" panose="020B0703050203000203" pitchFamily="34" charset="-78"/>
                          <a:ea typeface="+mn-ea"/>
                          <a:cs typeface="IBM Plex Sans Arabic SemiBold" panose="020B0703050203000203" pitchFamily="34" charset="-78"/>
                        </a:rPr>
                        <a:t>Alhassel</a:t>
                      </a:r>
                      <a:endParaRPr lang="en-US" sz="600" b="1" kern="1200" noProof="0" dirty="0">
                        <a:solidFill>
                          <a:schemeClr val="accent5">
                            <a:lumMod val="75000"/>
                          </a:schemeClr>
                        </a:solidFill>
                        <a:effectLst/>
                        <a:latin typeface="IBM Plex Sans Arabic SemiBold" panose="020B0703050203000203" pitchFamily="34" charset="-78"/>
                        <a:ea typeface="+mn-ea"/>
                        <a:cs typeface="IBM Plex Sans Arabic SemiBold" panose="020B0703050203000203" pitchFamily="34" charset="-78"/>
                      </a:endParaRPr>
                    </a:p>
                  </a:txBody>
                  <a:tcPr anchor="ctr">
                    <a:solidFill>
                      <a:srgbClr val="D7E5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600" b="1" kern="1200" noProof="0" dirty="0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IBM Plex Sans Arabic SemiBold" panose="020B0703050203000203" pitchFamily="34" charset="-78"/>
                          <a:ea typeface="+mn-ea"/>
                          <a:cs typeface="IBM Plex Sans Arabic SemiBold" panose="020B0703050203000203" pitchFamily="34" charset="-78"/>
                        </a:rPr>
                        <a:t>B1-77</a:t>
                      </a:r>
                    </a:p>
                  </a:txBody>
                  <a:tcPr anchor="ctr">
                    <a:solidFill>
                      <a:srgbClr val="D7E5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4572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SA" sz="600" b="1" kern="1200" dirty="0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IBM Plex Sans Arabic SemiBold" panose="020B0703050203000203" pitchFamily="34" charset="-78"/>
                          <a:ea typeface="+mn-ea"/>
                          <a:cs typeface="IBM Plex Sans Arabic SemiBold" panose="020B0703050203000203" pitchFamily="34" charset="-78"/>
                        </a:rPr>
                        <a:t>14</a:t>
                      </a:r>
                      <a:endParaRPr lang="en-US" sz="600" b="1" kern="1200" dirty="0">
                        <a:solidFill>
                          <a:schemeClr val="accent5">
                            <a:lumMod val="75000"/>
                          </a:schemeClr>
                        </a:solidFill>
                        <a:effectLst/>
                        <a:latin typeface="IBM Plex Sans Arabic SemiBold" panose="020B0703050203000203" pitchFamily="34" charset="-78"/>
                        <a:ea typeface="+mn-ea"/>
                        <a:cs typeface="IBM Plex Sans Arabic SemiBold" panose="020B0703050203000203" pitchFamily="34" charset="-78"/>
                      </a:endParaRPr>
                    </a:p>
                  </a:txBody>
                  <a:tcPr anchor="ctr">
                    <a:solidFill>
                      <a:srgbClr val="D7E5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600" b="1" kern="1200" dirty="0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IBM Plex Sans Arabic SemiBold" panose="020B0703050203000203" pitchFamily="34" charset="-78"/>
                          <a:ea typeface="+mn-ea"/>
                          <a:cs typeface="IBM Plex Sans Arabic SemiBold" panose="020B0703050203000203" pitchFamily="34" charset="-78"/>
                        </a:rPr>
                        <a:t>08:00</a:t>
                      </a: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600" b="1" kern="1200" dirty="0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IBM Plex Sans Arabic SemiBold" panose="020B0703050203000203" pitchFamily="34" charset="-78"/>
                          <a:ea typeface="+mn-ea"/>
                          <a:cs typeface="IBM Plex Sans Arabic SemiBold" panose="020B0703050203000203" pitchFamily="34" charset="-78"/>
                        </a:rPr>
                        <a:t>14:00</a:t>
                      </a:r>
                      <a:endParaRPr lang="vi-VN" sz="600" b="1" kern="1200" dirty="0">
                        <a:solidFill>
                          <a:schemeClr val="accent5">
                            <a:lumMod val="75000"/>
                          </a:schemeClr>
                        </a:solidFill>
                        <a:effectLst/>
                        <a:latin typeface="IBM Plex Sans Arabic SemiBold" panose="020B0703050203000203" pitchFamily="34" charset="-78"/>
                        <a:ea typeface="+mn-ea"/>
                        <a:cs typeface="IBM Plex Sans Arabic SemiBold" panose="020B0703050203000203" pitchFamily="34" charset="-78"/>
                      </a:endParaRPr>
                    </a:p>
                  </a:txBody>
                  <a:tcPr anchor="ctr">
                    <a:solidFill>
                      <a:srgbClr val="D7E5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600" b="1" kern="1200" dirty="0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IBM Plex Sans Arabic SemiBold" panose="020B0703050203000203" pitchFamily="34" charset="-78"/>
                          <a:ea typeface="+mn-ea"/>
                          <a:cs typeface="IBM Plex Sans Arabic SemiBold" panose="020B0703050203000203" pitchFamily="34" charset="-78"/>
                        </a:rPr>
                        <a:t>09:00</a:t>
                      </a: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600" b="1" kern="1200" dirty="0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IBM Plex Sans Arabic SemiBold" panose="020B0703050203000203" pitchFamily="34" charset="-78"/>
                          <a:ea typeface="+mn-ea"/>
                          <a:cs typeface="IBM Plex Sans Arabic SemiBold" panose="020B0703050203000203" pitchFamily="34" charset="-78"/>
                        </a:rPr>
                        <a:t>09:30</a:t>
                      </a:r>
                      <a:endParaRPr lang="vi-VN" sz="600" b="1" kern="1200" dirty="0">
                        <a:solidFill>
                          <a:schemeClr val="accent5">
                            <a:lumMod val="75000"/>
                          </a:schemeClr>
                        </a:solidFill>
                        <a:effectLst/>
                        <a:latin typeface="IBM Plex Sans Arabic SemiBold" panose="020B0703050203000203" pitchFamily="34" charset="-78"/>
                        <a:ea typeface="+mn-ea"/>
                        <a:cs typeface="IBM Plex Sans Arabic SemiBold" panose="020B0703050203000203" pitchFamily="34" charset="-78"/>
                      </a:endParaRPr>
                    </a:p>
                  </a:txBody>
                  <a:tcPr anchor="ctr">
                    <a:solidFill>
                      <a:srgbClr val="D7E5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600" b="1" kern="1200" dirty="0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IBM Plex Sans Arabic SemiBold" panose="020B0703050203000203" pitchFamily="34" charset="-78"/>
                          <a:ea typeface="+mn-ea"/>
                          <a:cs typeface="IBM Plex Sans Arabic SemiBold" panose="020B0703050203000203" pitchFamily="34" charset="-78"/>
                        </a:rPr>
                        <a:t>11:00</a:t>
                      </a:r>
                      <a:endParaRPr lang="vi-VN" sz="600" b="1" kern="1200" dirty="0">
                        <a:solidFill>
                          <a:schemeClr val="accent5">
                            <a:lumMod val="75000"/>
                          </a:schemeClr>
                        </a:solidFill>
                        <a:effectLst/>
                        <a:latin typeface="IBM Plex Sans Arabic SemiBold" panose="020B0703050203000203" pitchFamily="34" charset="-78"/>
                        <a:ea typeface="+mn-ea"/>
                        <a:cs typeface="IBM Plex Sans Arabic SemiBold" panose="020B0703050203000203" pitchFamily="34" charset="-78"/>
                      </a:endParaRPr>
                    </a:p>
                  </a:txBody>
                  <a:tcPr anchor="ctr">
                    <a:solidFill>
                      <a:srgbClr val="D7E5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81787865"/>
                  </a:ext>
                </a:extLst>
              </a:tr>
              <a:tr h="355913">
                <a:tc>
                  <a:txBody>
                    <a:bodyPr/>
                    <a:lstStyle/>
                    <a:p>
                      <a:pPr marL="0" marR="0" indent="0" algn="ctr" defTabSz="4572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SA" sz="600" b="1" kern="1200" dirty="0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IBM Plex Sans Arabic SemiBold" panose="020B0703050203000203" pitchFamily="34" charset="-78"/>
                          <a:ea typeface="+mn-ea"/>
                          <a:cs typeface="IBM Plex Sans Arabic SemiBold" panose="020B0703050203000203" pitchFamily="34" charset="-78"/>
                        </a:rPr>
                        <a:t>محركات الديزل</a:t>
                      </a:r>
                      <a:endParaRPr lang="en-US" sz="600" b="1" kern="1200" dirty="0">
                        <a:solidFill>
                          <a:schemeClr val="accent5">
                            <a:lumMod val="75000"/>
                          </a:schemeClr>
                        </a:solidFill>
                        <a:effectLst/>
                        <a:latin typeface="IBM Plex Sans Arabic SemiBold" panose="020B0703050203000203" pitchFamily="34" charset="-78"/>
                        <a:ea typeface="+mn-ea"/>
                        <a:cs typeface="IBM Plex Sans Arabic SemiBold" panose="020B0703050203000203" pitchFamily="34" charset="-78"/>
                      </a:endParaRPr>
                    </a:p>
                    <a:p>
                      <a:pPr marL="0" marR="0" indent="0" algn="ctr" defTabSz="4572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600" b="1" kern="1200" dirty="0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IBM Plex Sans Arabic SemiBold" panose="020B0703050203000203" pitchFamily="34" charset="-78"/>
                          <a:ea typeface="+mn-ea"/>
                          <a:cs typeface="IBM Plex Sans Arabic SemiBold" panose="020B0703050203000203" pitchFamily="34" charset="-78"/>
                        </a:rPr>
                        <a:t>Diesel Engines</a:t>
                      </a:r>
                      <a:endParaRPr lang="en-US" sz="600" b="1" kern="1200" dirty="0">
                        <a:solidFill>
                          <a:srgbClr val="7030A0"/>
                        </a:solidFill>
                        <a:effectLst/>
                        <a:latin typeface="IBM Plex Sans Arabic SemiBold" panose="020B0703050203000203" pitchFamily="34" charset="-78"/>
                        <a:ea typeface="+mn-ea"/>
                        <a:cs typeface="IBM Plex Sans Arabic SemiBold" panose="020B0703050203000203" pitchFamily="34" charset="-78"/>
                      </a:endParaRPr>
                    </a:p>
                    <a:p>
                      <a:pPr marL="0" marR="0" indent="0" algn="ctr" defTabSz="4572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600" b="1" kern="1200" dirty="0">
                          <a:solidFill>
                            <a:srgbClr val="7030A0"/>
                          </a:solidFill>
                          <a:effectLst/>
                          <a:latin typeface="IBM Plex Sans Arabic SemiBold" panose="020B0703050203000203" pitchFamily="34" charset="-78"/>
                          <a:ea typeface="+mn-ea"/>
                          <a:cs typeface="IBM Plex Sans Arabic SemiBold" panose="020B0703050203000203" pitchFamily="34" charset="-78"/>
                        </a:rPr>
                        <a:t>Mechanical Group - 30/08/2026 to 10/09/2026</a:t>
                      </a:r>
                    </a:p>
                    <a:p>
                      <a:pPr marL="0" marR="0" indent="0" algn="ctr" defTabSz="4572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600" b="1" kern="1200" dirty="0" err="1">
                          <a:solidFill>
                            <a:srgbClr val="7030A0"/>
                          </a:solidFill>
                          <a:effectLst/>
                          <a:latin typeface="IBM Plex Sans Arabic SemiBold" panose="020B0703050203000203" pitchFamily="34" charset="-78"/>
                          <a:ea typeface="+mn-ea"/>
                          <a:cs typeface="IBM Plex Sans Arabic SemiBold" panose="020B0703050203000203" pitchFamily="34" charset="-78"/>
                        </a:rPr>
                        <a:t>Alkhorayef</a:t>
                      </a:r>
                      <a:r>
                        <a:rPr lang="en-US" sz="600" b="1" kern="1200" dirty="0">
                          <a:solidFill>
                            <a:srgbClr val="7030A0"/>
                          </a:solidFill>
                          <a:effectLst/>
                          <a:latin typeface="IBM Plex Sans Arabic SemiBold" panose="020B0703050203000203" pitchFamily="34" charset="-78"/>
                          <a:ea typeface="+mn-ea"/>
                          <a:cs typeface="IBM Plex Sans Arabic SemiBold" panose="020B0703050203000203" pitchFamily="34" charset="-78"/>
                        </a:rPr>
                        <a:t> ,ILF, </a:t>
                      </a:r>
                      <a:r>
                        <a:rPr lang="en-US" sz="600" b="1" kern="1200" dirty="0" err="1">
                          <a:solidFill>
                            <a:srgbClr val="7030A0"/>
                          </a:solidFill>
                          <a:effectLst/>
                          <a:latin typeface="IBM Plex Sans Arabic SemiBold" panose="020B0703050203000203" pitchFamily="34" charset="-78"/>
                          <a:ea typeface="+mn-ea"/>
                          <a:cs typeface="IBM Plex Sans Arabic SemiBold" panose="020B0703050203000203" pitchFamily="34" charset="-78"/>
                        </a:rPr>
                        <a:t>Bewater</a:t>
                      </a:r>
                      <a:endParaRPr lang="en-US" sz="600" b="1" kern="1200" dirty="0">
                        <a:solidFill>
                          <a:srgbClr val="7030A0"/>
                        </a:solidFill>
                        <a:effectLst/>
                        <a:latin typeface="IBM Plex Sans Arabic SemiBold" panose="020B0703050203000203" pitchFamily="34" charset="-78"/>
                        <a:ea typeface="+mn-ea"/>
                        <a:cs typeface="IBM Plex Sans Arabic SemiBold" panose="020B0703050203000203" pitchFamily="34" charset="-78"/>
                      </a:endParaRPr>
                    </a:p>
                  </a:txBody>
                  <a:tcPr anchor="ctr">
                    <a:solidFill>
                      <a:srgbClr val="F1F5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600" b="1" kern="1200" dirty="0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IBM Plex Sans Arabic SemiBold" panose="020B0703050203000203" pitchFamily="34" charset="-78"/>
                          <a:ea typeface="+mn-ea"/>
                          <a:cs typeface="IBM Plex Sans Arabic SemiBold" panose="020B0703050203000203" pitchFamily="34" charset="-78"/>
                        </a:rPr>
                        <a:t>DE 221</a:t>
                      </a:r>
                    </a:p>
                  </a:txBody>
                  <a:tcPr marL="0" marR="0" marT="0" marB="0" anchor="ctr">
                    <a:solidFill>
                      <a:srgbClr val="F1F5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600" b="1" kern="1200" dirty="0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IBM Plex Sans Arabic SemiBold" panose="020B0703050203000203" pitchFamily="34" charset="-78"/>
                          <a:ea typeface="+mn-ea"/>
                          <a:cs typeface="IBM Plex Sans Arabic SemiBold" panose="020B0703050203000203" pitchFamily="34" charset="-78"/>
                        </a:rPr>
                        <a:t>10</a:t>
                      </a: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600" b="1" kern="1200" dirty="0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IBM Plex Sans Arabic SemiBold" panose="020B0703050203000203" pitchFamily="34" charset="-78"/>
                          <a:ea typeface="+mn-ea"/>
                          <a:cs typeface="IBM Plex Sans Arabic SemiBold" panose="020B0703050203000203" pitchFamily="34" charset="-78"/>
                        </a:rPr>
                        <a:t>Days</a:t>
                      </a:r>
                      <a:endParaRPr lang="vi-VN" sz="600" b="1" kern="1200" dirty="0">
                        <a:solidFill>
                          <a:schemeClr val="accent5">
                            <a:lumMod val="75000"/>
                          </a:schemeClr>
                        </a:solidFill>
                        <a:effectLst/>
                        <a:latin typeface="IBM Plex Sans Arabic SemiBold" panose="020B0703050203000203" pitchFamily="34" charset="-78"/>
                        <a:ea typeface="+mn-ea"/>
                        <a:cs typeface="IBM Plex Sans Arabic SemiBold" panose="020B0703050203000203" pitchFamily="34" charset="-78"/>
                      </a:endParaRPr>
                    </a:p>
                  </a:txBody>
                  <a:tcPr anchor="ctr">
                    <a:solidFill>
                      <a:srgbClr val="F1F5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600" b="1" kern="1200" noProof="0" dirty="0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IBM Plex Sans Arabic SemiBold" panose="020B0703050203000203" pitchFamily="34" charset="-78"/>
                          <a:ea typeface="+mn-ea"/>
                          <a:cs typeface="IBM Plex Sans Arabic SemiBold" panose="020B0703050203000203" pitchFamily="34" charset="-78"/>
                        </a:rPr>
                        <a:t>Ahmed 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600" b="1" kern="1200" noProof="0" dirty="0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IBM Plex Sans Arabic SemiBold" panose="020B0703050203000203" pitchFamily="34" charset="-78"/>
                          <a:ea typeface="+mn-ea"/>
                          <a:cs typeface="IBM Plex Sans Arabic SemiBold" panose="020B0703050203000203" pitchFamily="34" charset="-78"/>
                        </a:rPr>
                        <a:t>Albin Mousa</a:t>
                      </a:r>
                    </a:p>
                  </a:txBody>
                  <a:tcPr anchor="ctr">
                    <a:solidFill>
                      <a:srgbClr val="F1F5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600" b="1" kern="1200" noProof="0" dirty="0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IBM Plex Sans Arabic SemiBold" panose="020B0703050203000203" pitchFamily="34" charset="-78"/>
                          <a:ea typeface="+mn-ea"/>
                          <a:cs typeface="IBM Plex Sans Arabic SemiBold" panose="020B0703050203000203" pitchFamily="34" charset="-78"/>
                        </a:rPr>
                        <a:t>B1-78</a:t>
                      </a:r>
                    </a:p>
                  </a:txBody>
                  <a:tcPr anchor="ctr">
                    <a:solidFill>
                      <a:srgbClr val="F1F5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4572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600" b="1" kern="1200" dirty="0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IBM Plex Sans Arabic SemiBold" panose="020B0703050203000203" pitchFamily="34" charset="-78"/>
                          <a:ea typeface="+mn-ea"/>
                          <a:cs typeface="IBM Plex Sans Arabic SemiBold" panose="020B0703050203000203" pitchFamily="34" charset="-78"/>
                        </a:rPr>
                        <a:t>18</a:t>
                      </a:r>
                    </a:p>
                  </a:txBody>
                  <a:tcPr anchor="ctr">
                    <a:solidFill>
                      <a:srgbClr val="F1F5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600" b="1" kern="1200" dirty="0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IBM Plex Sans Arabic SemiBold" panose="020B0703050203000203" pitchFamily="34" charset="-78"/>
                          <a:ea typeface="+mn-ea"/>
                          <a:cs typeface="IBM Plex Sans Arabic SemiBold" panose="020B0703050203000203" pitchFamily="34" charset="-78"/>
                        </a:rPr>
                        <a:t>08:00</a:t>
                      </a: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600" b="1" kern="1200" dirty="0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IBM Plex Sans Arabic SemiBold" panose="020B0703050203000203" pitchFamily="34" charset="-78"/>
                          <a:ea typeface="+mn-ea"/>
                          <a:cs typeface="IBM Plex Sans Arabic SemiBold" panose="020B0703050203000203" pitchFamily="34" charset="-78"/>
                        </a:rPr>
                        <a:t>14:00</a:t>
                      </a:r>
                      <a:endParaRPr lang="vi-VN" sz="600" b="1" kern="1200" dirty="0">
                        <a:solidFill>
                          <a:schemeClr val="accent5">
                            <a:lumMod val="75000"/>
                          </a:schemeClr>
                        </a:solidFill>
                        <a:effectLst/>
                        <a:latin typeface="IBM Plex Sans Arabic SemiBold" panose="020B0703050203000203" pitchFamily="34" charset="-78"/>
                        <a:ea typeface="+mn-ea"/>
                        <a:cs typeface="IBM Plex Sans Arabic SemiBold" panose="020B0703050203000203" pitchFamily="34" charset="-78"/>
                      </a:endParaRPr>
                    </a:p>
                  </a:txBody>
                  <a:tcPr anchor="ctr">
                    <a:solidFill>
                      <a:srgbClr val="F1F5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600" b="1" kern="1200" dirty="0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IBM Plex Sans Arabic SemiBold" panose="020B0703050203000203" pitchFamily="34" charset="-78"/>
                          <a:ea typeface="+mn-ea"/>
                          <a:cs typeface="IBM Plex Sans Arabic SemiBold" panose="020B0703050203000203" pitchFamily="34" charset="-78"/>
                        </a:rPr>
                        <a:t>09:00</a:t>
                      </a: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600" b="1" kern="1200" dirty="0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IBM Plex Sans Arabic SemiBold" panose="020B0703050203000203" pitchFamily="34" charset="-78"/>
                          <a:ea typeface="+mn-ea"/>
                          <a:cs typeface="IBM Plex Sans Arabic SemiBold" panose="020B0703050203000203" pitchFamily="34" charset="-78"/>
                        </a:rPr>
                        <a:t>09:30</a:t>
                      </a:r>
                      <a:endParaRPr lang="vi-VN" sz="600" b="1" kern="1200" dirty="0">
                        <a:solidFill>
                          <a:schemeClr val="accent5">
                            <a:lumMod val="75000"/>
                          </a:schemeClr>
                        </a:solidFill>
                        <a:effectLst/>
                        <a:latin typeface="IBM Plex Sans Arabic SemiBold" panose="020B0703050203000203" pitchFamily="34" charset="-78"/>
                        <a:ea typeface="+mn-ea"/>
                        <a:cs typeface="IBM Plex Sans Arabic SemiBold" panose="020B0703050203000203" pitchFamily="34" charset="-78"/>
                      </a:endParaRPr>
                    </a:p>
                  </a:txBody>
                  <a:tcPr anchor="ctr">
                    <a:solidFill>
                      <a:srgbClr val="F1F5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600" b="1" kern="1200" dirty="0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IBM Plex Sans Arabic SemiBold" panose="020B0703050203000203" pitchFamily="34" charset="-78"/>
                          <a:ea typeface="+mn-ea"/>
                          <a:cs typeface="IBM Plex Sans Arabic SemiBold" panose="020B0703050203000203" pitchFamily="34" charset="-78"/>
                        </a:rPr>
                        <a:t>11:00</a:t>
                      </a:r>
                      <a:endParaRPr lang="vi-VN" sz="600" b="1" kern="1200" dirty="0">
                        <a:solidFill>
                          <a:schemeClr val="accent5">
                            <a:lumMod val="75000"/>
                          </a:schemeClr>
                        </a:solidFill>
                        <a:effectLst/>
                        <a:latin typeface="IBM Plex Sans Arabic SemiBold" panose="020B0703050203000203" pitchFamily="34" charset="-78"/>
                        <a:ea typeface="+mn-ea"/>
                        <a:cs typeface="IBM Plex Sans Arabic SemiBold" panose="020B0703050203000203" pitchFamily="34" charset="-78"/>
                      </a:endParaRPr>
                    </a:p>
                  </a:txBody>
                  <a:tcPr anchor="ctr">
                    <a:solidFill>
                      <a:srgbClr val="F1F5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81058735"/>
                  </a:ext>
                </a:extLst>
              </a:tr>
              <a:tr h="355913">
                <a:tc>
                  <a:txBody>
                    <a:bodyPr/>
                    <a:lstStyle/>
                    <a:p>
                      <a:pPr marL="0" marR="0" indent="0" algn="ctr" defTabSz="4572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SA" sz="600" b="1" kern="1200" dirty="0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IBM Plex Sans Arabic SemiBold" panose="020B0703050203000203" pitchFamily="34" charset="-78"/>
                          <a:ea typeface="+mn-ea"/>
                          <a:cs typeface="IBM Plex Sans Arabic SemiBold" panose="020B0703050203000203" pitchFamily="34" charset="-78"/>
                        </a:rPr>
                        <a:t>لغة إنجليزية (4)</a:t>
                      </a:r>
                      <a:endParaRPr lang="en-US" sz="600" b="1" kern="1200" dirty="0">
                        <a:solidFill>
                          <a:schemeClr val="accent5">
                            <a:lumMod val="75000"/>
                          </a:schemeClr>
                        </a:solidFill>
                        <a:effectLst/>
                        <a:latin typeface="IBM Plex Sans Arabic SemiBold" panose="020B0703050203000203" pitchFamily="34" charset="-78"/>
                        <a:ea typeface="+mn-ea"/>
                        <a:cs typeface="IBM Plex Sans Arabic SemiBold" panose="020B0703050203000203" pitchFamily="34" charset="-78"/>
                      </a:endParaRPr>
                    </a:p>
                    <a:p>
                      <a:pPr marL="0" marR="0" indent="0" algn="ctr" defTabSz="4572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600" b="1" kern="1200" dirty="0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IBM Plex Sans Arabic SemiBold" panose="020B0703050203000203" pitchFamily="34" charset="-78"/>
                          <a:ea typeface="+mn-ea"/>
                          <a:cs typeface="IBM Plex Sans Arabic SemiBold" panose="020B0703050203000203" pitchFamily="34" charset="-78"/>
                        </a:rPr>
                        <a:t>English Language (4)</a:t>
                      </a:r>
                    </a:p>
                    <a:p>
                      <a:pPr marL="0" marR="0" indent="0" algn="ctr" defTabSz="4572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600" b="1" kern="1200" dirty="0">
                          <a:solidFill>
                            <a:srgbClr val="7030A0"/>
                          </a:solidFill>
                          <a:effectLst/>
                          <a:latin typeface="IBM Plex Sans Arabic SemiBold" panose="020B0703050203000203" pitchFamily="34" charset="-78"/>
                          <a:ea typeface="+mn-ea"/>
                          <a:cs typeface="IBM Plex Sans Arabic SemiBold" panose="020B0703050203000203" pitchFamily="34" charset="-78"/>
                        </a:rPr>
                        <a:t>Electrical Group-06/09/2026 to 24/09/2026</a:t>
                      </a:r>
                    </a:p>
                    <a:p>
                      <a:pPr marL="0" marR="0" indent="0" algn="ctr" defTabSz="4572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600" b="1" kern="1200" dirty="0" err="1">
                          <a:solidFill>
                            <a:srgbClr val="7030A0"/>
                          </a:solidFill>
                          <a:effectLst/>
                          <a:latin typeface="IBM Plex Sans Arabic SemiBold" panose="020B0703050203000203" pitchFamily="34" charset="-78"/>
                          <a:ea typeface="+mn-ea"/>
                          <a:cs typeface="IBM Plex Sans Arabic SemiBold" panose="020B0703050203000203" pitchFamily="34" charset="-78"/>
                        </a:rPr>
                        <a:t>Alkhorayef</a:t>
                      </a:r>
                      <a:r>
                        <a:rPr lang="en-US" sz="600" b="1" kern="1200" dirty="0">
                          <a:solidFill>
                            <a:srgbClr val="7030A0"/>
                          </a:solidFill>
                          <a:effectLst/>
                          <a:latin typeface="IBM Plex Sans Arabic SemiBold" panose="020B0703050203000203" pitchFamily="34" charset="-78"/>
                          <a:ea typeface="+mn-ea"/>
                          <a:cs typeface="IBM Plex Sans Arabic SemiBold" panose="020B0703050203000203" pitchFamily="34" charset="-78"/>
                        </a:rPr>
                        <a:t> ,ILF, </a:t>
                      </a:r>
                      <a:r>
                        <a:rPr lang="en-US" sz="600" b="1" kern="1200" dirty="0" err="1">
                          <a:solidFill>
                            <a:srgbClr val="7030A0"/>
                          </a:solidFill>
                          <a:effectLst/>
                          <a:latin typeface="IBM Plex Sans Arabic SemiBold" panose="020B0703050203000203" pitchFamily="34" charset="-78"/>
                          <a:ea typeface="+mn-ea"/>
                          <a:cs typeface="IBM Plex Sans Arabic SemiBold" panose="020B0703050203000203" pitchFamily="34" charset="-78"/>
                        </a:rPr>
                        <a:t>Bewater</a:t>
                      </a:r>
                      <a:endParaRPr lang="en-US" sz="600" b="1" kern="1200" dirty="0">
                        <a:solidFill>
                          <a:srgbClr val="7030A0"/>
                        </a:solidFill>
                        <a:effectLst/>
                        <a:latin typeface="IBM Plex Sans Arabic SemiBold" panose="020B0703050203000203" pitchFamily="34" charset="-78"/>
                        <a:ea typeface="+mn-ea"/>
                        <a:cs typeface="IBM Plex Sans Arabic SemiBold" panose="020B0703050203000203" pitchFamily="34" charset="-78"/>
                      </a:endParaRPr>
                    </a:p>
                  </a:txBody>
                  <a:tcPr anchor="ctr">
                    <a:solidFill>
                      <a:srgbClr val="D7E5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4572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600" b="1" kern="1200" dirty="0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IBM Plex Sans Arabic SemiBold" panose="020B0703050203000203" pitchFamily="34" charset="-78"/>
                          <a:ea typeface="+mn-ea"/>
                          <a:cs typeface="IBM Plex Sans Arabic SemiBold" panose="020B0703050203000203" pitchFamily="34" charset="-78"/>
                        </a:rPr>
                        <a:t>ENG 224</a:t>
                      </a:r>
                    </a:p>
                  </a:txBody>
                  <a:tcPr marL="0" marR="0" marT="0" marB="0" anchor="ctr">
                    <a:solidFill>
                      <a:srgbClr val="D7E5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600" b="1" kern="1200" dirty="0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IBM Plex Sans Arabic SemiBold" panose="020B0703050203000203" pitchFamily="34" charset="-78"/>
                          <a:ea typeface="+mn-ea"/>
                          <a:cs typeface="IBM Plex Sans Arabic SemiBold" panose="020B0703050203000203" pitchFamily="34" charset="-78"/>
                        </a:rPr>
                        <a:t>15</a:t>
                      </a: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600" b="1" kern="1200" dirty="0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IBM Plex Sans Arabic SemiBold" panose="020B0703050203000203" pitchFamily="34" charset="-78"/>
                          <a:ea typeface="+mn-ea"/>
                          <a:cs typeface="IBM Plex Sans Arabic SemiBold" panose="020B0703050203000203" pitchFamily="34" charset="-78"/>
                        </a:rPr>
                        <a:t>Days</a:t>
                      </a:r>
                      <a:endParaRPr lang="vi-VN" sz="600" b="1" kern="1200" dirty="0">
                        <a:solidFill>
                          <a:schemeClr val="accent5">
                            <a:lumMod val="75000"/>
                          </a:schemeClr>
                        </a:solidFill>
                        <a:effectLst/>
                        <a:latin typeface="IBM Plex Sans Arabic SemiBold" panose="020B0703050203000203" pitchFamily="34" charset="-78"/>
                        <a:ea typeface="+mn-ea"/>
                        <a:cs typeface="IBM Plex Sans Arabic SemiBold" panose="020B0703050203000203" pitchFamily="34" charset="-78"/>
                      </a:endParaRPr>
                    </a:p>
                  </a:txBody>
                  <a:tcPr anchor="ctr">
                    <a:solidFill>
                      <a:srgbClr val="D7E5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600" b="1" kern="1200" noProof="0" dirty="0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IBM Plex Sans Arabic SemiBold" panose="020B0703050203000203" pitchFamily="34" charset="-78"/>
                          <a:ea typeface="+mn-ea"/>
                          <a:cs typeface="IBM Plex Sans Arabic SemiBold" panose="020B0703050203000203" pitchFamily="34" charset="-78"/>
                        </a:rPr>
                        <a:t>Bassam </a:t>
                      </a:r>
                      <a:endParaRPr lang="ar-SA" sz="600" b="1" kern="1200" noProof="0" dirty="0">
                        <a:solidFill>
                          <a:schemeClr val="accent5">
                            <a:lumMod val="75000"/>
                          </a:schemeClr>
                        </a:solidFill>
                        <a:effectLst/>
                        <a:latin typeface="IBM Plex Sans Arabic SemiBold" panose="020B0703050203000203" pitchFamily="34" charset="-78"/>
                        <a:ea typeface="+mn-ea"/>
                        <a:cs typeface="IBM Plex Sans Arabic SemiBold" panose="020B0703050203000203" pitchFamily="34" charset="-78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600" b="1" kern="1200" noProof="0" dirty="0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IBM Plex Sans Arabic SemiBold" panose="020B0703050203000203" pitchFamily="34" charset="-78"/>
                          <a:ea typeface="+mn-ea"/>
                          <a:cs typeface="IBM Plex Sans Arabic SemiBold" panose="020B0703050203000203" pitchFamily="34" charset="-78"/>
                        </a:rPr>
                        <a:t>Ahmed</a:t>
                      </a:r>
                    </a:p>
                  </a:txBody>
                  <a:tcPr anchor="ctr">
                    <a:solidFill>
                      <a:srgbClr val="D7E5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600" b="1" kern="1200" noProof="0" dirty="0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IBM Plex Sans Arabic SemiBold" panose="020B0703050203000203" pitchFamily="34" charset="-78"/>
                          <a:ea typeface="+mn-ea"/>
                          <a:cs typeface="IBM Plex Sans Arabic SemiBold" panose="020B0703050203000203" pitchFamily="34" charset="-78"/>
                        </a:rPr>
                        <a:t>B1-80</a:t>
                      </a:r>
                    </a:p>
                  </a:txBody>
                  <a:tcPr anchor="ctr">
                    <a:solidFill>
                      <a:srgbClr val="D7E5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4572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600" b="1" kern="1200" dirty="0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IBM Plex Sans Arabic SemiBold" panose="020B0703050203000203" pitchFamily="34" charset="-78"/>
                          <a:ea typeface="+mn-ea"/>
                          <a:cs typeface="IBM Plex Sans Arabic SemiBold" panose="020B0703050203000203" pitchFamily="34" charset="-78"/>
                        </a:rPr>
                        <a:t>10</a:t>
                      </a:r>
                    </a:p>
                  </a:txBody>
                  <a:tcPr anchor="ctr">
                    <a:solidFill>
                      <a:srgbClr val="D7E5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600" b="1" kern="1200" dirty="0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IBM Plex Sans Arabic SemiBold" panose="020B0703050203000203" pitchFamily="34" charset="-78"/>
                          <a:ea typeface="+mn-ea"/>
                          <a:cs typeface="IBM Plex Sans Arabic SemiBold" panose="020B0703050203000203" pitchFamily="34" charset="-78"/>
                        </a:rPr>
                        <a:t>08:00</a:t>
                      </a: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600" b="1" kern="1200" dirty="0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IBM Plex Sans Arabic SemiBold" panose="020B0703050203000203" pitchFamily="34" charset="-78"/>
                          <a:ea typeface="+mn-ea"/>
                          <a:cs typeface="IBM Plex Sans Arabic SemiBold" panose="020B0703050203000203" pitchFamily="34" charset="-78"/>
                        </a:rPr>
                        <a:t>14:00</a:t>
                      </a:r>
                      <a:endParaRPr lang="vi-VN" sz="600" b="1" kern="1200" dirty="0">
                        <a:solidFill>
                          <a:schemeClr val="accent5">
                            <a:lumMod val="75000"/>
                          </a:schemeClr>
                        </a:solidFill>
                        <a:effectLst/>
                        <a:latin typeface="IBM Plex Sans Arabic SemiBold" panose="020B0703050203000203" pitchFamily="34" charset="-78"/>
                        <a:ea typeface="+mn-ea"/>
                        <a:cs typeface="IBM Plex Sans Arabic SemiBold" panose="020B0703050203000203" pitchFamily="34" charset="-78"/>
                      </a:endParaRPr>
                    </a:p>
                  </a:txBody>
                  <a:tcPr anchor="ctr">
                    <a:solidFill>
                      <a:srgbClr val="D7E5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600" b="1" kern="1200" dirty="0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IBM Plex Sans Arabic SemiBold" panose="020B0703050203000203" pitchFamily="34" charset="-78"/>
                          <a:ea typeface="+mn-ea"/>
                          <a:cs typeface="IBM Plex Sans Arabic SemiBold" panose="020B0703050203000203" pitchFamily="34" charset="-78"/>
                        </a:rPr>
                        <a:t>09:00</a:t>
                      </a: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600" b="1" kern="1200" dirty="0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IBM Plex Sans Arabic SemiBold" panose="020B0703050203000203" pitchFamily="34" charset="-78"/>
                          <a:ea typeface="+mn-ea"/>
                          <a:cs typeface="IBM Plex Sans Arabic SemiBold" panose="020B0703050203000203" pitchFamily="34" charset="-78"/>
                        </a:rPr>
                        <a:t>09:30</a:t>
                      </a:r>
                      <a:endParaRPr lang="vi-VN" sz="600" b="1" kern="1200" dirty="0">
                        <a:solidFill>
                          <a:schemeClr val="accent5">
                            <a:lumMod val="75000"/>
                          </a:schemeClr>
                        </a:solidFill>
                        <a:effectLst/>
                        <a:latin typeface="IBM Plex Sans Arabic SemiBold" panose="020B0703050203000203" pitchFamily="34" charset="-78"/>
                        <a:ea typeface="+mn-ea"/>
                        <a:cs typeface="IBM Plex Sans Arabic SemiBold" panose="020B0703050203000203" pitchFamily="34" charset="-78"/>
                      </a:endParaRPr>
                    </a:p>
                  </a:txBody>
                  <a:tcPr anchor="ctr">
                    <a:solidFill>
                      <a:srgbClr val="D7E5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600" b="1" kern="1200" dirty="0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IBM Plex Sans Arabic SemiBold" panose="020B0703050203000203" pitchFamily="34" charset="-78"/>
                          <a:ea typeface="+mn-ea"/>
                          <a:cs typeface="IBM Plex Sans Arabic SemiBold" panose="020B0703050203000203" pitchFamily="34" charset="-78"/>
                        </a:rPr>
                        <a:t>11:00</a:t>
                      </a:r>
                      <a:endParaRPr lang="vi-VN" sz="600" b="1" kern="1200" dirty="0">
                        <a:solidFill>
                          <a:schemeClr val="accent5">
                            <a:lumMod val="75000"/>
                          </a:schemeClr>
                        </a:solidFill>
                        <a:effectLst/>
                        <a:latin typeface="IBM Plex Sans Arabic SemiBold" panose="020B0703050203000203" pitchFamily="34" charset="-78"/>
                        <a:ea typeface="+mn-ea"/>
                        <a:cs typeface="IBM Plex Sans Arabic SemiBold" panose="020B0703050203000203" pitchFamily="34" charset="-78"/>
                      </a:endParaRPr>
                    </a:p>
                  </a:txBody>
                  <a:tcPr anchor="ctr">
                    <a:solidFill>
                      <a:srgbClr val="D7E5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10728428"/>
                  </a:ext>
                </a:extLst>
              </a:tr>
              <a:tr h="355913">
                <a:tc>
                  <a:txBody>
                    <a:bodyPr/>
                    <a:lstStyle/>
                    <a:p>
                      <a:pPr marL="0" marR="0" indent="0" algn="ctr" defTabSz="4572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SA" sz="600" b="1" kern="1200" dirty="0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IBM Plex Sans Arabic SemiBold" panose="020B0703050203000203" pitchFamily="34" charset="-78"/>
                          <a:ea typeface="+mn-ea"/>
                          <a:cs typeface="IBM Plex Sans Arabic SemiBold" panose="020B0703050203000203" pitchFamily="34" charset="-78"/>
                        </a:rPr>
                        <a:t>لغة إنجليزية (4)</a:t>
                      </a:r>
                      <a:endParaRPr lang="en-US" sz="600" b="1" kern="1200" dirty="0">
                        <a:solidFill>
                          <a:schemeClr val="accent5">
                            <a:lumMod val="75000"/>
                          </a:schemeClr>
                        </a:solidFill>
                        <a:effectLst/>
                        <a:latin typeface="IBM Plex Sans Arabic SemiBold" panose="020B0703050203000203" pitchFamily="34" charset="-78"/>
                        <a:ea typeface="+mn-ea"/>
                        <a:cs typeface="IBM Plex Sans Arabic SemiBold" panose="020B0703050203000203" pitchFamily="34" charset="-78"/>
                      </a:endParaRPr>
                    </a:p>
                    <a:p>
                      <a:pPr marL="0" marR="0" indent="0" algn="ctr" defTabSz="4572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600" b="1" kern="1200" dirty="0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IBM Plex Sans Arabic SemiBold" panose="020B0703050203000203" pitchFamily="34" charset="-78"/>
                          <a:ea typeface="+mn-ea"/>
                          <a:cs typeface="IBM Plex Sans Arabic SemiBold" panose="020B0703050203000203" pitchFamily="34" charset="-78"/>
                        </a:rPr>
                        <a:t>English Language (4)</a:t>
                      </a:r>
                    </a:p>
                    <a:p>
                      <a:pPr marL="0" marR="0" indent="0" algn="ctr" defTabSz="4572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600" b="1" kern="1200" dirty="0">
                          <a:solidFill>
                            <a:srgbClr val="7030A0"/>
                          </a:solidFill>
                          <a:effectLst/>
                          <a:latin typeface="IBM Plex Sans Arabic SemiBold" panose="020B0703050203000203" pitchFamily="34" charset="-78"/>
                          <a:ea typeface="+mn-ea"/>
                          <a:cs typeface="IBM Plex Sans Arabic SemiBold" panose="020B0703050203000203" pitchFamily="34" charset="-78"/>
                        </a:rPr>
                        <a:t>Safety Group-06/09/2026 to 24/09/2026</a:t>
                      </a:r>
                    </a:p>
                    <a:p>
                      <a:pPr marL="0" marR="0" indent="0" algn="ctr" defTabSz="4572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600" b="1" kern="1200" dirty="0" err="1">
                          <a:solidFill>
                            <a:srgbClr val="7030A0"/>
                          </a:solidFill>
                          <a:effectLst/>
                          <a:latin typeface="IBM Plex Sans Arabic SemiBold" panose="020B0703050203000203" pitchFamily="34" charset="-78"/>
                          <a:ea typeface="+mn-ea"/>
                          <a:cs typeface="IBM Plex Sans Arabic SemiBold" panose="020B0703050203000203" pitchFamily="34" charset="-78"/>
                        </a:rPr>
                        <a:t>Alkhorayef</a:t>
                      </a:r>
                      <a:r>
                        <a:rPr lang="en-US" sz="600" b="1" kern="1200" dirty="0">
                          <a:solidFill>
                            <a:srgbClr val="7030A0"/>
                          </a:solidFill>
                          <a:effectLst/>
                          <a:latin typeface="IBM Plex Sans Arabic SemiBold" panose="020B0703050203000203" pitchFamily="34" charset="-78"/>
                          <a:ea typeface="+mn-ea"/>
                          <a:cs typeface="IBM Plex Sans Arabic SemiBold" panose="020B0703050203000203" pitchFamily="34" charset="-78"/>
                        </a:rPr>
                        <a:t> ,ILF, </a:t>
                      </a:r>
                      <a:r>
                        <a:rPr lang="en-US" sz="600" b="1" kern="1200" dirty="0" err="1">
                          <a:solidFill>
                            <a:srgbClr val="7030A0"/>
                          </a:solidFill>
                          <a:effectLst/>
                          <a:latin typeface="IBM Plex Sans Arabic SemiBold" panose="020B0703050203000203" pitchFamily="34" charset="-78"/>
                          <a:ea typeface="+mn-ea"/>
                          <a:cs typeface="IBM Plex Sans Arabic SemiBold" panose="020B0703050203000203" pitchFamily="34" charset="-78"/>
                        </a:rPr>
                        <a:t>Bewater</a:t>
                      </a:r>
                      <a:endParaRPr lang="en-US" sz="600" b="1" kern="1200" dirty="0">
                        <a:solidFill>
                          <a:srgbClr val="7030A0"/>
                        </a:solidFill>
                        <a:effectLst/>
                        <a:latin typeface="IBM Plex Sans Arabic SemiBold" panose="020B0703050203000203" pitchFamily="34" charset="-78"/>
                        <a:ea typeface="+mn-ea"/>
                        <a:cs typeface="IBM Plex Sans Arabic SemiBold" panose="020B0703050203000203" pitchFamily="34" charset="-78"/>
                      </a:endParaRPr>
                    </a:p>
                  </a:txBody>
                  <a:tcPr anchor="ctr">
                    <a:solidFill>
                      <a:srgbClr val="F1F5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4572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600" b="1" kern="1200" dirty="0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IBM Plex Sans Arabic SemiBold" panose="020B0703050203000203" pitchFamily="34" charset="-78"/>
                          <a:ea typeface="+mn-ea"/>
                          <a:cs typeface="IBM Plex Sans Arabic SemiBold" panose="020B0703050203000203" pitchFamily="34" charset="-78"/>
                        </a:rPr>
                        <a:t>ENG 224</a:t>
                      </a:r>
                    </a:p>
                  </a:txBody>
                  <a:tcPr marL="0" marR="0" marT="0" marB="0" anchor="ctr">
                    <a:solidFill>
                      <a:srgbClr val="F1F5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600" b="1" kern="1200" dirty="0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IBM Plex Sans Arabic SemiBold" panose="020B0703050203000203" pitchFamily="34" charset="-78"/>
                          <a:ea typeface="+mn-ea"/>
                          <a:cs typeface="IBM Plex Sans Arabic SemiBold" panose="020B0703050203000203" pitchFamily="34" charset="-78"/>
                        </a:rPr>
                        <a:t>15</a:t>
                      </a: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600" b="1" kern="1200" dirty="0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IBM Plex Sans Arabic SemiBold" panose="020B0703050203000203" pitchFamily="34" charset="-78"/>
                          <a:ea typeface="+mn-ea"/>
                          <a:cs typeface="IBM Plex Sans Arabic SemiBold" panose="020B0703050203000203" pitchFamily="34" charset="-78"/>
                        </a:rPr>
                        <a:t>Days</a:t>
                      </a:r>
                      <a:endParaRPr lang="vi-VN" sz="600" b="1" kern="1200" dirty="0">
                        <a:solidFill>
                          <a:schemeClr val="accent5">
                            <a:lumMod val="75000"/>
                          </a:schemeClr>
                        </a:solidFill>
                        <a:effectLst/>
                        <a:latin typeface="IBM Plex Sans Arabic SemiBold" panose="020B0703050203000203" pitchFamily="34" charset="-78"/>
                        <a:ea typeface="+mn-ea"/>
                        <a:cs typeface="IBM Plex Sans Arabic SemiBold" panose="020B0703050203000203" pitchFamily="34" charset="-78"/>
                      </a:endParaRPr>
                    </a:p>
                  </a:txBody>
                  <a:tcPr anchor="ctr">
                    <a:solidFill>
                      <a:srgbClr val="F1F5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600" b="1" kern="1200" noProof="0" dirty="0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IBM Plex Sans Arabic SemiBold" panose="020B0703050203000203" pitchFamily="34" charset="-78"/>
                          <a:ea typeface="+mn-ea"/>
                          <a:cs typeface="IBM Plex Sans Arabic SemiBold" panose="020B0703050203000203" pitchFamily="34" charset="-78"/>
                        </a:rPr>
                        <a:t>Bassam </a:t>
                      </a:r>
                      <a:endParaRPr lang="ar-SA" sz="600" b="1" kern="1200" noProof="0" dirty="0">
                        <a:solidFill>
                          <a:schemeClr val="accent5">
                            <a:lumMod val="75000"/>
                          </a:schemeClr>
                        </a:solidFill>
                        <a:effectLst/>
                        <a:latin typeface="IBM Plex Sans Arabic SemiBold" panose="020B0703050203000203" pitchFamily="34" charset="-78"/>
                        <a:ea typeface="+mn-ea"/>
                        <a:cs typeface="IBM Plex Sans Arabic SemiBold" panose="020B0703050203000203" pitchFamily="34" charset="-78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600" b="1" kern="1200" noProof="0" dirty="0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IBM Plex Sans Arabic SemiBold" panose="020B0703050203000203" pitchFamily="34" charset="-78"/>
                          <a:ea typeface="+mn-ea"/>
                          <a:cs typeface="IBM Plex Sans Arabic SemiBold" panose="020B0703050203000203" pitchFamily="34" charset="-78"/>
                        </a:rPr>
                        <a:t>Ahmed</a:t>
                      </a:r>
                    </a:p>
                  </a:txBody>
                  <a:tcPr anchor="ctr">
                    <a:solidFill>
                      <a:srgbClr val="F1F5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600" b="1" kern="1200" noProof="0" dirty="0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IBM Plex Sans Arabic SemiBold" panose="020B0703050203000203" pitchFamily="34" charset="-78"/>
                          <a:ea typeface="+mn-ea"/>
                          <a:cs typeface="IBM Plex Sans Arabic SemiBold" panose="020B0703050203000203" pitchFamily="34" charset="-78"/>
                        </a:rPr>
                        <a:t>B1-80</a:t>
                      </a:r>
                    </a:p>
                  </a:txBody>
                  <a:tcPr anchor="ctr">
                    <a:solidFill>
                      <a:srgbClr val="F1F5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4572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SA" sz="600" b="1" kern="1200" dirty="0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IBM Plex Sans Arabic SemiBold" panose="020B0703050203000203" pitchFamily="34" charset="-78"/>
                          <a:ea typeface="+mn-ea"/>
                          <a:cs typeface="IBM Plex Sans Arabic SemiBold" panose="020B0703050203000203" pitchFamily="34" charset="-78"/>
                        </a:rPr>
                        <a:t>8</a:t>
                      </a:r>
                      <a:endParaRPr lang="en-US" sz="600" b="1" kern="1200" dirty="0">
                        <a:solidFill>
                          <a:schemeClr val="accent5">
                            <a:lumMod val="75000"/>
                          </a:schemeClr>
                        </a:solidFill>
                        <a:effectLst/>
                        <a:latin typeface="IBM Plex Sans Arabic SemiBold" panose="020B0703050203000203" pitchFamily="34" charset="-78"/>
                        <a:ea typeface="+mn-ea"/>
                        <a:cs typeface="IBM Plex Sans Arabic SemiBold" panose="020B0703050203000203" pitchFamily="34" charset="-78"/>
                      </a:endParaRPr>
                    </a:p>
                  </a:txBody>
                  <a:tcPr anchor="ctr">
                    <a:solidFill>
                      <a:srgbClr val="F1F5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600" b="1" kern="1200" dirty="0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IBM Plex Sans Arabic SemiBold" panose="020B0703050203000203" pitchFamily="34" charset="-78"/>
                          <a:ea typeface="+mn-ea"/>
                          <a:cs typeface="IBM Plex Sans Arabic SemiBold" panose="020B0703050203000203" pitchFamily="34" charset="-78"/>
                        </a:rPr>
                        <a:t>08:00</a:t>
                      </a: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600" b="1" kern="1200" dirty="0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IBM Plex Sans Arabic SemiBold" panose="020B0703050203000203" pitchFamily="34" charset="-78"/>
                          <a:ea typeface="+mn-ea"/>
                          <a:cs typeface="IBM Plex Sans Arabic SemiBold" panose="020B0703050203000203" pitchFamily="34" charset="-78"/>
                        </a:rPr>
                        <a:t>14:00</a:t>
                      </a:r>
                      <a:endParaRPr lang="vi-VN" sz="600" b="1" kern="1200" dirty="0">
                        <a:solidFill>
                          <a:schemeClr val="accent5">
                            <a:lumMod val="75000"/>
                          </a:schemeClr>
                        </a:solidFill>
                        <a:effectLst/>
                        <a:latin typeface="IBM Plex Sans Arabic SemiBold" panose="020B0703050203000203" pitchFamily="34" charset="-78"/>
                        <a:ea typeface="+mn-ea"/>
                        <a:cs typeface="IBM Plex Sans Arabic SemiBold" panose="020B0703050203000203" pitchFamily="34" charset="-78"/>
                      </a:endParaRPr>
                    </a:p>
                  </a:txBody>
                  <a:tcPr anchor="ctr">
                    <a:solidFill>
                      <a:srgbClr val="F1F5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600" b="1" kern="1200" dirty="0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IBM Plex Sans Arabic SemiBold" panose="020B0703050203000203" pitchFamily="34" charset="-78"/>
                          <a:ea typeface="+mn-ea"/>
                          <a:cs typeface="IBM Plex Sans Arabic SemiBold" panose="020B0703050203000203" pitchFamily="34" charset="-78"/>
                        </a:rPr>
                        <a:t>09:00</a:t>
                      </a: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600" b="1" kern="1200" dirty="0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IBM Plex Sans Arabic SemiBold" panose="020B0703050203000203" pitchFamily="34" charset="-78"/>
                          <a:ea typeface="+mn-ea"/>
                          <a:cs typeface="IBM Plex Sans Arabic SemiBold" panose="020B0703050203000203" pitchFamily="34" charset="-78"/>
                        </a:rPr>
                        <a:t>09:30</a:t>
                      </a:r>
                      <a:endParaRPr lang="vi-VN" sz="600" b="1" kern="1200" dirty="0">
                        <a:solidFill>
                          <a:schemeClr val="accent5">
                            <a:lumMod val="75000"/>
                          </a:schemeClr>
                        </a:solidFill>
                        <a:effectLst/>
                        <a:latin typeface="IBM Plex Sans Arabic SemiBold" panose="020B0703050203000203" pitchFamily="34" charset="-78"/>
                        <a:ea typeface="+mn-ea"/>
                        <a:cs typeface="IBM Plex Sans Arabic SemiBold" panose="020B0703050203000203" pitchFamily="34" charset="-78"/>
                      </a:endParaRPr>
                    </a:p>
                  </a:txBody>
                  <a:tcPr anchor="ctr">
                    <a:solidFill>
                      <a:srgbClr val="F1F5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600" b="1" kern="1200" dirty="0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IBM Plex Sans Arabic SemiBold" panose="020B0703050203000203" pitchFamily="34" charset="-78"/>
                          <a:ea typeface="+mn-ea"/>
                          <a:cs typeface="IBM Plex Sans Arabic SemiBold" panose="020B0703050203000203" pitchFamily="34" charset="-78"/>
                        </a:rPr>
                        <a:t>11:00</a:t>
                      </a:r>
                      <a:endParaRPr lang="vi-VN" sz="600" b="1" kern="1200" dirty="0">
                        <a:solidFill>
                          <a:schemeClr val="accent5">
                            <a:lumMod val="75000"/>
                          </a:schemeClr>
                        </a:solidFill>
                        <a:effectLst/>
                        <a:latin typeface="IBM Plex Sans Arabic SemiBold" panose="020B0703050203000203" pitchFamily="34" charset="-78"/>
                        <a:ea typeface="+mn-ea"/>
                        <a:cs typeface="IBM Plex Sans Arabic SemiBold" panose="020B0703050203000203" pitchFamily="34" charset="-78"/>
                      </a:endParaRPr>
                    </a:p>
                  </a:txBody>
                  <a:tcPr anchor="ctr">
                    <a:solidFill>
                      <a:srgbClr val="F1F5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01547821"/>
                  </a:ext>
                </a:extLst>
              </a:tr>
              <a:tr h="355913">
                <a:tc>
                  <a:txBody>
                    <a:bodyPr/>
                    <a:lstStyle/>
                    <a:p>
                      <a:pPr marL="0" marR="0" lvl="0" indent="0" algn="ctr" defTabSz="4572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SA" sz="600" b="1" kern="1200" dirty="0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IBM Plex Sans Arabic SemiBold" panose="020B0703050203000203" pitchFamily="34" charset="-78"/>
                          <a:ea typeface="+mn-ea"/>
                          <a:cs typeface="IBM Plex Sans Arabic SemiBold" panose="020B0703050203000203" pitchFamily="34" charset="-78"/>
                        </a:rPr>
                        <a:t> لغة إنجليزية (2)</a:t>
                      </a:r>
                    </a:p>
                    <a:p>
                      <a:pPr marL="0" marR="0" lvl="0" indent="0" algn="ctr" defTabSz="4572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600" b="1" kern="1200" dirty="0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IBM Plex Sans Arabic SemiBold" panose="020B0703050203000203" pitchFamily="34" charset="-78"/>
                          <a:ea typeface="+mn-ea"/>
                          <a:cs typeface="IBM Plex Sans Arabic SemiBold" panose="020B0703050203000203" pitchFamily="34" charset="-78"/>
                        </a:rPr>
                        <a:t>English Language II</a:t>
                      </a:r>
                    </a:p>
                    <a:p>
                      <a:pPr marL="0" marR="0" lvl="0" indent="0" algn="ctr" defTabSz="4572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600" b="1" kern="1200" dirty="0">
                          <a:solidFill>
                            <a:srgbClr val="7030A0"/>
                          </a:solidFill>
                          <a:effectLst/>
                          <a:latin typeface="IBM Plex Sans Arabic SemiBold" panose="020B0703050203000203" pitchFamily="34" charset="-78"/>
                          <a:ea typeface="+mn-ea"/>
                          <a:cs typeface="IBM Plex Sans Arabic SemiBold" panose="020B0703050203000203" pitchFamily="34" charset="-78"/>
                        </a:rPr>
                        <a:t>30/08/2026 to 24/09/2026</a:t>
                      </a:r>
                    </a:p>
                    <a:p>
                      <a:pPr marL="0" marR="0" lvl="0" indent="0" algn="ctr" defTabSz="4572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600" b="1" kern="1200" dirty="0">
                          <a:solidFill>
                            <a:srgbClr val="7030A0"/>
                          </a:solidFill>
                          <a:effectLst/>
                          <a:latin typeface="IBM Plex Sans Arabic SemiBold" panose="020B0703050203000203" pitchFamily="34" charset="-78"/>
                          <a:ea typeface="+mn-ea"/>
                          <a:cs typeface="IBM Plex Sans Arabic SemiBold" panose="020B0703050203000203" pitchFamily="34" charset="-78"/>
                        </a:rPr>
                        <a:t>KSB(Batch-2) </a:t>
                      </a:r>
                    </a:p>
                  </a:txBody>
                  <a:tcPr anchor="ctr">
                    <a:solidFill>
                      <a:srgbClr val="D7E5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600" b="1" kern="1200" dirty="0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IBM Plex Sans Arabic SemiBold" panose="020B0703050203000203" pitchFamily="34" charset="-78"/>
                          <a:ea typeface="+mn-ea"/>
                          <a:cs typeface="IBM Plex Sans Arabic SemiBold" panose="020B0703050203000203" pitchFamily="34" charset="-78"/>
                        </a:rPr>
                        <a:t>ENG 122</a:t>
                      </a:r>
                    </a:p>
                  </a:txBody>
                  <a:tcPr anchor="ctr">
                    <a:solidFill>
                      <a:srgbClr val="D7E5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600" b="1" kern="1200" dirty="0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IBM Plex Sans Arabic SemiBold" panose="020B0703050203000203" pitchFamily="34" charset="-78"/>
                          <a:ea typeface="+mn-ea"/>
                          <a:cs typeface="IBM Plex Sans Arabic SemiBold" panose="020B0703050203000203" pitchFamily="34" charset="-78"/>
                        </a:rPr>
                        <a:t>20</a:t>
                      </a: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600" b="1" kern="1200" dirty="0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IBM Plex Sans Arabic SemiBold" panose="020B0703050203000203" pitchFamily="34" charset="-78"/>
                          <a:ea typeface="+mn-ea"/>
                          <a:cs typeface="IBM Plex Sans Arabic SemiBold" panose="020B0703050203000203" pitchFamily="34" charset="-78"/>
                        </a:rPr>
                        <a:t>Days</a:t>
                      </a:r>
                      <a:endParaRPr lang="vi-VN" sz="600" b="1" kern="1200" dirty="0">
                        <a:solidFill>
                          <a:schemeClr val="accent5">
                            <a:lumMod val="75000"/>
                          </a:schemeClr>
                        </a:solidFill>
                        <a:effectLst/>
                        <a:latin typeface="IBM Plex Sans Arabic SemiBold" panose="020B0703050203000203" pitchFamily="34" charset="-78"/>
                        <a:ea typeface="+mn-ea"/>
                        <a:cs typeface="IBM Plex Sans Arabic SemiBold" panose="020B0703050203000203" pitchFamily="34" charset="-78"/>
                      </a:endParaRPr>
                    </a:p>
                  </a:txBody>
                  <a:tcPr anchor="ctr">
                    <a:solidFill>
                      <a:srgbClr val="D7E5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600" b="1" kern="1200" dirty="0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IBM Plex Sans Arabic SemiBold" panose="020B0703050203000203" pitchFamily="34" charset="-78"/>
                          <a:ea typeface="+mn-ea"/>
                          <a:cs typeface="IBM Plex Sans Arabic SemiBold" panose="020B0703050203000203" pitchFamily="34" charset="-78"/>
                        </a:rPr>
                        <a:t>Al-Hadi Abdullah</a:t>
                      </a:r>
                    </a:p>
                  </a:txBody>
                  <a:tcPr anchor="ctr">
                    <a:solidFill>
                      <a:srgbClr val="D7E5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600" b="1" kern="1200" dirty="0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IBM Plex Sans Arabic SemiBold" panose="020B0703050203000203" pitchFamily="34" charset="-78"/>
                          <a:ea typeface="+mn-ea"/>
                          <a:cs typeface="IBM Plex Sans Arabic SemiBold" panose="020B0703050203000203" pitchFamily="34" charset="-78"/>
                        </a:rPr>
                        <a:t>B1-71</a:t>
                      </a:r>
                    </a:p>
                  </a:txBody>
                  <a:tcPr anchor="ctr">
                    <a:solidFill>
                      <a:srgbClr val="D7E5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600" b="1" kern="1200" dirty="0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IBM Plex Sans Arabic SemiBold" panose="020B0703050203000203" pitchFamily="34" charset="-78"/>
                          <a:ea typeface="+mn-ea"/>
                          <a:cs typeface="IBM Plex Sans Arabic SemiBold" panose="020B0703050203000203" pitchFamily="34" charset="-78"/>
                        </a:rPr>
                        <a:t>20</a:t>
                      </a:r>
                    </a:p>
                  </a:txBody>
                  <a:tcPr anchor="ctr">
                    <a:solidFill>
                      <a:srgbClr val="D7E5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600" b="1" kern="1200" dirty="0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IBM Plex Sans Arabic SemiBold" panose="020B0703050203000203" pitchFamily="34" charset="-78"/>
                          <a:ea typeface="+mn-ea"/>
                          <a:cs typeface="IBM Plex Sans Arabic SemiBold" panose="020B0703050203000203" pitchFamily="34" charset="-78"/>
                        </a:rPr>
                        <a:t>08:00</a:t>
                      </a: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600" b="1" kern="1200" dirty="0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IBM Plex Sans Arabic SemiBold" panose="020B0703050203000203" pitchFamily="34" charset="-78"/>
                          <a:ea typeface="+mn-ea"/>
                          <a:cs typeface="IBM Plex Sans Arabic SemiBold" panose="020B0703050203000203" pitchFamily="34" charset="-78"/>
                        </a:rPr>
                        <a:t>14:00</a:t>
                      </a:r>
                      <a:endParaRPr lang="vi-VN" sz="600" b="1" kern="1200" dirty="0">
                        <a:solidFill>
                          <a:schemeClr val="accent5">
                            <a:lumMod val="75000"/>
                          </a:schemeClr>
                        </a:solidFill>
                        <a:effectLst/>
                        <a:latin typeface="IBM Plex Sans Arabic SemiBold" panose="020B0703050203000203" pitchFamily="34" charset="-78"/>
                        <a:ea typeface="+mn-ea"/>
                        <a:cs typeface="IBM Plex Sans Arabic SemiBold" panose="020B0703050203000203" pitchFamily="34" charset="-78"/>
                      </a:endParaRPr>
                    </a:p>
                  </a:txBody>
                  <a:tcPr anchor="ctr">
                    <a:solidFill>
                      <a:srgbClr val="D7E5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600" b="1" kern="1200" dirty="0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IBM Plex Sans Arabic SemiBold" panose="020B0703050203000203" pitchFamily="34" charset="-78"/>
                          <a:ea typeface="+mn-ea"/>
                          <a:cs typeface="IBM Plex Sans Arabic SemiBold" panose="020B0703050203000203" pitchFamily="34" charset="-78"/>
                        </a:rPr>
                        <a:t>09:00</a:t>
                      </a: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600" b="1" kern="1200" dirty="0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IBM Plex Sans Arabic SemiBold" panose="020B0703050203000203" pitchFamily="34" charset="-78"/>
                          <a:ea typeface="+mn-ea"/>
                          <a:cs typeface="IBM Plex Sans Arabic SemiBold" panose="020B0703050203000203" pitchFamily="34" charset="-78"/>
                        </a:rPr>
                        <a:t>09:30</a:t>
                      </a:r>
                      <a:endParaRPr lang="vi-VN" sz="600" b="1" kern="1200" dirty="0">
                        <a:solidFill>
                          <a:schemeClr val="accent5">
                            <a:lumMod val="75000"/>
                          </a:schemeClr>
                        </a:solidFill>
                        <a:effectLst/>
                        <a:latin typeface="IBM Plex Sans Arabic SemiBold" panose="020B0703050203000203" pitchFamily="34" charset="-78"/>
                        <a:ea typeface="+mn-ea"/>
                        <a:cs typeface="IBM Plex Sans Arabic SemiBold" panose="020B0703050203000203" pitchFamily="34" charset="-78"/>
                      </a:endParaRPr>
                    </a:p>
                  </a:txBody>
                  <a:tcPr anchor="ctr">
                    <a:solidFill>
                      <a:srgbClr val="D7E5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600" b="1" kern="1200" dirty="0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IBM Plex Sans Arabic SemiBold" panose="020B0703050203000203" pitchFamily="34" charset="-78"/>
                          <a:ea typeface="+mn-ea"/>
                          <a:cs typeface="IBM Plex Sans Arabic SemiBold" panose="020B0703050203000203" pitchFamily="34" charset="-78"/>
                        </a:rPr>
                        <a:t>11:00</a:t>
                      </a:r>
                      <a:endParaRPr lang="vi-VN" sz="600" b="1" kern="1200" dirty="0">
                        <a:solidFill>
                          <a:schemeClr val="accent5">
                            <a:lumMod val="75000"/>
                          </a:schemeClr>
                        </a:solidFill>
                        <a:effectLst/>
                        <a:latin typeface="IBM Plex Sans Arabic SemiBold" panose="020B0703050203000203" pitchFamily="34" charset="-78"/>
                        <a:ea typeface="+mn-ea"/>
                        <a:cs typeface="IBM Plex Sans Arabic SemiBold" panose="020B0703050203000203" pitchFamily="34" charset="-78"/>
                      </a:endParaRPr>
                    </a:p>
                  </a:txBody>
                  <a:tcPr anchor="ctr">
                    <a:solidFill>
                      <a:srgbClr val="D7E5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16535419"/>
                  </a:ext>
                </a:extLst>
              </a:tr>
            </a:tbl>
          </a:graphicData>
        </a:graphic>
      </p:graphicFrame>
      <p:sp>
        <p:nvSpPr>
          <p:cNvPr id="3" name="BJPseudoFooter">
            <a:extLst>
              <a:ext uri="{FF2B5EF4-FFF2-40B4-BE49-F238E27FC236}">
                <a16:creationId xmlns:a16="http://schemas.microsoft.com/office/drawing/2014/main" id="{D7BBB0BE-8D54-9074-39C2-C251F8197782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3386140" y="10445592"/>
            <a:ext cx="787395" cy="246221"/>
          </a:xfrm>
          <a:prstGeom prst="rect">
            <a:avLst/>
          </a:prstGeom>
          <a:noFill/>
        </p:spPr>
        <p:txBody>
          <a:bodyPr vert="horz" wrap="none" rtlCol="0">
            <a:spAutoFit/>
          </a:bodyPr>
          <a:lstStyle/>
          <a:p>
            <a:pPr algn="ctr"/>
            <a:r>
              <a:rPr lang="en-US" sz="1000">
                <a:solidFill>
                  <a:srgbClr val="000000"/>
                </a:solidFill>
                <a:latin typeface="Times New Roman" panose="02020603050405020304" pitchFamily="18" charset="0"/>
              </a:rPr>
              <a:t>Public    </a:t>
            </a:r>
            <a:r>
              <a:rPr lang="ar-SA" sz="1000">
                <a:solidFill>
                  <a:srgbClr val="000000"/>
                </a:solidFill>
                <a:latin typeface="Times New Roman" panose="02020603050405020304" pitchFamily="18" charset="0"/>
              </a:rPr>
              <a:t>عام</a:t>
            </a:r>
            <a:endParaRPr lang="en-US" sz="10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598588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مستطيل 51">
            <a:extLst>
              <a:ext uri="{FF2B5EF4-FFF2-40B4-BE49-F238E27FC236}">
                <a16:creationId xmlns:a16="http://schemas.microsoft.com/office/drawing/2014/main" id="{EFF276EA-09D9-BED9-EBF6-1C980B91CDE5}"/>
              </a:ext>
            </a:extLst>
          </p:cNvPr>
          <p:cNvSpPr/>
          <p:nvPr/>
        </p:nvSpPr>
        <p:spPr>
          <a:xfrm>
            <a:off x="142874" y="425649"/>
            <a:ext cx="7205347" cy="383753"/>
          </a:xfrm>
          <a:prstGeom prst="rect">
            <a:avLst/>
          </a:prstGeom>
          <a:solidFill>
            <a:srgbClr val="00349C"/>
          </a:solidFill>
          <a:ln>
            <a:solidFill>
              <a:srgbClr val="F8F8F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marL="0" algn="ctr" defTabSz="914400" rtl="0" eaLnBrk="1" latinLnBrk="0" hangingPunct="1"/>
            <a:endParaRPr lang="ar-SA" dirty="0"/>
          </a:p>
        </p:txBody>
      </p:sp>
      <p:sp>
        <p:nvSpPr>
          <p:cNvPr id="53" name="عنصر نائب للنص 2">
            <a:extLst>
              <a:ext uri="{FF2B5EF4-FFF2-40B4-BE49-F238E27FC236}">
                <a16:creationId xmlns:a16="http://schemas.microsoft.com/office/drawing/2014/main" id="{0018721A-3DA9-9EC3-FFA8-FDBBD6597EFA}"/>
              </a:ext>
            </a:extLst>
          </p:cNvPr>
          <p:cNvSpPr txBox="1">
            <a:spLocks/>
          </p:cNvSpPr>
          <p:nvPr/>
        </p:nvSpPr>
        <p:spPr>
          <a:xfrm>
            <a:off x="1907630" y="471469"/>
            <a:ext cx="5450084" cy="287135"/>
          </a:xfrm>
          <a:prstGeom prst="rect">
            <a:avLst/>
          </a:prstGeom>
        </p:spPr>
        <p:txBody>
          <a:bodyPr anchor="ctr"/>
          <a:lstStyle>
            <a:lvl1pPr marL="0" indent="-141747" algn="r" defTabSz="567019" rtl="1" eaLnBrk="1" latinLnBrk="0" hangingPunct="1">
              <a:lnSpc>
                <a:spcPct val="90000"/>
              </a:lnSpc>
              <a:spcBef>
                <a:spcPts val="620"/>
              </a:spcBef>
              <a:buFont typeface="Arial" panose="020B0604020202020204" pitchFamily="34" charset="0"/>
              <a:buChar char="•"/>
              <a:defRPr sz="1736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25240" indent="-141747" algn="r" defTabSz="566987" rtl="1" eaLnBrk="1" latinLnBrk="0" hangingPunct="1">
              <a:lnSpc>
                <a:spcPct val="90000"/>
              </a:lnSpc>
              <a:spcBef>
                <a:spcPts val="310"/>
              </a:spcBef>
              <a:buFont typeface="Arial" panose="020B0604020202020204" pitchFamily="34" charset="0"/>
              <a:buChar char="•"/>
              <a:defRPr sz="14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08733" indent="-141747" algn="r" defTabSz="566987" rtl="1" eaLnBrk="1" latinLnBrk="0" hangingPunct="1">
              <a:lnSpc>
                <a:spcPct val="90000"/>
              </a:lnSpc>
              <a:spcBef>
                <a:spcPts val="310"/>
              </a:spcBef>
              <a:buFont typeface="Arial" panose="020B0604020202020204" pitchFamily="34" charset="0"/>
              <a:buChar char="•"/>
              <a:defRPr sz="12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50480" indent="0" algn="r" defTabSz="566987" rtl="1" eaLnBrk="1" latinLnBrk="0" hangingPunct="1">
              <a:lnSpc>
                <a:spcPct val="90000"/>
              </a:lnSpc>
              <a:spcBef>
                <a:spcPts val="310"/>
              </a:spcBef>
              <a:buFont typeface="Arial" panose="020B0604020202020204" pitchFamily="34" charset="0"/>
              <a:buNone/>
              <a:defRPr sz="111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33974" indent="0" algn="r" defTabSz="566987" rtl="1" eaLnBrk="1" latinLnBrk="0" hangingPunct="1">
              <a:lnSpc>
                <a:spcPct val="90000"/>
              </a:lnSpc>
              <a:spcBef>
                <a:spcPts val="310"/>
              </a:spcBef>
              <a:buFont typeface="Arial" panose="020B0604020202020204" pitchFamily="34" charset="0"/>
              <a:buNone/>
              <a:defRPr sz="111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59214" indent="-141747" algn="r" defTabSz="566987" rtl="1" eaLnBrk="1" latinLnBrk="0" hangingPunct="1">
              <a:lnSpc>
                <a:spcPct val="90000"/>
              </a:lnSpc>
              <a:spcBef>
                <a:spcPts val="310"/>
              </a:spcBef>
              <a:buFont typeface="Arial" panose="020B0604020202020204" pitchFamily="34" charset="0"/>
              <a:buChar char="•"/>
              <a:defRPr sz="111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42707" indent="-141747" algn="r" defTabSz="566987" rtl="1" eaLnBrk="1" latinLnBrk="0" hangingPunct="1">
              <a:lnSpc>
                <a:spcPct val="90000"/>
              </a:lnSpc>
              <a:spcBef>
                <a:spcPts val="310"/>
              </a:spcBef>
              <a:buFont typeface="Arial" panose="020B0604020202020204" pitchFamily="34" charset="0"/>
              <a:buChar char="•"/>
              <a:defRPr sz="111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26201" indent="-141747" algn="r" defTabSz="566987" rtl="1" eaLnBrk="1" latinLnBrk="0" hangingPunct="1">
              <a:lnSpc>
                <a:spcPct val="90000"/>
              </a:lnSpc>
              <a:spcBef>
                <a:spcPts val="310"/>
              </a:spcBef>
              <a:buFont typeface="Arial" panose="020B0604020202020204" pitchFamily="34" charset="0"/>
              <a:buChar char="•"/>
              <a:defRPr sz="111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09694" indent="-141747" algn="r" defTabSz="566987" rtl="1" eaLnBrk="1" latinLnBrk="0" hangingPunct="1">
              <a:lnSpc>
                <a:spcPct val="90000"/>
              </a:lnSpc>
              <a:spcBef>
                <a:spcPts val="310"/>
              </a:spcBef>
              <a:buFont typeface="Arial" panose="020B0604020202020204" pitchFamily="34" charset="0"/>
              <a:buChar char="•"/>
              <a:defRPr sz="111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0">
              <a:buFont typeface="Arial" panose="020B0604020202020204" pitchFamily="34" charset="0"/>
              <a:buNone/>
            </a:pPr>
            <a:r>
              <a:rPr lang="ar-SA" b="1" dirty="0">
                <a:solidFill>
                  <a:schemeClr val="bg1"/>
                </a:solidFill>
                <a:latin typeface="IBM Plex Sans Arabic" panose="020B0503050203000203" pitchFamily="34" charset="-78"/>
                <a:cs typeface="IBM Plex Sans Arabic" panose="020B0503050203000203" pitchFamily="34" charset="-78"/>
              </a:rPr>
              <a:t>خـــــطـــــــط الـــــتــــــــــــدريــــــــــــــــــــب الاســـــبــــــــــــــــوعـــــــــــــــــــــــــــــــــــــــــــــي</a:t>
            </a:r>
          </a:p>
        </p:txBody>
      </p:sp>
      <p:graphicFrame>
        <p:nvGraphicFramePr>
          <p:cNvPr id="2" name="Chart 1">
            <a:extLst>
              <a:ext uri="{FF2B5EF4-FFF2-40B4-BE49-F238E27FC236}">
                <a16:creationId xmlns:a16="http://schemas.microsoft.com/office/drawing/2014/main" id="{EE92368F-D476-19FD-626D-CBD40F63944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108418750"/>
              </p:ext>
            </p:extLst>
          </p:nvPr>
        </p:nvGraphicFramePr>
        <p:xfrm>
          <a:off x="8316340" y="7938194"/>
          <a:ext cx="3026615" cy="229939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4729E265-7E24-CEDC-CD73-0A1EABAEDEE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15928720"/>
              </p:ext>
            </p:extLst>
          </p:nvPr>
        </p:nvGraphicFramePr>
        <p:xfrm>
          <a:off x="7841491" y="990043"/>
          <a:ext cx="7002927" cy="441506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99574">
                  <a:extLst>
                    <a:ext uri="{9D8B030D-6E8A-4147-A177-3AD203B41FA5}">
                      <a16:colId xmlns:a16="http://schemas.microsoft.com/office/drawing/2014/main" val="726384040"/>
                    </a:ext>
                  </a:extLst>
                </a:gridCol>
                <a:gridCol w="648072">
                  <a:extLst>
                    <a:ext uri="{9D8B030D-6E8A-4147-A177-3AD203B41FA5}">
                      <a16:colId xmlns:a16="http://schemas.microsoft.com/office/drawing/2014/main" val="1355934814"/>
                    </a:ext>
                  </a:extLst>
                </a:gridCol>
                <a:gridCol w="648072">
                  <a:extLst>
                    <a:ext uri="{9D8B030D-6E8A-4147-A177-3AD203B41FA5}">
                      <a16:colId xmlns:a16="http://schemas.microsoft.com/office/drawing/2014/main" val="2062052948"/>
                    </a:ext>
                  </a:extLst>
                </a:gridCol>
                <a:gridCol w="881814">
                  <a:extLst>
                    <a:ext uri="{9D8B030D-6E8A-4147-A177-3AD203B41FA5}">
                      <a16:colId xmlns:a16="http://schemas.microsoft.com/office/drawing/2014/main" val="621713318"/>
                    </a:ext>
                  </a:extLst>
                </a:gridCol>
                <a:gridCol w="2718586">
                  <a:extLst>
                    <a:ext uri="{9D8B030D-6E8A-4147-A177-3AD203B41FA5}">
                      <a16:colId xmlns:a16="http://schemas.microsoft.com/office/drawing/2014/main" val="3340034655"/>
                    </a:ext>
                  </a:extLst>
                </a:gridCol>
                <a:gridCol w="1406809">
                  <a:extLst>
                    <a:ext uri="{9D8B030D-6E8A-4147-A177-3AD203B41FA5}">
                      <a16:colId xmlns:a16="http://schemas.microsoft.com/office/drawing/2014/main" val="3850417023"/>
                    </a:ext>
                  </a:extLst>
                </a:gridCol>
              </a:tblGrid>
              <a:tr h="414807">
                <a:tc>
                  <a:txBody>
                    <a:bodyPr/>
                    <a:lstStyle/>
                    <a:p>
                      <a:pPr marL="0" marR="0" lvl="0" indent="0" algn="ctr" defTabSz="56698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SA" sz="900" b="1" kern="1200" dirty="0">
                          <a:solidFill>
                            <a:schemeClr val="bg1"/>
                          </a:solidFill>
                          <a:latin typeface="SWCC 2-" panose="00000500000000000000" pitchFamily="2" charset="-78"/>
                          <a:ea typeface="+mn-ea"/>
                          <a:cs typeface="SWCC 2-" panose="00000500000000000000" pitchFamily="2" charset="-78"/>
                        </a:rPr>
                        <a:t>عدد المجموعات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566987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SA" sz="1000" b="1" kern="1200" dirty="0">
                          <a:solidFill>
                            <a:schemeClr val="bg1"/>
                          </a:solidFill>
                          <a:latin typeface="SWCC 2-" panose="00000500000000000000" pitchFamily="2" charset="-78"/>
                          <a:ea typeface="+mn-ea"/>
                          <a:cs typeface="SWCC 2-" panose="00000500000000000000" pitchFamily="2" charset="-78"/>
                        </a:rPr>
                        <a:t>عدد المتدربين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566987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SA" sz="1050" b="1" kern="1200" dirty="0">
                          <a:solidFill>
                            <a:schemeClr val="bg1"/>
                          </a:solidFill>
                          <a:latin typeface="SWCC 2-" panose="00000500000000000000" pitchFamily="2" charset="-78"/>
                          <a:ea typeface="+mn-ea"/>
                          <a:cs typeface="SWCC 2-" panose="00000500000000000000" pitchFamily="2" charset="-78"/>
                        </a:rPr>
                        <a:t>عدد البرامج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56698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SA" sz="1200" b="1" kern="1200" dirty="0">
                          <a:solidFill>
                            <a:schemeClr val="bg1"/>
                          </a:solidFill>
                          <a:latin typeface="SWCC 2-" panose="00000500000000000000" pitchFamily="2" charset="-78"/>
                          <a:ea typeface="+mn-ea"/>
                          <a:cs typeface="SWCC 2-" panose="00000500000000000000" pitchFamily="2" charset="-78"/>
                        </a:rPr>
                        <a:t>موقع التنفيذ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56698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SA" sz="1200" b="1" kern="1200" dirty="0">
                          <a:solidFill>
                            <a:schemeClr val="bg1"/>
                          </a:solidFill>
                          <a:latin typeface="SWCC 2-" panose="00000500000000000000" pitchFamily="2" charset="-78"/>
                          <a:ea typeface="+mn-ea"/>
                          <a:cs typeface="SWCC 2-" panose="00000500000000000000" pitchFamily="2" charset="-78"/>
                        </a:rPr>
                        <a:t>اسم البرنامج</a:t>
                      </a:r>
                    </a:p>
                    <a:p>
                      <a:pPr marL="0" marR="0" lvl="0" indent="0" algn="ctr" defTabSz="56698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ar-SA" sz="1200" b="1" kern="1200" dirty="0">
                        <a:solidFill>
                          <a:schemeClr val="bg1"/>
                        </a:solidFill>
                        <a:latin typeface="SWCC 2-" panose="00000500000000000000" pitchFamily="2" charset="-78"/>
                        <a:ea typeface="+mn-ea"/>
                        <a:cs typeface="SWCC 2-" panose="00000500000000000000" pitchFamily="2" charset="-7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566987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SA" sz="1200" b="1" kern="1200" dirty="0">
                          <a:solidFill>
                            <a:schemeClr val="bg1"/>
                          </a:solidFill>
                          <a:latin typeface="SWCC 2-" panose="00000500000000000000" pitchFamily="2" charset="-78"/>
                          <a:ea typeface="+mn-ea"/>
                          <a:cs typeface="SWCC 2-" panose="00000500000000000000" pitchFamily="2" charset="-78"/>
                        </a:rPr>
                        <a:t>الجهات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44208094"/>
                  </a:ext>
                </a:extLst>
              </a:tr>
              <a:tr h="419120">
                <a:tc>
                  <a:txBody>
                    <a:bodyPr/>
                    <a:lstStyle/>
                    <a:p>
                      <a:pPr algn="ctr" rtl="1"/>
                      <a:endParaRPr lang="ar-SA" sz="1200" dirty="0">
                        <a:solidFill>
                          <a:schemeClr val="accent6">
                            <a:lumMod val="10000"/>
                          </a:schemeClr>
                        </a:solidFill>
                        <a:latin typeface="SWCC 2-" panose="00000500000000000000" pitchFamily="2" charset="-78"/>
                        <a:cs typeface="SWCC 2-" panose="00000500000000000000" pitchFamily="2" charset="-7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1"/>
                      <a:endParaRPr lang="ar-SA" sz="1200" dirty="0">
                        <a:solidFill>
                          <a:schemeClr val="accent6">
                            <a:lumMod val="10000"/>
                          </a:schemeClr>
                        </a:solidFill>
                        <a:latin typeface="SWCC 2-" panose="00000500000000000000" pitchFamily="2" charset="-78"/>
                        <a:cs typeface="SWCC 2-" panose="00000500000000000000" pitchFamily="2" charset="-7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1"/>
                      <a:endParaRPr lang="ar-SA" sz="1200" dirty="0">
                        <a:solidFill>
                          <a:schemeClr val="accent6">
                            <a:lumMod val="10000"/>
                          </a:schemeClr>
                        </a:solidFill>
                        <a:latin typeface="SWCC 2-" panose="00000500000000000000" pitchFamily="2" charset="-78"/>
                        <a:cs typeface="SWCC 2-" panose="00000500000000000000" pitchFamily="2" charset="-7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1"/>
                      <a:endParaRPr lang="ar-SA" sz="1100" dirty="0">
                        <a:solidFill>
                          <a:schemeClr val="accent6">
                            <a:lumMod val="10000"/>
                          </a:schemeClr>
                        </a:solidFill>
                        <a:latin typeface="SWCC 2-" panose="00000500000000000000" pitchFamily="2" charset="-78"/>
                        <a:cs typeface="SWCC 2-" panose="00000500000000000000" pitchFamily="2" charset="-7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r" defTabSz="566987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ar-SA" sz="1100" kern="1200" dirty="0">
                        <a:solidFill>
                          <a:schemeClr val="accent6">
                            <a:lumMod val="10000"/>
                          </a:schemeClr>
                        </a:solidFill>
                        <a:latin typeface="SWCC 2-" panose="00000500000000000000" pitchFamily="2" charset="-78"/>
                        <a:ea typeface="+mn-ea"/>
                        <a:cs typeface="SWCC 2-" panose="00000500000000000000" pitchFamily="2" charset="-78"/>
                      </a:endParaRPr>
                    </a:p>
                  </a:txBody>
                  <a:tcPr anchor="ctr"/>
                </a:tc>
                <a:tc rowSpan="2">
                  <a:txBody>
                    <a:bodyPr/>
                    <a:lstStyle/>
                    <a:p>
                      <a:pPr marL="0" marR="0" lvl="0" indent="0" algn="r" defTabSz="566987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ar-SA" sz="1200" kern="1200" dirty="0">
                        <a:solidFill>
                          <a:schemeClr val="accent6">
                            <a:lumMod val="10000"/>
                          </a:schemeClr>
                        </a:solidFill>
                        <a:latin typeface="SWCC 2-" panose="00000500000000000000" pitchFamily="2" charset="-78"/>
                        <a:ea typeface="+mn-ea"/>
                        <a:cs typeface="SWCC 2-" panose="00000500000000000000" pitchFamily="2" charset="-78"/>
                      </a:endParaRPr>
                    </a:p>
                  </a:txBody>
                  <a:tcPr anchor="ctr">
                    <a:solidFill>
                      <a:srgbClr val="E9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32097651"/>
                  </a:ext>
                </a:extLst>
              </a:tr>
              <a:tr h="366788">
                <a:tc>
                  <a:txBody>
                    <a:bodyPr/>
                    <a:lstStyle/>
                    <a:p>
                      <a:pPr marL="0" algn="ctr" defTabSz="566987" rtl="0" eaLnBrk="1" latinLnBrk="0" hangingPunct="1"/>
                      <a:endParaRPr lang="ar-SA" sz="1200" dirty="0">
                        <a:solidFill>
                          <a:schemeClr val="accent6">
                            <a:lumMod val="10000"/>
                          </a:schemeClr>
                        </a:solidFill>
                        <a:latin typeface="SWCC 2-" panose="00000500000000000000" pitchFamily="2" charset="-78"/>
                        <a:cs typeface="SWCC 2-" panose="00000500000000000000" pitchFamily="2" charset="-7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566987" rtl="0" eaLnBrk="1" latinLnBrk="0" hangingPunct="1"/>
                      <a:endParaRPr lang="ar-SA" sz="1200" dirty="0">
                        <a:solidFill>
                          <a:schemeClr val="accent6">
                            <a:lumMod val="10000"/>
                          </a:schemeClr>
                        </a:solidFill>
                        <a:latin typeface="SWCC 2-" panose="00000500000000000000" pitchFamily="2" charset="-78"/>
                        <a:cs typeface="SWCC 2-" panose="00000500000000000000" pitchFamily="2" charset="-7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566987" rtl="0" eaLnBrk="1" latinLnBrk="0" hangingPunct="1"/>
                      <a:endParaRPr lang="ar-SA" sz="1200" dirty="0">
                        <a:solidFill>
                          <a:schemeClr val="accent6">
                            <a:lumMod val="10000"/>
                          </a:schemeClr>
                        </a:solidFill>
                        <a:latin typeface="SWCC 2-" panose="00000500000000000000" pitchFamily="2" charset="-78"/>
                        <a:cs typeface="SWCC 2-" panose="00000500000000000000" pitchFamily="2" charset="-7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566987" rtl="0" eaLnBrk="1" latinLnBrk="0" hangingPunct="1"/>
                      <a:endParaRPr lang="ar-SA" sz="1200" dirty="0">
                        <a:solidFill>
                          <a:schemeClr val="accent6">
                            <a:lumMod val="10000"/>
                          </a:schemeClr>
                        </a:solidFill>
                        <a:latin typeface="SWCC 2-" panose="00000500000000000000" pitchFamily="2" charset="-78"/>
                        <a:cs typeface="SWCC 2-" panose="00000500000000000000" pitchFamily="2" charset="-7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r" defTabSz="566987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ar-SA" sz="1100" kern="1200" dirty="0">
                        <a:solidFill>
                          <a:schemeClr val="accent6">
                            <a:lumMod val="10000"/>
                          </a:schemeClr>
                        </a:solidFill>
                        <a:latin typeface="SWCC 2-" panose="00000500000000000000" pitchFamily="2" charset="-78"/>
                        <a:ea typeface="+mn-ea"/>
                        <a:cs typeface="SWCC 2-" panose="00000500000000000000" pitchFamily="2" charset="-78"/>
                      </a:endParaRPr>
                    </a:p>
                  </a:txBody>
                  <a:tcPr anchor="ctr">
                    <a:solidFill>
                      <a:srgbClr val="E9EBF5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algn="l" defTabSz="566987" rtl="0" eaLnBrk="1" latinLnBrk="0" hangingPunct="1"/>
                      <a:endParaRPr lang="en-SA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81362945"/>
                  </a:ext>
                </a:extLst>
              </a:tr>
              <a:tr h="405936">
                <a:tc>
                  <a:txBody>
                    <a:bodyPr/>
                    <a:lstStyle/>
                    <a:p>
                      <a:pPr marL="0" algn="ctr" defTabSz="566987" rtl="0" eaLnBrk="1" latinLnBrk="0" hangingPunct="1"/>
                      <a:endParaRPr lang="ar-SA" sz="1200" dirty="0">
                        <a:solidFill>
                          <a:schemeClr val="accent6">
                            <a:lumMod val="10000"/>
                          </a:schemeClr>
                        </a:solidFill>
                        <a:latin typeface="SWCC 2-" panose="00000500000000000000" pitchFamily="2" charset="-78"/>
                        <a:cs typeface="SWCC 2-" panose="00000500000000000000" pitchFamily="2" charset="-7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566987" rtl="0" eaLnBrk="1" latinLnBrk="0" hangingPunct="1"/>
                      <a:endParaRPr lang="ar-SA" sz="1200" dirty="0">
                        <a:solidFill>
                          <a:schemeClr val="accent6">
                            <a:lumMod val="10000"/>
                          </a:schemeClr>
                        </a:solidFill>
                        <a:latin typeface="SWCC 2-" panose="00000500000000000000" pitchFamily="2" charset="-78"/>
                        <a:cs typeface="SWCC 2-" panose="00000500000000000000" pitchFamily="2" charset="-7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566987" rtl="0" eaLnBrk="1" latinLnBrk="0" hangingPunct="1"/>
                      <a:endParaRPr lang="ar-SA" sz="1200" dirty="0">
                        <a:solidFill>
                          <a:schemeClr val="accent6">
                            <a:lumMod val="10000"/>
                          </a:schemeClr>
                        </a:solidFill>
                        <a:latin typeface="SWCC 2-" panose="00000500000000000000" pitchFamily="2" charset="-78"/>
                        <a:cs typeface="SWCC 2-" panose="00000500000000000000" pitchFamily="2" charset="-7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566987" rtl="0" eaLnBrk="1" latinLnBrk="0" hangingPunct="1"/>
                      <a:endParaRPr lang="ar-SA" sz="1200" dirty="0">
                        <a:solidFill>
                          <a:schemeClr val="accent6">
                            <a:lumMod val="10000"/>
                          </a:schemeClr>
                        </a:solidFill>
                        <a:latin typeface="SWCC 2-" panose="00000500000000000000" pitchFamily="2" charset="-78"/>
                        <a:cs typeface="SWCC 2-" panose="00000500000000000000" pitchFamily="2" charset="-7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r" defTabSz="566987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ar-SA" sz="1100" kern="1200" dirty="0">
                        <a:solidFill>
                          <a:schemeClr val="accent6">
                            <a:lumMod val="10000"/>
                          </a:schemeClr>
                        </a:solidFill>
                        <a:latin typeface="SWCC 2-" panose="00000500000000000000" pitchFamily="2" charset="-78"/>
                        <a:ea typeface="+mn-ea"/>
                        <a:cs typeface="SWCC 2-" panose="00000500000000000000" pitchFamily="2" charset="-7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r" defTabSz="566987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ar-SA" sz="1100" kern="1200" dirty="0">
                        <a:solidFill>
                          <a:schemeClr val="accent6">
                            <a:lumMod val="10000"/>
                          </a:schemeClr>
                        </a:solidFill>
                        <a:latin typeface="SWCC 2-" panose="00000500000000000000" pitchFamily="2" charset="-78"/>
                        <a:ea typeface="+mn-ea"/>
                        <a:cs typeface="SWCC 2-" panose="00000500000000000000" pitchFamily="2" charset="-78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99784578"/>
                  </a:ext>
                </a:extLst>
              </a:tr>
              <a:tr h="372480">
                <a:tc>
                  <a:txBody>
                    <a:bodyPr/>
                    <a:lstStyle/>
                    <a:p>
                      <a:pPr marL="0" algn="ctr" defTabSz="566987" rtl="0" eaLnBrk="1" latinLnBrk="0" hangingPunct="1"/>
                      <a:endParaRPr lang="ar-SA" sz="1200" dirty="0">
                        <a:solidFill>
                          <a:schemeClr val="accent6">
                            <a:lumMod val="10000"/>
                          </a:schemeClr>
                        </a:solidFill>
                        <a:latin typeface="SWCC 2-" panose="00000500000000000000" pitchFamily="2" charset="-78"/>
                        <a:cs typeface="SWCC 2-" panose="00000500000000000000" pitchFamily="2" charset="-7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566987" rtl="0" eaLnBrk="1" latinLnBrk="0" hangingPunct="1"/>
                      <a:endParaRPr lang="ar-SA" sz="1200" dirty="0">
                        <a:solidFill>
                          <a:schemeClr val="accent6">
                            <a:lumMod val="10000"/>
                          </a:schemeClr>
                        </a:solidFill>
                        <a:latin typeface="SWCC 2-" panose="00000500000000000000" pitchFamily="2" charset="-78"/>
                        <a:cs typeface="SWCC 2-" panose="00000500000000000000" pitchFamily="2" charset="-7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1"/>
                      <a:endParaRPr lang="ar-SA" sz="1200" dirty="0">
                        <a:solidFill>
                          <a:schemeClr val="accent6">
                            <a:lumMod val="10000"/>
                          </a:schemeClr>
                        </a:solidFill>
                        <a:latin typeface="SWCC 2-" panose="00000500000000000000" pitchFamily="2" charset="-78"/>
                        <a:cs typeface="SWCC 2-" panose="00000500000000000000" pitchFamily="2" charset="-7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1"/>
                      <a:endParaRPr lang="ar-SA" sz="1200" dirty="0">
                        <a:solidFill>
                          <a:schemeClr val="accent6">
                            <a:lumMod val="10000"/>
                          </a:schemeClr>
                        </a:solidFill>
                        <a:latin typeface="SWCC 2-" panose="00000500000000000000" pitchFamily="2" charset="-78"/>
                        <a:cs typeface="SWCC 2-" panose="00000500000000000000" pitchFamily="2" charset="-7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r" defTabSz="566987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ar-SA" sz="1100" kern="1200" dirty="0">
                        <a:solidFill>
                          <a:schemeClr val="accent6">
                            <a:lumMod val="10000"/>
                          </a:schemeClr>
                        </a:solidFill>
                        <a:latin typeface="SWCC 2-" panose="00000500000000000000" pitchFamily="2" charset="-78"/>
                        <a:ea typeface="+mn-ea"/>
                        <a:cs typeface="SWCC 2-" panose="00000500000000000000" pitchFamily="2" charset="-7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r" defTabSz="566987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ar-SA" sz="1200" kern="1200" dirty="0">
                        <a:solidFill>
                          <a:schemeClr val="accent6">
                            <a:lumMod val="10000"/>
                          </a:schemeClr>
                        </a:solidFill>
                        <a:latin typeface="SWCC 2-" panose="00000500000000000000" pitchFamily="2" charset="-78"/>
                        <a:ea typeface="+mn-ea"/>
                        <a:cs typeface="SWCC 2-" panose="00000500000000000000" pitchFamily="2" charset="-78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81346696"/>
                  </a:ext>
                </a:extLst>
              </a:tr>
              <a:tr h="373752">
                <a:tc>
                  <a:txBody>
                    <a:bodyPr/>
                    <a:lstStyle/>
                    <a:p>
                      <a:pPr marL="0" algn="ctr" defTabSz="566987" rtl="1" eaLnBrk="1" latinLnBrk="0" hangingPunct="1"/>
                      <a:endParaRPr lang="ar-SA" sz="1200" dirty="0">
                        <a:solidFill>
                          <a:schemeClr val="accent6">
                            <a:lumMod val="10000"/>
                          </a:schemeClr>
                        </a:solidFill>
                        <a:latin typeface="SWCC 2-" panose="00000500000000000000" pitchFamily="2" charset="-78"/>
                        <a:cs typeface="SWCC 2-" panose="00000500000000000000" pitchFamily="2" charset="-7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566987" rtl="0" eaLnBrk="1" latinLnBrk="0" hangingPunct="1"/>
                      <a:endParaRPr lang="ar-SA" sz="1200" dirty="0">
                        <a:solidFill>
                          <a:schemeClr val="accent6">
                            <a:lumMod val="10000"/>
                          </a:schemeClr>
                        </a:solidFill>
                        <a:latin typeface="SWCC 2-" panose="00000500000000000000" pitchFamily="2" charset="-78"/>
                        <a:cs typeface="SWCC 2-" panose="00000500000000000000" pitchFamily="2" charset="-7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1"/>
                      <a:endParaRPr lang="ar-SA" sz="1200" dirty="0">
                        <a:solidFill>
                          <a:schemeClr val="accent6">
                            <a:lumMod val="10000"/>
                          </a:schemeClr>
                        </a:solidFill>
                        <a:latin typeface="SWCC 2-" panose="00000500000000000000" pitchFamily="2" charset="-78"/>
                        <a:cs typeface="SWCC 2-" panose="00000500000000000000" pitchFamily="2" charset="-7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1"/>
                      <a:endParaRPr lang="ar-SA" sz="1200" dirty="0">
                        <a:solidFill>
                          <a:schemeClr val="accent6">
                            <a:lumMod val="10000"/>
                          </a:schemeClr>
                        </a:solidFill>
                        <a:latin typeface="SWCC 2-" panose="00000500000000000000" pitchFamily="2" charset="-78"/>
                        <a:cs typeface="SWCC 2-" panose="00000500000000000000" pitchFamily="2" charset="-7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r" defTabSz="566987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ar-SA" sz="1100" kern="1200" dirty="0">
                        <a:solidFill>
                          <a:schemeClr val="accent6">
                            <a:lumMod val="10000"/>
                          </a:schemeClr>
                        </a:solidFill>
                        <a:latin typeface="SWCC 2-" panose="00000500000000000000" pitchFamily="2" charset="-78"/>
                        <a:ea typeface="+mn-ea"/>
                        <a:cs typeface="SWCC 2-" panose="00000500000000000000" pitchFamily="2" charset="-7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r" defTabSz="566987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ar-SA" sz="1200" kern="1200" dirty="0">
                        <a:solidFill>
                          <a:schemeClr val="accent6">
                            <a:lumMod val="10000"/>
                          </a:schemeClr>
                        </a:solidFill>
                        <a:latin typeface="SWCC 2-" panose="00000500000000000000" pitchFamily="2" charset="-78"/>
                        <a:ea typeface="+mn-ea"/>
                        <a:cs typeface="SWCC 2-" panose="00000500000000000000" pitchFamily="2" charset="-78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1043714"/>
                  </a:ext>
                </a:extLst>
              </a:tr>
              <a:tr h="387153">
                <a:tc>
                  <a:txBody>
                    <a:bodyPr/>
                    <a:lstStyle/>
                    <a:p>
                      <a:pPr marL="0" algn="ctr" defTabSz="566987" rtl="0" eaLnBrk="1" latinLnBrk="0" hangingPunct="1"/>
                      <a:endParaRPr lang="en-US" sz="1200" dirty="0">
                        <a:solidFill>
                          <a:schemeClr val="accent6">
                            <a:lumMod val="10000"/>
                          </a:schemeClr>
                        </a:solidFill>
                        <a:latin typeface="SWCC 2-" panose="00000500000000000000" pitchFamily="2" charset="-78"/>
                        <a:cs typeface="SWCC 2-" panose="00000500000000000000" pitchFamily="2" charset="-7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566987" rtl="1" eaLnBrk="1" latinLnBrk="0" hangingPunct="1"/>
                      <a:endParaRPr lang="en-US" sz="1200" dirty="0">
                        <a:solidFill>
                          <a:schemeClr val="accent6">
                            <a:lumMod val="10000"/>
                          </a:schemeClr>
                        </a:solidFill>
                        <a:latin typeface="SWCC 2-" panose="00000500000000000000" pitchFamily="2" charset="-78"/>
                        <a:cs typeface="SWCC 2-" panose="00000500000000000000" pitchFamily="2" charset="-7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566987" rtl="0" eaLnBrk="1" latinLnBrk="0" hangingPunct="1"/>
                      <a:endParaRPr lang="ar-SA" sz="1200" dirty="0">
                        <a:solidFill>
                          <a:schemeClr val="accent6">
                            <a:lumMod val="10000"/>
                          </a:schemeClr>
                        </a:solidFill>
                        <a:latin typeface="SWCC 2-" panose="00000500000000000000" pitchFamily="2" charset="-78"/>
                        <a:cs typeface="SWCC 2-" panose="00000500000000000000" pitchFamily="2" charset="-7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566987" rtl="0" eaLnBrk="1" latinLnBrk="0" hangingPunct="1"/>
                      <a:endParaRPr lang="ar-SA" sz="1200" dirty="0">
                        <a:solidFill>
                          <a:schemeClr val="accent6">
                            <a:lumMod val="10000"/>
                          </a:schemeClr>
                        </a:solidFill>
                        <a:latin typeface="SWCC 2-" panose="00000500000000000000" pitchFamily="2" charset="-78"/>
                        <a:cs typeface="SWCC 2-" panose="00000500000000000000" pitchFamily="2" charset="-7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r" defTabSz="566987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ar-SA" sz="1100" kern="1200" dirty="0">
                        <a:solidFill>
                          <a:schemeClr val="accent6">
                            <a:lumMod val="10000"/>
                          </a:schemeClr>
                        </a:solidFill>
                        <a:latin typeface="SWCC 2-" panose="00000500000000000000" pitchFamily="2" charset="-78"/>
                        <a:ea typeface="+mn-ea"/>
                        <a:cs typeface="SWCC 2-" panose="00000500000000000000" pitchFamily="2" charset="-78"/>
                      </a:endParaRPr>
                    </a:p>
                  </a:txBody>
                  <a:tcPr anchor="ctr"/>
                </a:tc>
                <a:tc rowSpan="3">
                  <a:txBody>
                    <a:bodyPr/>
                    <a:lstStyle/>
                    <a:p>
                      <a:pPr marL="0" marR="0" lvl="0" indent="0" algn="r" defTabSz="566987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ar-SA" sz="1200" kern="1200" dirty="0">
                        <a:solidFill>
                          <a:schemeClr val="accent6">
                            <a:lumMod val="10000"/>
                          </a:schemeClr>
                        </a:solidFill>
                        <a:latin typeface="SWCC 2-" panose="00000500000000000000" pitchFamily="2" charset="-78"/>
                        <a:ea typeface="+mn-ea"/>
                        <a:cs typeface="SWCC 2-" panose="00000500000000000000" pitchFamily="2" charset="-78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78766192"/>
                  </a:ext>
                </a:extLst>
              </a:tr>
              <a:tr h="387153">
                <a:tc>
                  <a:txBody>
                    <a:bodyPr/>
                    <a:lstStyle/>
                    <a:p>
                      <a:pPr marL="0" algn="ctr" defTabSz="566987" rtl="0" eaLnBrk="1" latinLnBrk="0" hangingPunct="1"/>
                      <a:endParaRPr lang="en-US" sz="1200" dirty="0">
                        <a:solidFill>
                          <a:schemeClr val="accent6">
                            <a:lumMod val="10000"/>
                          </a:schemeClr>
                        </a:solidFill>
                        <a:latin typeface="SWCC 2-" panose="00000500000000000000" pitchFamily="2" charset="-78"/>
                        <a:cs typeface="SWCC 2-" panose="00000500000000000000" pitchFamily="2" charset="-7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566987" rtl="1" eaLnBrk="1" latinLnBrk="0" hangingPunct="1"/>
                      <a:endParaRPr lang="en-US" sz="1200" dirty="0">
                        <a:solidFill>
                          <a:schemeClr val="accent6">
                            <a:lumMod val="10000"/>
                          </a:schemeClr>
                        </a:solidFill>
                        <a:latin typeface="SWCC 2-" panose="00000500000000000000" pitchFamily="2" charset="-78"/>
                        <a:cs typeface="SWCC 2-" panose="00000500000000000000" pitchFamily="2" charset="-7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566987" rtl="0" eaLnBrk="1" latinLnBrk="0" hangingPunct="1"/>
                      <a:endParaRPr lang="ar-SA" sz="1200" dirty="0">
                        <a:solidFill>
                          <a:schemeClr val="accent6">
                            <a:lumMod val="10000"/>
                          </a:schemeClr>
                        </a:solidFill>
                        <a:latin typeface="SWCC 2-" panose="00000500000000000000" pitchFamily="2" charset="-78"/>
                        <a:cs typeface="SWCC 2-" panose="00000500000000000000" pitchFamily="2" charset="-7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566987" rtl="0" eaLnBrk="1" latinLnBrk="0" hangingPunct="1"/>
                      <a:endParaRPr lang="ar-SA" sz="1200" dirty="0">
                        <a:solidFill>
                          <a:schemeClr val="accent6">
                            <a:lumMod val="10000"/>
                          </a:schemeClr>
                        </a:solidFill>
                        <a:latin typeface="SWCC 2-" panose="00000500000000000000" pitchFamily="2" charset="-78"/>
                        <a:cs typeface="SWCC 2-" panose="00000500000000000000" pitchFamily="2" charset="-7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r" defTabSz="566987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ar-SA" sz="1100" kern="1200" dirty="0">
                        <a:solidFill>
                          <a:schemeClr val="accent6">
                            <a:lumMod val="10000"/>
                          </a:schemeClr>
                        </a:solidFill>
                        <a:latin typeface="SWCC 2-" panose="00000500000000000000" pitchFamily="2" charset="-78"/>
                        <a:ea typeface="+mn-ea"/>
                        <a:cs typeface="SWCC 2-" panose="00000500000000000000" pitchFamily="2" charset="-78"/>
                      </a:endParaRP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marL="0" marR="0" lvl="0" indent="0" algn="r" defTabSz="566987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ar-SA" sz="1200" kern="1200" dirty="0">
                        <a:solidFill>
                          <a:schemeClr val="accent6">
                            <a:lumMod val="10000"/>
                          </a:schemeClr>
                        </a:solidFill>
                        <a:latin typeface="SWCC 2-" panose="00000500000000000000" pitchFamily="2" charset="-78"/>
                        <a:ea typeface="+mn-ea"/>
                        <a:cs typeface="SWCC 2-" panose="00000500000000000000" pitchFamily="2" charset="-78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15033260"/>
                  </a:ext>
                </a:extLst>
              </a:tr>
              <a:tr h="336455">
                <a:tc>
                  <a:txBody>
                    <a:bodyPr/>
                    <a:lstStyle/>
                    <a:p>
                      <a:pPr marL="0" algn="ctr" defTabSz="566987" rtl="0" eaLnBrk="1" latinLnBrk="0" hangingPunct="1"/>
                      <a:endParaRPr lang="en-US" sz="1200" dirty="0">
                        <a:solidFill>
                          <a:schemeClr val="accent6">
                            <a:lumMod val="10000"/>
                          </a:schemeClr>
                        </a:solidFill>
                        <a:latin typeface="SWCC 2-" panose="00000500000000000000" pitchFamily="2" charset="-78"/>
                        <a:cs typeface="SWCC 2-" panose="00000500000000000000" pitchFamily="2" charset="-7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566987" rtl="1" eaLnBrk="1" latinLnBrk="0" hangingPunct="1"/>
                      <a:endParaRPr lang="en-US" sz="1200" dirty="0">
                        <a:solidFill>
                          <a:schemeClr val="accent6">
                            <a:lumMod val="10000"/>
                          </a:schemeClr>
                        </a:solidFill>
                        <a:latin typeface="SWCC 2-" panose="00000500000000000000" pitchFamily="2" charset="-78"/>
                        <a:cs typeface="SWCC 2-" panose="00000500000000000000" pitchFamily="2" charset="-7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566987" rtl="0" eaLnBrk="1" latinLnBrk="0" hangingPunct="1"/>
                      <a:endParaRPr lang="ar-SA" sz="1200" dirty="0">
                        <a:solidFill>
                          <a:schemeClr val="accent6">
                            <a:lumMod val="10000"/>
                          </a:schemeClr>
                        </a:solidFill>
                        <a:latin typeface="SWCC 2-" panose="00000500000000000000" pitchFamily="2" charset="-78"/>
                        <a:cs typeface="SWCC 2-" panose="00000500000000000000" pitchFamily="2" charset="-7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566987" rtl="0" eaLnBrk="1" latinLnBrk="0" hangingPunct="1"/>
                      <a:endParaRPr lang="ar-SA" sz="1200" dirty="0">
                        <a:solidFill>
                          <a:schemeClr val="accent6">
                            <a:lumMod val="10000"/>
                          </a:schemeClr>
                        </a:solidFill>
                        <a:latin typeface="SWCC 2-" panose="00000500000000000000" pitchFamily="2" charset="-78"/>
                        <a:cs typeface="SWCC 2-" panose="00000500000000000000" pitchFamily="2" charset="-7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r" defTabSz="566987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ar-SA" sz="1100" kern="1200" dirty="0">
                        <a:solidFill>
                          <a:schemeClr val="accent6">
                            <a:lumMod val="10000"/>
                          </a:schemeClr>
                        </a:solidFill>
                        <a:latin typeface="SWCC 2-" panose="00000500000000000000" pitchFamily="2" charset="-78"/>
                        <a:ea typeface="+mn-ea"/>
                        <a:cs typeface="SWCC 2-" panose="00000500000000000000" pitchFamily="2" charset="-78"/>
                      </a:endParaRP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endParaRPr lang="en-SA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4256613"/>
                  </a:ext>
                </a:extLst>
              </a:tr>
              <a:tr h="414402">
                <a:tc>
                  <a:txBody>
                    <a:bodyPr/>
                    <a:lstStyle/>
                    <a:p>
                      <a:pPr algn="ctr" rtl="1"/>
                      <a:endParaRPr lang="en-US" sz="1200" dirty="0">
                        <a:solidFill>
                          <a:schemeClr val="accent6">
                            <a:lumMod val="10000"/>
                          </a:schemeClr>
                        </a:solidFill>
                        <a:latin typeface="SWCC 2-" panose="00000500000000000000" pitchFamily="2" charset="-78"/>
                        <a:cs typeface="SWCC 2-" panose="00000500000000000000" pitchFamily="2" charset="-7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1"/>
                      <a:endParaRPr lang="en-US" sz="1200" dirty="0">
                        <a:solidFill>
                          <a:schemeClr val="accent6">
                            <a:lumMod val="10000"/>
                          </a:schemeClr>
                        </a:solidFill>
                        <a:latin typeface="SWCC 2-" panose="00000500000000000000" pitchFamily="2" charset="-78"/>
                        <a:cs typeface="SWCC 2-" panose="00000500000000000000" pitchFamily="2" charset="-7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1"/>
                      <a:endParaRPr lang="ar-SA" sz="1200" dirty="0">
                        <a:solidFill>
                          <a:schemeClr val="accent6">
                            <a:lumMod val="10000"/>
                          </a:schemeClr>
                        </a:solidFill>
                        <a:latin typeface="SWCC 2-" panose="00000500000000000000" pitchFamily="2" charset="-78"/>
                        <a:cs typeface="SWCC 2-" panose="00000500000000000000" pitchFamily="2" charset="-7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1"/>
                      <a:endParaRPr lang="ar-SA" sz="1200" dirty="0">
                        <a:solidFill>
                          <a:schemeClr val="accent6">
                            <a:lumMod val="10000"/>
                          </a:schemeClr>
                        </a:solidFill>
                        <a:latin typeface="SWCC 2-" panose="00000500000000000000" pitchFamily="2" charset="-78"/>
                        <a:cs typeface="SWCC 2-" panose="00000500000000000000" pitchFamily="2" charset="-7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r" defTabSz="566987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ar-SA" sz="1100" kern="1200" dirty="0">
                        <a:solidFill>
                          <a:schemeClr val="accent6">
                            <a:lumMod val="10000"/>
                          </a:schemeClr>
                        </a:solidFill>
                        <a:latin typeface="SWCC 2-" panose="00000500000000000000" pitchFamily="2" charset="-78"/>
                        <a:ea typeface="+mn-ea"/>
                        <a:cs typeface="SWCC 2-" panose="00000500000000000000" pitchFamily="2" charset="-7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r" defTabSz="566987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ar-SA" sz="1200" kern="1200" dirty="0">
                        <a:solidFill>
                          <a:schemeClr val="accent6">
                            <a:lumMod val="10000"/>
                          </a:schemeClr>
                        </a:solidFill>
                        <a:latin typeface="SWCC 2-" panose="00000500000000000000" pitchFamily="2" charset="-78"/>
                        <a:ea typeface="+mn-ea"/>
                        <a:cs typeface="SWCC 2-" panose="00000500000000000000" pitchFamily="2" charset="-78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4227489"/>
                  </a:ext>
                </a:extLst>
              </a:tr>
              <a:tr h="494622">
                <a:tc>
                  <a:txBody>
                    <a:bodyPr/>
                    <a:lstStyle/>
                    <a:p>
                      <a:pPr marL="0" algn="ctr" defTabSz="566987" rtl="0" eaLnBrk="1" latinLnBrk="0" hangingPunct="1"/>
                      <a:endParaRPr lang="ar-SA" sz="1200" b="1" i="0" dirty="0">
                        <a:solidFill>
                          <a:schemeClr val="accent6">
                            <a:lumMod val="10000"/>
                          </a:schemeClr>
                        </a:solidFill>
                        <a:latin typeface="SWCC 4- Bold" pitchFamily="2" charset="-78"/>
                        <a:cs typeface="SWCC 4- Bold" pitchFamily="2" charset="-78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566987" rtl="0" eaLnBrk="1" latinLnBrk="0" hangingPunct="1"/>
                      <a:endParaRPr lang="ar-SA" sz="1050" b="1" dirty="0">
                        <a:solidFill>
                          <a:schemeClr val="accent6">
                            <a:lumMod val="10000"/>
                          </a:schemeClr>
                        </a:solidFill>
                        <a:latin typeface="SWCC 2-" panose="00000500000000000000" pitchFamily="2" charset="-78"/>
                        <a:cs typeface="SWCC 2-" panose="00000500000000000000" pitchFamily="2" charset="-7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566987" rtl="0" eaLnBrk="1" latinLnBrk="0" hangingPunct="1"/>
                      <a:endParaRPr lang="en-US" sz="1100" b="1" dirty="0">
                        <a:solidFill>
                          <a:schemeClr val="accent6">
                            <a:lumMod val="10000"/>
                          </a:schemeClr>
                        </a:solidFill>
                        <a:latin typeface="SWCC 2-" panose="00000500000000000000" pitchFamily="2" charset="-78"/>
                        <a:cs typeface="SWCC 2-" panose="00000500000000000000" pitchFamily="2" charset="-7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566987" rtl="0" eaLnBrk="1" latinLnBrk="0" hangingPunct="1"/>
                      <a:endParaRPr lang="ar-SA" sz="1200" b="1" i="0" dirty="0">
                        <a:solidFill>
                          <a:schemeClr val="accent6">
                            <a:lumMod val="10000"/>
                          </a:schemeClr>
                        </a:solidFill>
                        <a:latin typeface="SWCC 4- Bold" pitchFamily="2" charset="-78"/>
                        <a:cs typeface="SWCC 4- Bold" pitchFamily="2" charset="-7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566987" rtl="0" eaLnBrk="1" latinLnBrk="0" hangingPunct="1"/>
                      <a:endParaRPr lang="ar-SA" sz="1200" b="1" i="0" dirty="0">
                        <a:solidFill>
                          <a:schemeClr val="accent6">
                            <a:lumMod val="10000"/>
                          </a:schemeClr>
                        </a:solidFill>
                        <a:latin typeface="SWCC 4- Bold" pitchFamily="2" charset="-78"/>
                        <a:cs typeface="SWCC 4- Bold" pitchFamily="2" charset="-78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566987" rtl="0" eaLnBrk="1" latinLnBrk="0" hangingPunct="1"/>
                      <a:endParaRPr lang="en-SA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846716"/>
                  </a:ext>
                </a:extLst>
              </a:tr>
            </a:tbl>
          </a:graphicData>
        </a:graphic>
      </p:graphicFrame>
      <p:graphicFrame>
        <p:nvGraphicFramePr>
          <p:cNvPr id="7" name="Chart 6">
            <a:extLst>
              <a:ext uri="{FF2B5EF4-FFF2-40B4-BE49-F238E27FC236}">
                <a16:creationId xmlns:a16="http://schemas.microsoft.com/office/drawing/2014/main" id="{A72B465F-32F3-CD3C-6433-0CFB2EEECF2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353611422"/>
              </p:ext>
            </p:extLst>
          </p:nvPr>
        </p:nvGraphicFramePr>
        <p:xfrm>
          <a:off x="-7515693" y="5921970"/>
          <a:ext cx="7205346" cy="184848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graphicFrame>
        <p:nvGraphicFramePr>
          <p:cNvPr id="8" name="Chart 7">
            <a:extLst>
              <a:ext uri="{FF2B5EF4-FFF2-40B4-BE49-F238E27FC236}">
                <a16:creationId xmlns:a16="http://schemas.microsoft.com/office/drawing/2014/main" id="{C10A4FC4-0613-7968-E6D6-909807F99A6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496039488"/>
              </p:ext>
            </p:extLst>
          </p:nvPr>
        </p:nvGraphicFramePr>
        <p:xfrm>
          <a:off x="7867684" y="8578026"/>
          <a:ext cx="7205347" cy="186756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sp>
        <p:nvSpPr>
          <p:cNvPr id="12" name="مستطيل 51">
            <a:extLst>
              <a:ext uri="{FF2B5EF4-FFF2-40B4-BE49-F238E27FC236}">
                <a16:creationId xmlns:a16="http://schemas.microsoft.com/office/drawing/2014/main" id="{EAF98139-9771-4309-8425-A6352F8C5670}"/>
              </a:ext>
            </a:extLst>
          </p:cNvPr>
          <p:cNvSpPr/>
          <p:nvPr/>
        </p:nvSpPr>
        <p:spPr>
          <a:xfrm>
            <a:off x="151368" y="841142"/>
            <a:ext cx="7188357" cy="327417"/>
          </a:xfrm>
          <a:prstGeom prst="rect">
            <a:avLst/>
          </a:prstGeom>
          <a:solidFill>
            <a:srgbClr val="2163CB"/>
          </a:solidFill>
          <a:ln>
            <a:solidFill>
              <a:srgbClr val="006EB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r" rtl="1"/>
            <a:r>
              <a:rPr lang="ar-SA" b="1" dirty="0">
                <a:latin typeface="IBM Plex Sans Arabic SemiBold" panose="020B0503050203000203" pitchFamily="34" charset="-78"/>
                <a:cs typeface="IBM Plex Sans Arabic SemiBold" panose="020B0503050203000203" pitchFamily="34" charset="-78"/>
              </a:rPr>
              <a:t>البـــــــــــرامـــــــــج المــخـــــطــطـــــــة </a:t>
            </a:r>
            <a:r>
              <a:rPr lang="ar-SA" sz="1400" b="1" dirty="0">
                <a:latin typeface="IBM Plex Sans Arabic SemiBold" panose="020B0503050203000203" pitchFamily="34" charset="-78"/>
                <a:cs typeface="IBM Plex Sans Arabic SemiBold" panose="020B0503050203000203" pitchFamily="34" charset="-78"/>
              </a:rPr>
              <a:t>من </a:t>
            </a:r>
            <a:r>
              <a:rPr lang="en-US" sz="1400" b="1" dirty="0">
                <a:latin typeface="IBM Plex Sans Arabic SemiBold" panose="020B0503050203000203" pitchFamily="34" charset="-78"/>
                <a:cs typeface="IBM Plex Sans Arabic SemiBold" panose="020B0503050203000203" pitchFamily="34" charset="-78"/>
              </a:rPr>
              <a:t>06</a:t>
            </a:r>
            <a:r>
              <a:rPr lang="ar-SA" sz="1400" b="1" dirty="0">
                <a:latin typeface="IBM Plex Sans Arabic SemiBold" panose="020B0503050203000203" pitchFamily="34" charset="-78"/>
                <a:cs typeface="IBM Plex Sans Arabic SemiBold" panose="020B0503050203000203" pitchFamily="34" charset="-78"/>
              </a:rPr>
              <a:t>-</a:t>
            </a:r>
            <a:r>
              <a:rPr lang="en-US" sz="1400" b="1" dirty="0">
                <a:latin typeface="IBM Plex Sans Arabic SemiBold" panose="020B0503050203000203" pitchFamily="34" charset="-78"/>
                <a:cs typeface="IBM Plex Sans Arabic SemiBold" panose="020B0503050203000203" pitchFamily="34" charset="-78"/>
              </a:rPr>
              <a:t>09</a:t>
            </a:r>
            <a:r>
              <a:rPr lang="ar-SA" sz="1400" b="1" dirty="0">
                <a:latin typeface="IBM Plex Sans Arabic SemiBold" panose="020B0503050203000203" pitchFamily="34" charset="-78"/>
                <a:cs typeface="IBM Plex Sans Arabic SemiBold" panose="020B0503050203000203" pitchFamily="34" charset="-78"/>
              </a:rPr>
              <a:t>-2026 إلى </a:t>
            </a:r>
            <a:r>
              <a:rPr lang="en-US" sz="1400" b="1" dirty="0">
                <a:latin typeface="IBM Plex Sans Arabic SemiBold" panose="020B0503050203000203" pitchFamily="34" charset="-78"/>
                <a:cs typeface="IBM Plex Sans Arabic SemiBold" panose="020B0503050203000203" pitchFamily="34" charset="-78"/>
              </a:rPr>
              <a:t>10</a:t>
            </a:r>
            <a:r>
              <a:rPr lang="ar-SA" sz="1400" b="1" dirty="0">
                <a:latin typeface="IBM Plex Sans Arabic SemiBold" panose="020B0503050203000203" pitchFamily="34" charset="-78"/>
                <a:cs typeface="IBM Plex Sans Arabic SemiBold" panose="020B0503050203000203" pitchFamily="34" charset="-78"/>
              </a:rPr>
              <a:t>-09-2026</a:t>
            </a:r>
            <a:r>
              <a:rPr lang="en-US" sz="1400" b="1" dirty="0">
                <a:latin typeface="IBM Plex Sans Arabic SemiBold" panose="020B0503050203000203" pitchFamily="34" charset="-78"/>
                <a:cs typeface="IBM Plex Sans Arabic SemiBold" panose="020B0503050203000203" pitchFamily="34" charset="-78"/>
              </a:rPr>
              <a:t> </a:t>
            </a:r>
            <a:endParaRPr lang="ar-SA" b="1" dirty="0">
              <a:latin typeface="IBM Plex Sans Arabic SemiBold" panose="020B0503050203000203" pitchFamily="34" charset="-78"/>
              <a:cs typeface="IBM Plex Sans Arabic SemiBold" panose="020B0503050203000203" pitchFamily="34" charset="-78"/>
            </a:endParaRPr>
          </a:p>
        </p:txBody>
      </p:sp>
      <p:graphicFrame>
        <p:nvGraphicFramePr>
          <p:cNvPr id="17" name="Chart 16">
            <a:extLst>
              <a:ext uri="{FF2B5EF4-FFF2-40B4-BE49-F238E27FC236}">
                <a16:creationId xmlns:a16="http://schemas.microsoft.com/office/drawing/2014/main" id="{D06F88B1-73F4-48CD-BFD4-59F4D2EBC55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14691902"/>
              </p:ext>
            </p:extLst>
          </p:nvPr>
        </p:nvGraphicFramePr>
        <p:xfrm>
          <a:off x="-7525419" y="8002187"/>
          <a:ext cx="7205346" cy="184848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8"/>
          </a:graphicData>
        </a:graphic>
      </p:graphicFrame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DFA3B39D-B713-4A6C-B56F-4B64182ECB3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98703269"/>
              </p:ext>
            </p:extLst>
          </p:nvPr>
        </p:nvGraphicFramePr>
        <p:xfrm>
          <a:off x="191419" y="1216869"/>
          <a:ext cx="7077209" cy="433658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06995">
                  <a:extLst>
                    <a:ext uri="{9D8B030D-6E8A-4147-A177-3AD203B41FA5}">
                      <a16:colId xmlns:a16="http://schemas.microsoft.com/office/drawing/2014/main" val="726384040"/>
                    </a:ext>
                  </a:extLst>
                </a:gridCol>
                <a:gridCol w="654946">
                  <a:extLst>
                    <a:ext uri="{9D8B030D-6E8A-4147-A177-3AD203B41FA5}">
                      <a16:colId xmlns:a16="http://schemas.microsoft.com/office/drawing/2014/main" val="1355934814"/>
                    </a:ext>
                  </a:extLst>
                </a:gridCol>
                <a:gridCol w="426277">
                  <a:extLst>
                    <a:ext uri="{9D8B030D-6E8A-4147-A177-3AD203B41FA5}">
                      <a16:colId xmlns:a16="http://schemas.microsoft.com/office/drawing/2014/main" val="2062052948"/>
                    </a:ext>
                  </a:extLst>
                </a:gridCol>
                <a:gridCol w="1368152">
                  <a:extLst>
                    <a:ext uri="{9D8B030D-6E8A-4147-A177-3AD203B41FA5}">
                      <a16:colId xmlns:a16="http://schemas.microsoft.com/office/drawing/2014/main" val="621713318"/>
                    </a:ext>
                  </a:extLst>
                </a:gridCol>
                <a:gridCol w="936104">
                  <a:extLst>
                    <a:ext uri="{9D8B030D-6E8A-4147-A177-3AD203B41FA5}">
                      <a16:colId xmlns:a16="http://schemas.microsoft.com/office/drawing/2014/main" val="3340034655"/>
                    </a:ext>
                  </a:extLst>
                </a:gridCol>
                <a:gridCol w="2984735">
                  <a:extLst>
                    <a:ext uri="{9D8B030D-6E8A-4147-A177-3AD203B41FA5}">
                      <a16:colId xmlns:a16="http://schemas.microsoft.com/office/drawing/2014/main" val="3850417023"/>
                    </a:ext>
                  </a:extLst>
                </a:gridCol>
              </a:tblGrid>
              <a:tr h="539061">
                <a:tc>
                  <a:txBody>
                    <a:bodyPr/>
                    <a:lstStyle/>
                    <a:p>
                      <a:pPr marL="0" marR="0" lvl="0" indent="0" algn="ctr" defTabSz="56698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SA" sz="1000" b="0" i="0" kern="1200" dirty="0">
                          <a:solidFill>
                            <a:schemeClr val="bg1"/>
                          </a:solidFill>
                          <a:latin typeface="IBM Plex Sans Arabic Medium" panose="020B0503050203000203" pitchFamily="34" charset="-78"/>
                          <a:ea typeface="+mn-ea"/>
                          <a:cs typeface="IBM Plex Sans Arabic Medium" panose="020B0503050203000203" pitchFamily="34" charset="-78"/>
                        </a:rPr>
                        <a:t>عدد المجموعات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566987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SA" sz="1000" b="0" i="0" kern="1200" dirty="0">
                          <a:solidFill>
                            <a:schemeClr val="bg1"/>
                          </a:solidFill>
                          <a:latin typeface="IBM Plex Sans Arabic Medium" panose="020B0503050203000203" pitchFamily="34" charset="-78"/>
                          <a:ea typeface="+mn-ea"/>
                          <a:cs typeface="IBM Plex Sans Arabic Medium" panose="020B0503050203000203" pitchFamily="34" charset="-78"/>
                        </a:rPr>
                        <a:t>عدد المتدربين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566987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SA" sz="1000" b="0" i="0" kern="1200" dirty="0">
                          <a:solidFill>
                            <a:schemeClr val="bg1"/>
                          </a:solidFill>
                          <a:latin typeface="IBM Plex Sans Arabic Medium" panose="020B0503050203000203" pitchFamily="34" charset="-78"/>
                          <a:ea typeface="+mn-ea"/>
                          <a:cs typeface="IBM Plex Sans Arabic Medium" panose="020B0503050203000203" pitchFamily="34" charset="-78"/>
                        </a:rPr>
                        <a:t>عدد البرامج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56698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SA" sz="1000" b="0" i="0" kern="1200" dirty="0">
                          <a:solidFill>
                            <a:schemeClr val="bg1"/>
                          </a:solidFill>
                          <a:latin typeface="IBM Plex Sans Arabic Medium" panose="020B0503050203000203" pitchFamily="34" charset="-78"/>
                          <a:ea typeface="+mn-ea"/>
                          <a:cs typeface="IBM Plex Sans Arabic Medium" panose="020B0503050203000203" pitchFamily="34" charset="-78"/>
                        </a:rPr>
                        <a:t>موقع التنفيذ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566987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SA" sz="1000" b="0" i="0" kern="1200" dirty="0">
                          <a:solidFill>
                            <a:schemeClr val="bg1"/>
                          </a:solidFill>
                          <a:latin typeface="IBM Plex Sans Arabic Medium" panose="020B0503050203000203" pitchFamily="34" charset="-78"/>
                          <a:ea typeface="+mn-ea"/>
                          <a:cs typeface="IBM Plex Sans Arabic Medium" panose="020B0503050203000203" pitchFamily="34" charset="-78"/>
                        </a:rPr>
                        <a:t>نوع البرنامج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566987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SA" sz="1000" b="0" i="0" kern="1200" dirty="0">
                          <a:solidFill>
                            <a:schemeClr val="bg1"/>
                          </a:solidFill>
                          <a:latin typeface="IBM Plex Sans Arabic Medium" panose="020B0503050203000203" pitchFamily="34" charset="-78"/>
                          <a:ea typeface="+mn-ea"/>
                          <a:cs typeface="IBM Plex Sans Arabic Medium" panose="020B0503050203000203" pitchFamily="34" charset="-78"/>
                        </a:rPr>
                        <a:t>الجهات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44208094"/>
                  </a:ext>
                </a:extLst>
              </a:tr>
              <a:tr h="305039">
                <a:tc>
                  <a:txBody>
                    <a:bodyPr/>
                    <a:lstStyle/>
                    <a:p>
                      <a:pPr marL="0" algn="ctr" defTabSz="566987" rtl="0" eaLnBrk="1" latinLnBrk="0" hangingPunct="1"/>
                      <a:r>
                        <a:rPr lang="ar-SA" sz="1000" b="0" i="0" kern="1200" dirty="0">
                          <a:solidFill>
                            <a:schemeClr val="accent6">
                              <a:lumMod val="10000"/>
                            </a:schemeClr>
                          </a:solidFill>
                          <a:latin typeface="IBM Plex Sans Arabic Medium" panose="020B0503050203000203" pitchFamily="34" charset="-78"/>
                          <a:ea typeface="+mn-ea"/>
                          <a:cs typeface="IBM Plex Sans Arabic Medium" panose="020B0503050203000203" pitchFamily="34" charset="-78"/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566987" rtl="0" eaLnBrk="1" latinLnBrk="0" hangingPunct="1"/>
                      <a:r>
                        <a:rPr lang="ar-SA" sz="1000" b="0" i="0" kern="1200" dirty="0">
                          <a:solidFill>
                            <a:schemeClr val="accent6">
                              <a:lumMod val="10000"/>
                            </a:schemeClr>
                          </a:solidFill>
                          <a:latin typeface="IBM Plex Sans Arabic Medium" panose="020B0503050203000203" pitchFamily="34" charset="-78"/>
                          <a:ea typeface="+mn-ea"/>
                          <a:cs typeface="IBM Plex Sans Arabic Medium" panose="020B0503050203000203" pitchFamily="34" charset="-78"/>
                        </a:rPr>
                        <a:t>21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566987" rtl="1" eaLnBrk="1" latinLnBrk="0" hangingPunct="1"/>
                      <a:r>
                        <a:rPr lang="ar-SA" sz="1000" b="0" i="0" kern="1200" dirty="0">
                          <a:solidFill>
                            <a:schemeClr val="accent6">
                              <a:lumMod val="10000"/>
                            </a:schemeClr>
                          </a:solidFill>
                          <a:latin typeface="IBM Plex Sans Arabic Medium" panose="020B0503050203000203" pitchFamily="34" charset="-78"/>
                          <a:ea typeface="+mn-ea"/>
                          <a:cs typeface="IBM Plex Sans Arabic Medium" panose="020B0503050203000203" pitchFamily="34" charset="-78"/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56698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ar-SA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D6DCE4">
                              <a:lumMod val="10000"/>
                            </a:srgbClr>
                          </a:solidFill>
                          <a:effectLst/>
                          <a:uLnTx/>
                          <a:uFillTx/>
                          <a:latin typeface="IBM Plex Sans Arabic Medium" panose="020B0503050203000203" pitchFamily="34" charset="-78"/>
                          <a:ea typeface="+mn-ea"/>
                          <a:cs typeface="IBM Plex Sans Arabic Medium" panose="020B0503050203000203" pitchFamily="34" charset="-78"/>
                        </a:rPr>
                        <a:t>عمان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566987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SA" sz="1000" b="0" i="0" kern="1200" dirty="0">
                          <a:solidFill>
                            <a:schemeClr val="accent6">
                              <a:lumMod val="10000"/>
                            </a:schemeClr>
                          </a:solidFill>
                          <a:latin typeface="IBM Plex Sans Arabic Medium" panose="020B0503050203000203" pitchFamily="34" charset="-78"/>
                          <a:ea typeface="+mn-ea"/>
                          <a:cs typeface="IBM Plex Sans Arabic Medium" panose="020B0503050203000203" pitchFamily="34" charset="-78"/>
                        </a:rPr>
                        <a:t>دورة تطويرية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r" defTabSz="566987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SA" sz="1000" b="0" i="0" kern="1200" dirty="0">
                          <a:solidFill>
                            <a:schemeClr val="accent6">
                              <a:lumMod val="10000"/>
                            </a:schemeClr>
                          </a:solidFill>
                          <a:latin typeface="IBM Plex Sans Arabic Medium" panose="020B0503050203000203" pitchFamily="34" charset="-78"/>
                          <a:ea typeface="+mn-ea"/>
                          <a:cs typeface="IBM Plex Sans Arabic Medium" panose="020B0503050203000203" pitchFamily="34" charset="-78"/>
                        </a:rPr>
                        <a:t>شركة نماء العمانية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75362753"/>
                  </a:ext>
                </a:extLst>
              </a:tr>
              <a:tr h="389322">
                <a:tc>
                  <a:txBody>
                    <a:bodyPr/>
                    <a:lstStyle/>
                    <a:p>
                      <a:pPr marL="0" algn="ctr" defTabSz="566987" rtl="0" eaLnBrk="1" latinLnBrk="0" hangingPunct="1"/>
                      <a:r>
                        <a:rPr lang="ar-SA" sz="1000" b="0" i="0" kern="1200" dirty="0">
                          <a:solidFill>
                            <a:schemeClr val="accent6">
                              <a:lumMod val="10000"/>
                            </a:schemeClr>
                          </a:solidFill>
                          <a:latin typeface="IBM Plex Sans Arabic Medium" panose="020B0503050203000203" pitchFamily="34" charset="-78"/>
                          <a:ea typeface="+mn-ea"/>
                          <a:cs typeface="IBM Plex Sans Arabic Medium" panose="020B0503050203000203" pitchFamily="34" charset="-78"/>
                        </a:rPr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566987" rtl="0" eaLnBrk="1" latinLnBrk="0" hangingPunct="1"/>
                      <a:r>
                        <a:rPr lang="ar-SA" sz="1000" b="0" i="0" kern="1200" dirty="0">
                          <a:solidFill>
                            <a:schemeClr val="accent6">
                              <a:lumMod val="10000"/>
                            </a:schemeClr>
                          </a:solidFill>
                          <a:latin typeface="IBM Plex Sans Arabic Medium" panose="020B0503050203000203" pitchFamily="34" charset="-78"/>
                          <a:ea typeface="+mn-ea"/>
                          <a:cs typeface="IBM Plex Sans Arabic Medium" panose="020B0503050203000203" pitchFamily="34" charset="-78"/>
                        </a:rPr>
                        <a:t>60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566987" rtl="1" eaLnBrk="1" latinLnBrk="0" hangingPunct="1"/>
                      <a:r>
                        <a:rPr lang="ar-SA" sz="1000" b="0" i="0" kern="1200" dirty="0">
                          <a:solidFill>
                            <a:schemeClr val="accent6">
                              <a:lumMod val="10000"/>
                            </a:schemeClr>
                          </a:solidFill>
                          <a:latin typeface="IBM Plex Sans Arabic Medium" panose="020B0503050203000203" pitchFamily="34" charset="-78"/>
                          <a:ea typeface="+mn-ea"/>
                          <a:cs typeface="IBM Plex Sans Arabic Medium" panose="020B0503050203000203" pitchFamily="34" charset="-78"/>
                        </a:rPr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56698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ar-SA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D6DCE4">
                              <a:lumMod val="10000"/>
                            </a:srgbClr>
                          </a:solidFill>
                          <a:effectLst/>
                          <a:uLnTx/>
                          <a:uFillTx/>
                          <a:latin typeface="IBM Plex Sans Arabic Medium" panose="020B0503050203000203" pitchFamily="34" charset="-78"/>
                          <a:ea typeface="+mn-ea"/>
                          <a:cs typeface="IBM Plex Sans Arabic Medium" panose="020B0503050203000203" pitchFamily="34" charset="-78"/>
                        </a:rPr>
                        <a:t>الرياض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566987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SA" sz="1000" b="0" i="0" kern="1200" dirty="0">
                          <a:solidFill>
                            <a:schemeClr val="accent6">
                              <a:lumMod val="10000"/>
                            </a:schemeClr>
                          </a:solidFill>
                          <a:latin typeface="IBM Plex Sans Arabic Medium" panose="020B0503050203000203" pitchFamily="34" charset="-78"/>
                          <a:ea typeface="+mn-ea"/>
                          <a:cs typeface="IBM Plex Sans Arabic Medium" panose="020B0503050203000203" pitchFamily="34" charset="-78"/>
                        </a:rPr>
                        <a:t>دورة تطويرية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r" defTabSz="566987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SA" sz="1000" b="0" i="0" kern="1200" dirty="0">
                          <a:solidFill>
                            <a:schemeClr val="accent6">
                              <a:lumMod val="10000"/>
                            </a:schemeClr>
                          </a:solidFill>
                          <a:latin typeface="IBM Plex Sans Arabic Medium" panose="020B0503050203000203" pitchFamily="34" charset="-78"/>
                          <a:ea typeface="+mn-ea"/>
                          <a:cs typeface="IBM Plex Sans Arabic Medium" panose="020B0503050203000203" pitchFamily="34" charset="-78"/>
                        </a:rPr>
                        <a:t>شركة ارواء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59097836"/>
                  </a:ext>
                </a:extLst>
              </a:tr>
              <a:tr h="305039">
                <a:tc>
                  <a:txBody>
                    <a:bodyPr/>
                    <a:lstStyle/>
                    <a:p>
                      <a:pPr marL="0" algn="ctr" defTabSz="566987" rtl="0" eaLnBrk="1" latinLnBrk="0" hangingPunct="1"/>
                      <a:r>
                        <a:rPr lang="ar-SA" sz="1000" b="0" i="0" kern="1200" dirty="0">
                          <a:solidFill>
                            <a:schemeClr val="accent6">
                              <a:lumMod val="10000"/>
                            </a:schemeClr>
                          </a:solidFill>
                          <a:latin typeface="IBM Plex Sans Arabic Medium" panose="020B0503050203000203" pitchFamily="34" charset="-78"/>
                          <a:ea typeface="+mn-ea"/>
                          <a:cs typeface="IBM Plex Sans Arabic Medium" panose="020B0503050203000203" pitchFamily="34" charset="-78"/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566987" rtl="0" eaLnBrk="1" latinLnBrk="0" hangingPunct="1"/>
                      <a:r>
                        <a:rPr lang="ar-SA" sz="1000" b="0" i="0" kern="1200" dirty="0">
                          <a:solidFill>
                            <a:schemeClr val="accent6">
                              <a:lumMod val="10000"/>
                            </a:schemeClr>
                          </a:solidFill>
                          <a:latin typeface="IBM Plex Sans Arabic Medium" panose="020B0503050203000203" pitchFamily="34" charset="-78"/>
                          <a:ea typeface="+mn-ea"/>
                          <a:cs typeface="IBM Plex Sans Arabic Medium" panose="020B0503050203000203" pitchFamily="34" charset="-78"/>
                        </a:rPr>
                        <a:t>20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566987" rtl="1" eaLnBrk="1" latinLnBrk="0" hangingPunct="1"/>
                      <a:r>
                        <a:rPr lang="ar-SA" sz="1000" b="0" i="0" kern="1200" dirty="0">
                          <a:solidFill>
                            <a:schemeClr val="accent6">
                              <a:lumMod val="10000"/>
                            </a:schemeClr>
                          </a:solidFill>
                          <a:latin typeface="IBM Plex Sans Arabic Medium" panose="020B0503050203000203" pitchFamily="34" charset="-78"/>
                          <a:ea typeface="+mn-ea"/>
                          <a:cs typeface="IBM Plex Sans Arabic Medium" panose="020B0503050203000203" pitchFamily="34" charset="-78"/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56698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D6DCE4">
                              <a:lumMod val="10000"/>
                            </a:srgbClr>
                          </a:solidFill>
                          <a:effectLst/>
                          <a:uLnTx/>
                          <a:uFillTx/>
                          <a:latin typeface="IBM Plex Sans Arabic Medium" panose="020B0503050203000203" pitchFamily="34" charset="-78"/>
                          <a:ea typeface="+mn-ea"/>
                          <a:cs typeface="IBM Plex Sans Arabic Medium" panose="020B0503050203000203" pitchFamily="34" charset="-78"/>
                        </a:rPr>
                        <a:t>ON LINE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566987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SA" sz="1000" b="0" i="0" kern="1200" dirty="0">
                          <a:solidFill>
                            <a:schemeClr val="accent6">
                              <a:lumMod val="10000"/>
                            </a:schemeClr>
                          </a:solidFill>
                          <a:latin typeface="IBM Plex Sans Arabic Medium" panose="020B0503050203000203" pitchFamily="34" charset="-78"/>
                          <a:ea typeface="+mn-ea"/>
                          <a:cs typeface="IBM Plex Sans Arabic Medium" panose="020B0503050203000203" pitchFamily="34" charset="-78"/>
                        </a:rPr>
                        <a:t>دورة تطويرية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r" defTabSz="566987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SA" sz="1000" b="0" i="0" kern="1200" dirty="0">
                          <a:solidFill>
                            <a:schemeClr val="accent6">
                              <a:lumMod val="10000"/>
                            </a:schemeClr>
                          </a:solidFill>
                          <a:latin typeface="IBM Plex Sans Arabic Medium" panose="020B0503050203000203" pitchFamily="34" charset="-78"/>
                          <a:ea typeface="+mn-ea"/>
                          <a:cs typeface="IBM Plex Sans Arabic Medium" panose="020B0503050203000203" pitchFamily="34" charset="-78"/>
                        </a:rPr>
                        <a:t>شركة ارواء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30248308"/>
                  </a:ext>
                </a:extLst>
              </a:tr>
              <a:tr h="305039">
                <a:tc>
                  <a:txBody>
                    <a:bodyPr/>
                    <a:lstStyle/>
                    <a:p>
                      <a:pPr marL="0" algn="ctr" defTabSz="566987" rtl="0" eaLnBrk="1" latinLnBrk="0" hangingPunct="1"/>
                      <a:r>
                        <a:rPr lang="ar-SA" sz="1000" b="0" i="0" kern="1200" dirty="0">
                          <a:solidFill>
                            <a:schemeClr val="accent6">
                              <a:lumMod val="10000"/>
                            </a:schemeClr>
                          </a:solidFill>
                          <a:latin typeface="IBM Plex Sans Arabic Medium" panose="020B0503050203000203" pitchFamily="34" charset="-78"/>
                          <a:ea typeface="+mn-ea"/>
                          <a:cs typeface="IBM Plex Sans Arabic Medium" panose="020B0503050203000203" pitchFamily="34" charset="-78"/>
                        </a:rPr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566987" rtl="0" eaLnBrk="1" latinLnBrk="0" hangingPunct="1"/>
                      <a:r>
                        <a:rPr lang="ar-SA" sz="1000" b="0" i="0" kern="1200" dirty="0">
                          <a:solidFill>
                            <a:schemeClr val="accent6">
                              <a:lumMod val="10000"/>
                            </a:schemeClr>
                          </a:solidFill>
                          <a:latin typeface="IBM Plex Sans Arabic Medium" panose="020B0503050203000203" pitchFamily="34" charset="-78"/>
                          <a:ea typeface="+mn-ea"/>
                          <a:cs typeface="IBM Plex Sans Arabic Medium" panose="020B0503050203000203" pitchFamily="34" charset="-78"/>
                        </a:rPr>
                        <a:t>36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566987" rtl="1" eaLnBrk="1" latinLnBrk="0" hangingPunct="1"/>
                      <a:r>
                        <a:rPr lang="ar-SA" sz="1000" b="0" i="0" kern="1200" dirty="0">
                          <a:solidFill>
                            <a:schemeClr val="accent6">
                              <a:lumMod val="10000"/>
                            </a:schemeClr>
                          </a:solidFill>
                          <a:latin typeface="IBM Plex Sans Arabic Medium" panose="020B0503050203000203" pitchFamily="34" charset="-78"/>
                          <a:ea typeface="+mn-ea"/>
                          <a:cs typeface="IBM Plex Sans Arabic Medium" panose="020B0503050203000203" pitchFamily="34" charset="-78"/>
                        </a:rPr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56698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ar-SA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D6DCE4">
                              <a:lumMod val="10000"/>
                            </a:srgbClr>
                          </a:solidFill>
                          <a:effectLst/>
                          <a:uLnTx/>
                          <a:uFillTx/>
                          <a:latin typeface="IBM Plex Sans Arabic Medium" panose="020B0503050203000203" pitchFamily="34" charset="-78"/>
                          <a:ea typeface="+mn-ea"/>
                          <a:cs typeface="IBM Plex Sans Arabic Medium" panose="020B0503050203000203" pitchFamily="34" charset="-78"/>
                        </a:rPr>
                        <a:t>الرياض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566987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SA" sz="1000" b="0" i="0" kern="1200" dirty="0">
                          <a:solidFill>
                            <a:schemeClr val="accent6">
                              <a:lumMod val="10000"/>
                            </a:schemeClr>
                          </a:solidFill>
                          <a:latin typeface="IBM Plex Sans Arabic Medium" panose="020B0503050203000203" pitchFamily="34" charset="-78"/>
                          <a:ea typeface="+mn-ea"/>
                          <a:cs typeface="IBM Plex Sans Arabic Medium" panose="020B0503050203000203" pitchFamily="34" charset="-78"/>
                        </a:rPr>
                        <a:t>دورة تطويرية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r" defTabSz="566987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SA" sz="1000" b="0" i="0" kern="1200" dirty="0">
                          <a:solidFill>
                            <a:schemeClr val="accent6">
                              <a:lumMod val="10000"/>
                            </a:schemeClr>
                          </a:solidFill>
                          <a:latin typeface="IBM Plex Sans Arabic Medium" panose="020B0503050203000203" pitchFamily="34" charset="-78"/>
                          <a:ea typeface="+mn-ea"/>
                          <a:cs typeface="IBM Plex Sans Arabic Medium" panose="020B0503050203000203" pitchFamily="34" charset="-78"/>
                        </a:rPr>
                        <a:t>شركة المياه الوطنية-</a:t>
                      </a:r>
                      <a:r>
                        <a:rPr lang="en-US" sz="1000" b="0" i="0" kern="1200" dirty="0">
                          <a:solidFill>
                            <a:schemeClr val="accent6">
                              <a:lumMod val="10000"/>
                            </a:schemeClr>
                          </a:solidFill>
                          <a:latin typeface="IBM Plex Sans Arabic Medium" panose="020B0503050203000203" pitchFamily="34" charset="-78"/>
                          <a:ea typeface="+mn-ea"/>
                          <a:cs typeface="IBM Plex Sans Arabic Medium" panose="020B0503050203000203" pitchFamily="34" charset="-78"/>
                        </a:rPr>
                        <a:t>NWC - </a:t>
                      </a:r>
                      <a:r>
                        <a:rPr lang="ar-SA" sz="1000" b="0" i="0" kern="1200" dirty="0">
                          <a:solidFill>
                            <a:schemeClr val="accent6">
                              <a:lumMod val="10000"/>
                            </a:schemeClr>
                          </a:solidFill>
                          <a:latin typeface="IBM Plex Sans Arabic Medium" panose="020B0503050203000203" pitchFamily="34" charset="-78"/>
                          <a:ea typeface="+mn-ea"/>
                          <a:cs typeface="IBM Plex Sans Arabic Medium" panose="020B0503050203000203" pitchFamily="34" charset="-78"/>
                        </a:rPr>
                        <a:t>برامج السلامة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01826513"/>
                  </a:ext>
                </a:extLst>
              </a:tr>
              <a:tr h="305039">
                <a:tc>
                  <a:txBody>
                    <a:bodyPr/>
                    <a:lstStyle/>
                    <a:p>
                      <a:pPr marL="0" algn="ctr" defTabSz="566987" rtl="0" eaLnBrk="1" latinLnBrk="0" hangingPunct="1"/>
                      <a:r>
                        <a:rPr lang="ar-SA" sz="1000" b="0" i="0" kern="1200" dirty="0">
                          <a:solidFill>
                            <a:schemeClr val="accent6">
                              <a:lumMod val="10000"/>
                            </a:schemeClr>
                          </a:solidFill>
                          <a:latin typeface="IBM Plex Sans Arabic Medium" panose="020B0503050203000203" pitchFamily="34" charset="-78"/>
                          <a:ea typeface="+mn-ea"/>
                          <a:cs typeface="IBM Plex Sans Arabic Medium" panose="020B0503050203000203" pitchFamily="34" charset="-78"/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566987" rtl="0" eaLnBrk="1" latinLnBrk="0" hangingPunct="1"/>
                      <a:r>
                        <a:rPr lang="ar-SA" sz="1000" b="0" i="0" kern="1200" dirty="0">
                          <a:solidFill>
                            <a:schemeClr val="accent6">
                              <a:lumMod val="10000"/>
                            </a:schemeClr>
                          </a:solidFill>
                          <a:latin typeface="IBM Plex Sans Arabic Medium" panose="020B0503050203000203" pitchFamily="34" charset="-78"/>
                          <a:ea typeface="+mn-ea"/>
                          <a:cs typeface="IBM Plex Sans Arabic Medium" panose="020B0503050203000203" pitchFamily="34" charset="-78"/>
                        </a:rPr>
                        <a:t>15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566987" rtl="1" eaLnBrk="1" latinLnBrk="0" hangingPunct="1"/>
                      <a:r>
                        <a:rPr lang="ar-SA" sz="1000" b="0" i="0" kern="1200" dirty="0">
                          <a:solidFill>
                            <a:schemeClr val="accent6">
                              <a:lumMod val="10000"/>
                            </a:schemeClr>
                          </a:solidFill>
                          <a:latin typeface="IBM Plex Sans Arabic Medium" panose="020B0503050203000203" pitchFamily="34" charset="-78"/>
                          <a:ea typeface="+mn-ea"/>
                          <a:cs typeface="IBM Plex Sans Arabic Medium" panose="020B0503050203000203" pitchFamily="34" charset="-78"/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56698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ar-SA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D6DCE4">
                              <a:lumMod val="10000"/>
                            </a:srgbClr>
                          </a:solidFill>
                          <a:effectLst/>
                          <a:uLnTx/>
                          <a:uFillTx/>
                          <a:latin typeface="IBM Plex Sans Arabic Medium" panose="020B0503050203000203" pitchFamily="34" charset="-78"/>
                          <a:ea typeface="+mn-ea"/>
                          <a:cs typeface="IBM Plex Sans Arabic Medium" panose="020B0503050203000203" pitchFamily="34" charset="-78"/>
                        </a:rPr>
                        <a:t>بريدة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566987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SA" sz="1000" b="0" i="0" kern="1200" dirty="0">
                          <a:solidFill>
                            <a:schemeClr val="accent6">
                              <a:lumMod val="10000"/>
                            </a:schemeClr>
                          </a:solidFill>
                          <a:latin typeface="IBM Plex Sans Arabic Medium" panose="020B0503050203000203" pitchFamily="34" charset="-78"/>
                          <a:ea typeface="+mn-ea"/>
                          <a:cs typeface="IBM Plex Sans Arabic Medium" panose="020B0503050203000203" pitchFamily="34" charset="-78"/>
                        </a:rPr>
                        <a:t>دورة تطويرية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r" defTabSz="566987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SA" sz="1000" b="0" i="0" kern="1200" dirty="0">
                          <a:solidFill>
                            <a:schemeClr val="accent6">
                              <a:lumMod val="10000"/>
                            </a:schemeClr>
                          </a:solidFill>
                          <a:latin typeface="IBM Plex Sans Arabic Medium" panose="020B0503050203000203" pitchFamily="34" charset="-78"/>
                          <a:ea typeface="+mn-ea"/>
                          <a:cs typeface="IBM Plex Sans Arabic Medium" panose="020B0503050203000203" pitchFamily="34" charset="-78"/>
                        </a:rPr>
                        <a:t>شركة المياه الوطنية – </a:t>
                      </a:r>
                      <a:r>
                        <a:rPr lang="en-US" sz="1000" b="0" i="0" kern="1200" dirty="0">
                          <a:solidFill>
                            <a:schemeClr val="accent6">
                              <a:lumMod val="10000"/>
                            </a:schemeClr>
                          </a:solidFill>
                          <a:latin typeface="IBM Plex Sans Arabic Medium" panose="020B0503050203000203" pitchFamily="34" charset="-78"/>
                          <a:ea typeface="+mn-ea"/>
                          <a:cs typeface="IBM Plex Sans Arabic Medium" panose="020B0503050203000203" pitchFamily="34" charset="-78"/>
                        </a:rPr>
                        <a:t>MOMC- NC</a:t>
                      </a:r>
                      <a:endParaRPr lang="ar-SA" sz="1000" b="0" i="0" kern="1200" dirty="0">
                        <a:solidFill>
                          <a:schemeClr val="accent6">
                            <a:lumMod val="10000"/>
                          </a:schemeClr>
                        </a:solidFill>
                        <a:latin typeface="IBM Plex Sans Arabic Medium" panose="020B0503050203000203" pitchFamily="34" charset="-78"/>
                        <a:ea typeface="+mn-ea"/>
                        <a:cs typeface="IBM Plex Sans Arabic Medium" panose="020B0503050203000203" pitchFamily="34" charset="-78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3728635"/>
                  </a:ext>
                </a:extLst>
              </a:tr>
              <a:tr h="305039">
                <a:tc>
                  <a:txBody>
                    <a:bodyPr/>
                    <a:lstStyle/>
                    <a:p>
                      <a:pPr marL="0" algn="ctr" defTabSz="566987" rtl="0" eaLnBrk="1" latinLnBrk="0" hangingPunct="1"/>
                      <a:r>
                        <a:rPr lang="ar-SA" sz="1000" b="0" i="0" kern="1200" dirty="0">
                          <a:solidFill>
                            <a:schemeClr val="accent6">
                              <a:lumMod val="10000"/>
                            </a:schemeClr>
                          </a:solidFill>
                          <a:latin typeface="IBM Plex Sans Arabic Medium" panose="020B0503050203000203" pitchFamily="34" charset="-78"/>
                          <a:ea typeface="+mn-ea"/>
                          <a:cs typeface="IBM Plex Sans Arabic Medium" panose="020B0503050203000203" pitchFamily="34" charset="-78"/>
                        </a:rPr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566987" rtl="0" eaLnBrk="1" latinLnBrk="0" hangingPunct="1"/>
                      <a:r>
                        <a:rPr lang="ar-SA" sz="1000" b="0" i="0" kern="1200" dirty="0">
                          <a:solidFill>
                            <a:schemeClr val="accent6">
                              <a:lumMod val="10000"/>
                            </a:schemeClr>
                          </a:solidFill>
                          <a:latin typeface="IBM Plex Sans Arabic Medium" panose="020B0503050203000203" pitchFamily="34" charset="-78"/>
                          <a:ea typeface="+mn-ea"/>
                          <a:cs typeface="IBM Plex Sans Arabic Medium" panose="020B0503050203000203" pitchFamily="34" charset="-78"/>
                        </a:rPr>
                        <a:t>45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566987" rtl="1" eaLnBrk="1" latinLnBrk="0" hangingPunct="1"/>
                      <a:r>
                        <a:rPr lang="ar-SA" sz="1000" b="0" i="0" kern="1200" dirty="0">
                          <a:solidFill>
                            <a:schemeClr val="accent6">
                              <a:lumMod val="10000"/>
                            </a:schemeClr>
                          </a:solidFill>
                          <a:latin typeface="IBM Plex Sans Arabic Medium" panose="020B0503050203000203" pitchFamily="34" charset="-78"/>
                          <a:ea typeface="+mn-ea"/>
                          <a:cs typeface="IBM Plex Sans Arabic Medium" panose="020B0503050203000203" pitchFamily="34" charset="-78"/>
                        </a:rPr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56698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ar-SA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D6DCE4">
                              <a:lumMod val="10000"/>
                            </a:srgbClr>
                          </a:solidFill>
                          <a:effectLst/>
                          <a:uLnTx/>
                          <a:uFillTx/>
                          <a:latin typeface="IBM Plex Sans Arabic Medium" panose="020B0503050203000203" pitchFamily="34" charset="-78"/>
                          <a:ea typeface="+mn-ea"/>
                          <a:cs typeface="IBM Plex Sans Arabic Medium" panose="020B0503050203000203" pitchFamily="34" charset="-78"/>
                        </a:rPr>
                        <a:t>حائل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566987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SA" sz="1000" b="0" i="0" kern="1200" dirty="0">
                          <a:solidFill>
                            <a:schemeClr val="accent6">
                              <a:lumMod val="10000"/>
                            </a:schemeClr>
                          </a:solidFill>
                          <a:latin typeface="IBM Plex Sans Arabic Medium" panose="020B0503050203000203" pitchFamily="34" charset="-78"/>
                          <a:ea typeface="+mn-ea"/>
                          <a:cs typeface="IBM Plex Sans Arabic Medium" panose="020B0503050203000203" pitchFamily="34" charset="-78"/>
                        </a:rPr>
                        <a:t>دورة تطويرية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r" defTabSz="566987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SA" sz="1000" b="0" i="0" kern="1200" dirty="0">
                          <a:solidFill>
                            <a:schemeClr val="accent6">
                              <a:lumMod val="10000"/>
                            </a:schemeClr>
                          </a:solidFill>
                          <a:latin typeface="IBM Plex Sans Arabic Medium" panose="020B0503050203000203" pitchFamily="34" charset="-78"/>
                          <a:ea typeface="+mn-ea"/>
                          <a:cs typeface="IBM Plex Sans Arabic Medium" panose="020B0503050203000203" pitchFamily="34" charset="-78"/>
                        </a:rPr>
                        <a:t>شركة المياه الوطنية – </a:t>
                      </a:r>
                      <a:r>
                        <a:rPr lang="en-US" sz="1000" b="0" i="0" kern="1200" dirty="0">
                          <a:solidFill>
                            <a:schemeClr val="accent6">
                              <a:lumMod val="10000"/>
                            </a:schemeClr>
                          </a:solidFill>
                          <a:latin typeface="IBM Plex Sans Arabic Medium" panose="020B0503050203000203" pitchFamily="34" charset="-78"/>
                          <a:ea typeface="+mn-ea"/>
                          <a:cs typeface="IBM Plex Sans Arabic Medium" panose="020B0503050203000203" pitchFamily="34" charset="-78"/>
                        </a:rPr>
                        <a:t>MOMC- NC</a:t>
                      </a:r>
                      <a:endParaRPr lang="ar-SA" sz="1000" b="0" i="0" kern="1200" dirty="0">
                        <a:solidFill>
                          <a:schemeClr val="accent6">
                            <a:lumMod val="10000"/>
                          </a:schemeClr>
                        </a:solidFill>
                        <a:latin typeface="IBM Plex Sans Arabic Medium" panose="020B0503050203000203" pitchFamily="34" charset="-78"/>
                        <a:ea typeface="+mn-ea"/>
                        <a:cs typeface="IBM Plex Sans Arabic Medium" panose="020B0503050203000203" pitchFamily="34" charset="-78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97830746"/>
                  </a:ext>
                </a:extLst>
              </a:tr>
              <a:tr h="305039">
                <a:tc>
                  <a:txBody>
                    <a:bodyPr/>
                    <a:lstStyle/>
                    <a:p>
                      <a:pPr marL="0" algn="ctr" defTabSz="566987" rtl="0" eaLnBrk="1" latinLnBrk="0" hangingPunct="1"/>
                      <a:r>
                        <a:rPr lang="ar-SA" sz="1000" b="0" i="0" kern="1200" dirty="0">
                          <a:solidFill>
                            <a:schemeClr val="accent6">
                              <a:lumMod val="10000"/>
                            </a:schemeClr>
                          </a:solidFill>
                          <a:latin typeface="IBM Plex Sans Arabic Medium" panose="020B0503050203000203" pitchFamily="34" charset="-78"/>
                          <a:ea typeface="+mn-ea"/>
                          <a:cs typeface="IBM Plex Sans Arabic Medium" panose="020B0503050203000203" pitchFamily="34" charset="-78"/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566987" rtl="0" eaLnBrk="1" latinLnBrk="0" hangingPunct="1"/>
                      <a:r>
                        <a:rPr lang="ar-SA" sz="1000" b="0" i="0" kern="1200" dirty="0">
                          <a:solidFill>
                            <a:schemeClr val="accent6">
                              <a:lumMod val="10000"/>
                            </a:schemeClr>
                          </a:solidFill>
                          <a:latin typeface="IBM Plex Sans Arabic Medium" panose="020B0503050203000203" pitchFamily="34" charset="-78"/>
                          <a:ea typeface="+mn-ea"/>
                          <a:cs typeface="IBM Plex Sans Arabic Medium" panose="020B0503050203000203" pitchFamily="34" charset="-78"/>
                        </a:rPr>
                        <a:t>15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566987" rtl="1" eaLnBrk="1" latinLnBrk="0" hangingPunct="1"/>
                      <a:r>
                        <a:rPr lang="ar-SA" sz="1000" b="0" i="0" kern="1200" dirty="0">
                          <a:solidFill>
                            <a:schemeClr val="accent6">
                              <a:lumMod val="10000"/>
                            </a:schemeClr>
                          </a:solidFill>
                          <a:latin typeface="IBM Plex Sans Arabic Medium" panose="020B0503050203000203" pitchFamily="34" charset="-78"/>
                          <a:ea typeface="+mn-ea"/>
                          <a:cs typeface="IBM Plex Sans Arabic Medium" panose="020B0503050203000203" pitchFamily="34" charset="-78"/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56698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ar-SA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D6DCE4">
                              <a:lumMod val="10000"/>
                            </a:srgbClr>
                          </a:solidFill>
                          <a:effectLst/>
                          <a:uLnTx/>
                          <a:uFillTx/>
                          <a:latin typeface="IBM Plex Sans Arabic Medium" panose="020B0503050203000203" pitchFamily="34" charset="-78"/>
                          <a:ea typeface="+mn-ea"/>
                          <a:cs typeface="IBM Plex Sans Arabic Medium" panose="020B0503050203000203" pitchFamily="34" charset="-78"/>
                        </a:rPr>
                        <a:t>الجوف سكاكا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566987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SA" sz="1000" b="0" i="0" kern="1200" dirty="0">
                          <a:solidFill>
                            <a:schemeClr val="accent6">
                              <a:lumMod val="10000"/>
                            </a:schemeClr>
                          </a:solidFill>
                          <a:latin typeface="IBM Plex Sans Arabic Medium" panose="020B0503050203000203" pitchFamily="34" charset="-78"/>
                          <a:ea typeface="+mn-ea"/>
                          <a:cs typeface="IBM Plex Sans Arabic Medium" panose="020B0503050203000203" pitchFamily="34" charset="-78"/>
                        </a:rPr>
                        <a:t>دورة تطويرية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r" defTabSz="566987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SA" sz="1000" b="0" i="0" kern="1200" dirty="0">
                          <a:solidFill>
                            <a:schemeClr val="accent6">
                              <a:lumMod val="10000"/>
                            </a:schemeClr>
                          </a:solidFill>
                          <a:latin typeface="IBM Plex Sans Arabic Medium" panose="020B0503050203000203" pitchFamily="34" charset="-78"/>
                          <a:ea typeface="+mn-ea"/>
                          <a:cs typeface="IBM Plex Sans Arabic Medium" panose="020B0503050203000203" pitchFamily="34" charset="-78"/>
                        </a:rPr>
                        <a:t>شركة المياه الوطنية – </a:t>
                      </a:r>
                      <a:r>
                        <a:rPr lang="en-US" sz="1000" b="0" i="0" kern="1200" dirty="0">
                          <a:solidFill>
                            <a:schemeClr val="accent6">
                              <a:lumMod val="10000"/>
                            </a:schemeClr>
                          </a:solidFill>
                          <a:latin typeface="IBM Plex Sans Arabic Medium" panose="020B0503050203000203" pitchFamily="34" charset="-78"/>
                          <a:ea typeface="+mn-ea"/>
                          <a:cs typeface="IBM Plex Sans Arabic Medium" panose="020B0503050203000203" pitchFamily="34" charset="-78"/>
                        </a:rPr>
                        <a:t>MOMC- NC</a:t>
                      </a:r>
                      <a:endParaRPr lang="ar-SA" sz="1000" b="0" i="0" kern="1200" dirty="0">
                        <a:solidFill>
                          <a:schemeClr val="accent6">
                            <a:lumMod val="10000"/>
                          </a:schemeClr>
                        </a:solidFill>
                        <a:latin typeface="IBM Plex Sans Arabic Medium" panose="020B0503050203000203" pitchFamily="34" charset="-78"/>
                        <a:ea typeface="+mn-ea"/>
                        <a:cs typeface="IBM Plex Sans Arabic Medium" panose="020B0503050203000203" pitchFamily="34" charset="-78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23118717"/>
                  </a:ext>
                </a:extLst>
              </a:tr>
              <a:tr h="239583">
                <a:tc>
                  <a:txBody>
                    <a:bodyPr/>
                    <a:lstStyle/>
                    <a:p>
                      <a:pPr marL="0" algn="ctr" defTabSz="566987" rtl="0" eaLnBrk="1" latinLnBrk="0" hangingPunct="1"/>
                      <a:r>
                        <a:rPr lang="ar-SA" sz="1000" b="0" i="0" kern="1200" dirty="0">
                          <a:solidFill>
                            <a:schemeClr val="accent6">
                              <a:lumMod val="10000"/>
                            </a:schemeClr>
                          </a:solidFill>
                          <a:latin typeface="IBM Plex Sans Arabic Medium" panose="020B0503050203000203" pitchFamily="34" charset="-78"/>
                          <a:ea typeface="+mn-ea"/>
                          <a:cs typeface="IBM Plex Sans Arabic Medium" panose="020B0503050203000203" pitchFamily="34" charset="-78"/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566987" rtl="0" eaLnBrk="1" latinLnBrk="0" hangingPunct="1"/>
                      <a:r>
                        <a:rPr lang="ar-SA" sz="1000" b="0" i="0" kern="1200" dirty="0">
                          <a:solidFill>
                            <a:schemeClr val="accent6">
                              <a:lumMod val="10000"/>
                            </a:schemeClr>
                          </a:solidFill>
                          <a:latin typeface="IBM Plex Sans Arabic Medium" panose="020B0503050203000203" pitchFamily="34" charset="-78"/>
                          <a:ea typeface="+mn-ea"/>
                          <a:cs typeface="IBM Plex Sans Arabic Medium" panose="020B0503050203000203" pitchFamily="34" charset="-78"/>
                        </a:rPr>
                        <a:t>14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566987" rtl="1" eaLnBrk="1" latinLnBrk="0" hangingPunct="1"/>
                      <a:r>
                        <a:rPr lang="ar-SA" sz="1000" b="0" i="0" kern="1200" dirty="0">
                          <a:solidFill>
                            <a:schemeClr val="accent6">
                              <a:lumMod val="10000"/>
                            </a:schemeClr>
                          </a:solidFill>
                          <a:latin typeface="IBM Plex Sans Arabic Medium" panose="020B0503050203000203" pitchFamily="34" charset="-78"/>
                          <a:ea typeface="+mn-ea"/>
                          <a:cs typeface="IBM Plex Sans Arabic Medium" panose="020B0503050203000203" pitchFamily="34" charset="-78"/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56698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ar-SA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D6DCE4">
                              <a:lumMod val="10000"/>
                            </a:srgbClr>
                          </a:solidFill>
                          <a:effectLst/>
                          <a:uLnTx/>
                          <a:uFillTx/>
                          <a:latin typeface="IBM Plex Sans Arabic Medium" panose="020B0503050203000203" pitchFamily="34" charset="-78"/>
                          <a:ea typeface="+mn-ea"/>
                          <a:cs typeface="IBM Plex Sans Arabic Medium" panose="020B0503050203000203" pitchFamily="34" charset="-78"/>
                        </a:rPr>
                        <a:t>أكاديمية الجبيل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566987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SA" sz="1000" b="0" i="0" kern="1200" dirty="0">
                          <a:solidFill>
                            <a:schemeClr val="accent6">
                              <a:lumMod val="10000"/>
                            </a:schemeClr>
                          </a:solidFill>
                          <a:latin typeface="IBM Plex Sans Arabic Medium" panose="020B0503050203000203" pitchFamily="34" charset="-78"/>
                          <a:ea typeface="+mn-ea"/>
                          <a:cs typeface="IBM Plex Sans Arabic Medium" panose="020B0503050203000203" pitchFamily="34" charset="-78"/>
                        </a:rPr>
                        <a:t>دورة تطويرية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r" defTabSz="566987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SA" sz="1000" b="0" i="0" kern="1200" dirty="0">
                          <a:solidFill>
                            <a:schemeClr val="accent6">
                              <a:lumMod val="10000"/>
                            </a:schemeClr>
                          </a:solidFill>
                          <a:latin typeface="IBM Plex Sans Arabic Medium" panose="020B0503050203000203" pitchFamily="34" charset="-78"/>
                          <a:ea typeface="+mn-ea"/>
                          <a:cs typeface="IBM Plex Sans Arabic Medium" panose="020B0503050203000203" pitchFamily="34" charset="-78"/>
                        </a:rPr>
                        <a:t>شركة وتكو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89832399"/>
                  </a:ext>
                </a:extLst>
              </a:tr>
              <a:tr h="239583">
                <a:tc>
                  <a:txBody>
                    <a:bodyPr/>
                    <a:lstStyle/>
                    <a:p>
                      <a:pPr marL="0" algn="ctr" defTabSz="566987" rtl="0" eaLnBrk="1" latinLnBrk="0" hangingPunct="1"/>
                      <a:r>
                        <a:rPr lang="ar-SA" sz="1000" b="0" i="0" kern="1200" dirty="0">
                          <a:solidFill>
                            <a:schemeClr val="accent6">
                              <a:lumMod val="10000"/>
                            </a:schemeClr>
                          </a:solidFill>
                          <a:latin typeface="IBM Plex Sans Arabic Medium" panose="020B0503050203000203" pitchFamily="34" charset="-78"/>
                          <a:ea typeface="+mn-ea"/>
                          <a:cs typeface="IBM Plex Sans Arabic Medium" panose="020B0503050203000203" pitchFamily="34" charset="-78"/>
                        </a:rPr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566987" rtl="0" eaLnBrk="1" latinLnBrk="0" hangingPunct="1"/>
                      <a:r>
                        <a:rPr lang="ar-SA" sz="1000" b="0" i="0" kern="1200" dirty="0">
                          <a:solidFill>
                            <a:schemeClr val="accent6">
                              <a:lumMod val="10000"/>
                            </a:schemeClr>
                          </a:solidFill>
                          <a:latin typeface="IBM Plex Sans Arabic Medium" panose="020B0503050203000203" pitchFamily="34" charset="-78"/>
                          <a:ea typeface="+mn-ea"/>
                          <a:cs typeface="IBM Plex Sans Arabic Medium" panose="020B0503050203000203" pitchFamily="34" charset="-78"/>
                        </a:rPr>
                        <a:t>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566987" rtl="1" eaLnBrk="1" latinLnBrk="0" hangingPunct="1"/>
                      <a:r>
                        <a:rPr lang="ar-SA" sz="1000" b="0" i="0" kern="1200" dirty="0">
                          <a:solidFill>
                            <a:schemeClr val="accent6">
                              <a:lumMod val="10000"/>
                            </a:schemeClr>
                          </a:solidFill>
                          <a:latin typeface="IBM Plex Sans Arabic Medium" panose="020B0503050203000203" pitchFamily="34" charset="-78"/>
                          <a:ea typeface="+mn-ea"/>
                          <a:cs typeface="IBM Plex Sans Arabic Medium" panose="020B0503050203000203" pitchFamily="34" charset="-78"/>
                        </a:rPr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56698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ar-SA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D6DCE4">
                              <a:lumMod val="10000"/>
                            </a:srgbClr>
                          </a:solidFill>
                          <a:effectLst/>
                          <a:uLnTx/>
                          <a:uFillTx/>
                          <a:latin typeface="IBM Plex Sans Arabic Medium" panose="020B0503050203000203" pitchFamily="34" charset="-78"/>
                          <a:ea typeface="+mn-ea"/>
                          <a:cs typeface="IBM Plex Sans Arabic Medium" panose="020B0503050203000203" pitchFamily="34" charset="-78"/>
                        </a:rPr>
                        <a:t>أكاديمية الجبيل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566987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SA" sz="1000" b="0" i="0" kern="1200" dirty="0">
                          <a:solidFill>
                            <a:schemeClr val="accent6">
                              <a:lumMod val="10000"/>
                            </a:schemeClr>
                          </a:solidFill>
                          <a:latin typeface="IBM Plex Sans Arabic Medium" panose="020B0503050203000203" pitchFamily="34" charset="-78"/>
                          <a:ea typeface="+mn-ea"/>
                          <a:cs typeface="IBM Plex Sans Arabic Medium" panose="020B0503050203000203" pitchFamily="34" charset="-78"/>
                        </a:rPr>
                        <a:t>دورة تأهيلية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r" defTabSz="566987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SA" sz="1000" b="0" i="0" kern="1200" dirty="0">
                          <a:solidFill>
                            <a:schemeClr val="accent6">
                              <a:lumMod val="10000"/>
                            </a:schemeClr>
                          </a:solidFill>
                          <a:latin typeface="IBM Plex Sans Arabic Medium" panose="020B0503050203000203" pitchFamily="34" charset="-78"/>
                          <a:ea typeface="+mn-ea"/>
                          <a:cs typeface="IBM Plex Sans Arabic Medium" panose="020B0503050203000203" pitchFamily="34" charset="-78"/>
                        </a:rPr>
                        <a:t>شركة وعد الشمال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99703281"/>
                  </a:ext>
                </a:extLst>
              </a:tr>
              <a:tr h="239583">
                <a:tc>
                  <a:txBody>
                    <a:bodyPr/>
                    <a:lstStyle/>
                    <a:p>
                      <a:pPr marL="0" algn="ctr" defTabSz="566987" rtl="0" eaLnBrk="1" latinLnBrk="0" hangingPunct="1"/>
                      <a:r>
                        <a:rPr lang="en-US" sz="1000" b="0" i="0" kern="1200" dirty="0">
                          <a:solidFill>
                            <a:schemeClr val="accent6">
                              <a:lumMod val="10000"/>
                            </a:schemeClr>
                          </a:solidFill>
                          <a:latin typeface="IBM Plex Sans Arabic Medium" panose="020B0503050203000203" pitchFamily="34" charset="-78"/>
                          <a:ea typeface="+mn-ea"/>
                          <a:cs typeface="IBM Plex Sans Arabic Medium" panose="020B0503050203000203" pitchFamily="34" charset="-78"/>
                        </a:rPr>
                        <a:t>1</a:t>
                      </a:r>
                      <a:endParaRPr lang="ar-SA" sz="1000" b="0" i="0" kern="1200" dirty="0">
                        <a:solidFill>
                          <a:schemeClr val="accent6">
                            <a:lumMod val="10000"/>
                          </a:schemeClr>
                        </a:solidFill>
                        <a:latin typeface="IBM Plex Sans Arabic Medium" panose="020B0503050203000203" pitchFamily="34" charset="-78"/>
                        <a:ea typeface="+mn-ea"/>
                        <a:cs typeface="IBM Plex Sans Arabic Medium" panose="020B0503050203000203" pitchFamily="34" charset="-7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566987" rtl="0" eaLnBrk="1" latinLnBrk="0" hangingPunct="1"/>
                      <a:r>
                        <a:rPr lang="en-US" sz="1000" b="0" i="0" kern="1200" dirty="0">
                          <a:solidFill>
                            <a:schemeClr val="accent6">
                              <a:lumMod val="10000"/>
                            </a:schemeClr>
                          </a:solidFill>
                          <a:latin typeface="IBM Plex Sans Arabic Medium" panose="020B0503050203000203" pitchFamily="34" charset="-78"/>
                          <a:ea typeface="+mn-ea"/>
                          <a:cs typeface="IBM Plex Sans Arabic Medium" panose="020B0503050203000203" pitchFamily="34" charset="-78"/>
                        </a:rPr>
                        <a:t>15</a:t>
                      </a:r>
                      <a:endParaRPr lang="ar-SA" sz="1000" b="0" i="0" kern="1200" dirty="0">
                        <a:solidFill>
                          <a:schemeClr val="accent6">
                            <a:lumMod val="10000"/>
                          </a:schemeClr>
                        </a:solidFill>
                        <a:latin typeface="IBM Plex Sans Arabic Medium" panose="020B0503050203000203" pitchFamily="34" charset="-78"/>
                        <a:ea typeface="+mn-ea"/>
                        <a:cs typeface="IBM Plex Sans Arabic Medium" panose="020B0503050203000203" pitchFamily="34" charset="-7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566987" rtl="1" eaLnBrk="1" latinLnBrk="0" hangingPunct="1"/>
                      <a:r>
                        <a:rPr lang="en-US" sz="1000" b="0" i="0" kern="1200" dirty="0">
                          <a:solidFill>
                            <a:schemeClr val="accent6">
                              <a:lumMod val="10000"/>
                            </a:schemeClr>
                          </a:solidFill>
                          <a:latin typeface="IBM Plex Sans Arabic Medium" panose="020B0503050203000203" pitchFamily="34" charset="-78"/>
                          <a:ea typeface="+mn-ea"/>
                          <a:cs typeface="IBM Plex Sans Arabic Medium" panose="020B0503050203000203" pitchFamily="34" charset="-78"/>
                        </a:rPr>
                        <a:t>1</a:t>
                      </a:r>
                      <a:endParaRPr lang="ar-SA" sz="1000" b="0" i="0" kern="1200" dirty="0">
                        <a:solidFill>
                          <a:schemeClr val="accent6">
                            <a:lumMod val="10000"/>
                          </a:schemeClr>
                        </a:solidFill>
                        <a:latin typeface="IBM Plex Sans Arabic Medium" panose="020B0503050203000203" pitchFamily="34" charset="-78"/>
                        <a:ea typeface="+mn-ea"/>
                        <a:cs typeface="IBM Plex Sans Arabic Medium" panose="020B0503050203000203" pitchFamily="34" charset="-7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56698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ar-SA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D6DCE4">
                              <a:lumMod val="10000"/>
                            </a:srgbClr>
                          </a:solidFill>
                          <a:effectLst/>
                          <a:uLnTx/>
                          <a:uFillTx/>
                          <a:latin typeface="IBM Plex Sans Arabic Medium" panose="020B0503050203000203" pitchFamily="34" charset="-78"/>
                          <a:ea typeface="+mn-ea"/>
                          <a:cs typeface="IBM Plex Sans Arabic Medium" panose="020B0503050203000203" pitchFamily="34" charset="-78"/>
                        </a:rPr>
                        <a:t>أكاديمية الجبيل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566987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ar-SA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D6DCE4">
                              <a:lumMod val="10000"/>
                            </a:srgbClr>
                          </a:solidFill>
                          <a:effectLst/>
                          <a:uLnTx/>
                          <a:uFillTx/>
                          <a:latin typeface="IBM Plex Sans Arabic Medium" panose="020B0503050203000203" pitchFamily="34" charset="-78"/>
                          <a:ea typeface="+mn-ea"/>
                          <a:cs typeface="IBM Plex Sans Arabic Medium" panose="020B0503050203000203" pitchFamily="34" charset="-78"/>
                        </a:rPr>
                        <a:t>دبلوم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r" defTabSz="566987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SA" sz="1000" b="0" i="0" kern="1200" dirty="0">
                          <a:solidFill>
                            <a:schemeClr val="accent6">
                              <a:lumMod val="10000"/>
                            </a:schemeClr>
                          </a:solidFill>
                          <a:latin typeface="IBM Plex Sans Arabic Medium" panose="020B0503050203000203" pitchFamily="34" charset="-78"/>
                          <a:ea typeface="+mn-ea"/>
                          <a:cs typeface="IBM Plex Sans Arabic Medium" panose="020B0503050203000203" pitchFamily="34" charset="-78"/>
                        </a:rPr>
                        <a:t>شركة </a:t>
                      </a:r>
                      <a:r>
                        <a:rPr lang="en-US" sz="1000" b="0" i="0" kern="1200" dirty="0">
                          <a:solidFill>
                            <a:schemeClr val="accent6">
                              <a:lumMod val="10000"/>
                            </a:schemeClr>
                          </a:solidFill>
                          <a:latin typeface="IBM Plex Sans Arabic Medium" panose="020B0503050203000203" pitchFamily="34" charset="-78"/>
                          <a:ea typeface="+mn-ea"/>
                          <a:cs typeface="IBM Plex Sans Arabic Medium" panose="020B0503050203000203" pitchFamily="34" charset="-78"/>
                        </a:rPr>
                        <a:t>KSB (Batch-1)</a:t>
                      </a:r>
                      <a:endParaRPr lang="ar-SA" sz="1000" b="0" i="0" kern="1200" dirty="0">
                        <a:solidFill>
                          <a:schemeClr val="accent6">
                            <a:lumMod val="10000"/>
                          </a:schemeClr>
                        </a:solidFill>
                        <a:latin typeface="IBM Plex Sans Arabic Medium" panose="020B0503050203000203" pitchFamily="34" charset="-78"/>
                        <a:ea typeface="+mn-ea"/>
                        <a:cs typeface="IBM Plex Sans Arabic Medium" panose="020B0503050203000203" pitchFamily="34" charset="-78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65797024"/>
                  </a:ext>
                </a:extLst>
              </a:tr>
              <a:tr h="239583">
                <a:tc>
                  <a:txBody>
                    <a:bodyPr/>
                    <a:lstStyle/>
                    <a:p>
                      <a:pPr marL="0" algn="ctr" defTabSz="566987" rtl="0" eaLnBrk="1" latinLnBrk="0" hangingPunct="1"/>
                      <a:r>
                        <a:rPr lang="ar-SA" sz="1000" b="0" i="0" kern="1200" dirty="0">
                          <a:solidFill>
                            <a:schemeClr val="accent6">
                              <a:lumMod val="10000"/>
                            </a:schemeClr>
                          </a:solidFill>
                          <a:latin typeface="IBM Plex Sans Arabic Medium" panose="020B0503050203000203" pitchFamily="34" charset="-78"/>
                          <a:ea typeface="+mn-ea"/>
                          <a:cs typeface="IBM Plex Sans Arabic Medium" panose="020B0503050203000203" pitchFamily="34" charset="-78"/>
                        </a:rPr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566987" rtl="0" eaLnBrk="1" latinLnBrk="0" hangingPunct="1"/>
                      <a:r>
                        <a:rPr lang="en-US" sz="1000" b="0" i="0" kern="1200" dirty="0">
                          <a:solidFill>
                            <a:schemeClr val="accent6">
                              <a:lumMod val="10000"/>
                            </a:schemeClr>
                          </a:solidFill>
                          <a:latin typeface="IBM Plex Sans Arabic Medium" panose="020B0503050203000203" pitchFamily="34" charset="-78"/>
                          <a:ea typeface="+mn-ea"/>
                          <a:cs typeface="IBM Plex Sans Arabic Medium" panose="020B0503050203000203" pitchFamily="34" charset="-78"/>
                        </a:rPr>
                        <a:t>50</a:t>
                      </a:r>
                      <a:endParaRPr lang="ar-SA" sz="1000" b="0" i="0" kern="1200" dirty="0">
                        <a:solidFill>
                          <a:schemeClr val="accent6">
                            <a:lumMod val="10000"/>
                          </a:schemeClr>
                        </a:solidFill>
                        <a:latin typeface="IBM Plex Sans Arabic Medium" panose="020B0503050203000203" pitchFamily="34" charset="-78"/>
                        <a:ea typeface="+mn-ea"/>
                        <a:cs typeface="IBM Plex Sans Arabic Medium" panose="020B0503050203000203" pitchFamily="34" charset="-7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566987" rtl="1" eaLnBrk="1" latinLnBrk="0" hangingPunct="1"/>
                      <a:r>
                        <a:rPr lang="en-US" sz="1000" b="0" i="0" kern="1200" dirty="0">
                          <a:solidFill>
                            <a:schemeClr val="accent6">
                              <a:lumMod val="10000"/>
                            </a:schemeClr>
                          </a:solidFill>
                          <a:latin typeface="IBM Plex Sans Arabic Medium" panose="020B0503050203000203" pitchFamily="34" charset="-78"/>
                          <a:ea typeface="+mn-ea"/>
                          <a:cs typeface="IBM Plex Sans Arabic Medium" panose="020B0503050203000203" pitchFamily="34" charset="-78"/>
                        </a:rPr>
                        <a:t>4</a:t>
                      </a:r>
                      <a:endParaRPr lang="ar-SA" sz="1000" b="0" i="0" kern="1200" dirty="0">
                        <a:solidFill>
                          <a:schemeClr val="accent6">
                            <a:lumMod val="10000"/>
                          </a:schemeClr>
                        </a:solidFill>
                        <a:latin typeface="IBM Plex Sans Arabic Medium" panose="020B0503050203000203" pitchFamily="34" charset="-78"/>
                        <a:ea typeface="+mn-ea"/>
                        <a:cs typeface="IBM Plex Sans Arabic Medium" panose="020B0503050203000203" pitchFamily="34" charset="-7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56698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ar-SA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D6DCE4">
                              <a:lumMod val="10000"/>
                            </a:srgbClr>
                          </a:solidFill>
                          <a:effectLst/>
                          <a:uLnTx/>
                          <a:uFillTx/>
                          <a:latin typeface="IBM Plex Sans Arabic Medium" panose="020B0503050203000203" pitchFamily="34" charset="-78"/>
                          <a:ea typeface="+mn-ea"/>
                          <a:cs typeface="IBM Plex Sans Arabic Medium" panose="020B0503050203000203" pitchFamily="34" charset="-78"/>
                        </a:rPr>
                        <a:t>أكاديمية الجبيل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566987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ar-SA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D6DCE4">
                              <a:lumMod val="10000"/>
                            </a:srgbClr>
                          </a:solidFill>
                          <a:effectLst/>
                          <a:uLnTx/>
                          <a:uFillTx/>
                          <a:latin typeface="IBM Plex Sans Arabic Medium" panose="020B0503050203000203" pitchFamily="34" charset="-78"/>
                          <a:ea typeface="+mn-ea"/>
                          <a:cs typeface="IBM Plex Sans Arabic Medium" panose="020B0503050203000203" pitchFamily="34" charset="-78"/>
                        </a:rPr>
                        <a:t>دبلوم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r" defTabSz="566987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SA" sz="1000" b="0" i="0" kern="1200" dirty="0">
                          <a:solidFill>
                            <a:schemeClr val="accent6">
                              <a:lumMod val="10000"/>
                            </a:schemeClr>
                          </a:solidFill>
                          <a:latin typeface="IBM Plex Sans Arabic Medium" panose="020B0503050203000203" pitchFamily="34" charset="-78"/>
                          <a:ea typeface="+mn-ea"/>
                          <a:cs typeface="IBM Plex Sans Arabic Medium" panose="020B0503050203000203" pitchFamily="34" charset="-78"/>
                        </a:rPr>
                        <a:t>شركة </a:t>
                      </a:r>
                      <a:r>
                        <a:rPr lang="en-US" sz="1000" b="0" i="0" kern="1200" dirty="0" err="1">
                          <a:solidFill>
                            <a:schemeClr val="accent6">
                              <a:lumMod val="10000"/>
                            </a:schemeClr>
                          </a:solidFill>
                          <a:latin typeface="IBM Plex Sans Arabic Medium" panose="020B0503050203000203" pitchFamily="34" charset="-78"/>
                          <a:ea typeface="+mn-ea"/>
                          <a:cs typeface="IBM Plex Sans Arabic Medium" panose="020B0503050203000203" pitchFamily="34" charset="-78"/>
                        </a:rPr>
                        <a:t>Alkhorayef</a:t>
                      </a:r>
                      <a:r>
                        <a:rPr lang="en-US" sz="1000" b="0" i="0" kern="1200" dirty="0">
                          <a:solidFill>
                            <a:schemeClr val="accent6">
                              <a:lumMod val="10000"/>
                            </a:schemeClr>
                          </a:solidFill>
                          <a:latin typeface="IBM Plex Sans Arabic Medium" panose="020B0503050203000203" pitchFamily="34" charset="-78"/>
                          <a:ea typeface="+mn-ea"/>
                          <a:cs typeface="IBM Plex Sans Arabic Medium" panose="020B0503050203000203" pitchFamily="34" charset="-78"/>
                        </a:rPr>
                        <a:t> ,ILF, </a:t>
                      </a:r>
                      <a:r>
                        <a:rPr lang="en-US" sz="1000" b="0" i="0" kern="1200" dirty="0" err="1">
                          <a:solidFill>
                            <a:schemeClr val="accent6">
                              <a:lumMod val="10000"/>
                            </a:schemeClr>
                          </a:solidFill>
                          <a:latin typeface="IBM Plex Sans Arabic Medium" panose="020B0503050203000203" pitchFamily="34" charset="-78"/>
                          <a:ea typeface="+mn-ea"/>
                          <a:cs typeface="IBM Plex Sans Arabic Medium" panose="020B0503050203000203" pitchFamily="34" charset="-78"/>
                        </a:rPr>
                        <a:t>Bewater</a:t>
                      </a:r>
                      <a:endParaRPr lang="ar-SA" sz="1000" b="0" i="0" kern="1200" dirty="0">
                        <a:solidFill>
                          <a:schemeClr val="accent6">
                            <a:lumMod val="10000"/>
                          </a:schemeClr>
                        </a:solidFill>
                        <a:latin typeface="IBM Plex Sans Arabic Medium" panose="020B0503050203000203" pitchFamily="34" charset="-78"/>
                        <a:ea typeface="+mn-ea"/>
                        <a:cs typeface="IBM Plex Sans Arabic Medium" panose="020B0503050203000203" pitchFamily="34" charset="-78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45648426"/>
                  </a:ext>
                </a:extLst>
              </a:tr>
              <a:tr h="239583">
                <a:tc>
                  <a:txBody>
                    <a:bodyPr/>
                    <a:lstStyle/>
                    <a:p>
                      <a:pPr marL="0" algn="ctr" defTabSz="566987" rtl="0" eaLnBrk="1" latinLnBrk="0" hangingPunct="1"/>
                      <a:r>
                        <a:rPr lang="en-US" sz="1000" b="0" i="0" kern="1200" dirty="0">
                          <a:solidFill>
                            <a:schemeClr val="accent6">
                              <a:lumMod val="10000"/>
                            </a:schemeClr>
                          </a:solidFill>
                          <a:latin typeface="IBM Plex Sans Arabic Medium" panose="020B0503050203000203" pitchFamily="34" charset="-78"/>
                          <a:ea typeface="+mn-ea"/>
                          <a:cs typeface="IBM Plex Sans Arabic Medium" panose="020B0503050203000203" pitchFamily="34" charset="-78"/>
                        </a:rPr>
                        <a:t>1</a:t>
                      </a:r>
                      <a:endParaRPr lang="ar-SA" sz="1000" b="0" i="0" kern="1200" dirty="0">
                        <a:solidFill>
                          <a:schemeClr val="accent6">
                            <a:lumMod val="10000"/>
                          </a:schemeClr>
                        </a:solidFill>
                        <a:latin typeface="IBM Plex Sans Arabic Medium" panose="020B0503050203000203" pitchFamily="34" charset="-78"/>
                        <a:ea typeface="+mn-ea"/>
                        <a:cs typeface="IBM Plex Sans Arabic Medium" panose="020B0503050203000203" pitchFamily="34" charset="-7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566987" rtl="0" eaLnBrk="1" latinLnBrk="0" hangingPunct="1"/>
                      <a:r>
                        <a:rPr lang="en-US" sz="1000" b="0" i="0" kern="1200" dirty="0">
                          <a:solidFill>
                            <a:schemeClr val="accent6">
                              <a:lumMod val="10000"/>
                            </a:schemeClr>
                          </a:solidFill>
                          <a:latin typeface="IBM Plex Sans Arabic Medium" panose="020B0503050203000203" pitchFamily="34" charset="-78"/>
                          <a:ea typeface="+mn-ea"/>
                          <a:cs typeface="IBM Plex Sans Arabic Medium" panose="020B0503050203000203" pitchFamily="34" charset="-78"/>
                        </a:rPr>
                        <a:t>20</a:t>
                      </a:r>
                      <a:endParaRPr lang="ar-SA" sz="1000" b="0" i="0" kern="1200" dirty="0">
                        <a:solidFill>
                          <a:schemeClr val="accent6">
                            <a:lumMod val="10000"/>
                          </a:schemeClr>
                        </a:solidFill>
                        <a:latin typeface="IBM Plex Sans Arabic Medium" panose="020B0503050203000203" pitchFamily="34" charset="-78"/>
                        <a:ea typeface="+mn-ea"/>
                        <a:cs typeface="IBM Plex Sans Arabic Medium" panose="020B0503050203000203" pitchFamily="34" charset="-7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566987" rtl="1" eaLnBrk="1" latinLnBrk="0" hangingPunct="1"/>
                      <a:r>
                        <a:rPr lang="en-US" sz="1000" b="0" i="0" kern="1200" dirty="0">
                          <a:solidFill>
                            <a:schemeClr val="accent6">
                              <a:lumMod val="10000"/>
                            </a:schemeClr>
                          </a:solidFill>
                          <a:latin typeface="IBM Plex Sans Arabic Medium" panose="020B0503050203000203" pitchFamily="34" charset="-78"/>
                          <a:ea typeface="+mn-ea"/>
                          <a:cs typeface="IBM Plex Sans Arabic Medium" panose="020B0503050203000203" pitchFamily="34" charset="-78"/>
                        </a:rPr>
                        <a:t>1</a:t>
                      </a:r>
                      <a:endParaRPr lang="ar-SA" sz="1000" b="0" i="0" kern="1200" dirty="0">
                        <a:solidFill>
                          <a:schemeClr val="accent6">
                            <a:lumMod val="10000"/>
                          </a:schemeClr>
                        </a:solidFill>
                        <a:latin typeface="IBM Plex Sans Arabic Medium" panose="020B0503050203000203" pitchFamily="34" charset="-78"/>
                        <a:ea typeface="+mn-ea"/>
                        <a:cs typeface="IBM Plex Sans Arabic Medium" panose="020B0503050203000203" pitchFamily="34" charset="-7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56698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ar-SA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D6DCE4">
                              <a:lumMod val="10000"/>
                            </a:srgbClr>
                          </a:solidFill>
                          <a:effectLst/>
                          <a:uLnTx/>
                          <a:uFillTx/>
                          <a:latin typeface="IBM Plex Sans Arabic Medium" panose="020B0503050203000203" pitchFamily="34" charset="-78"/>
                          <a:ea typeface="+mn-ea"/>
                          <a:cs typeface="IBM Plex Sans Arabic Medium" panose="020B0503050203000203" pitchFamily="34" charset="-78"/>
                        </a:rPr>
                        <a:t>أكاديمية الجبيل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566987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ar-SA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D6DCE4">
                              <a:lumMod val="10000"/>
                            </a:srgbClr>
                          </a:solidFill>
                          <a:effectLst/>
                          <a:uLnTx/>
                          <a:uFillTx/>
                          <a:latin typeface="IBM Plex Sans Arabic Medium" panose="020B0503050203000203" pitchFamily="34" charset="-78"/>
                          <a:ea typeface="+mn-ea"/>
                          <a:cs typeface="IBM Plex Sans Arabic Medium" panose="020B0503050203000203" pitchFamily="34" charset="-78"/>
                        </a:rPr>
                        <a:t>دبلوم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r" defTabSz="566987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SA" sz="1000" b="0" i="0" kern="1200" dirty="0">
                          <a:solidFill>
                            <a:schemeClr val="accent6">
                              <a:lumMod val="10000"/>
                            </a:schemeClr>
                          </a:solidFill>
                          <a:latin typeface="IBM Plex Sans Arabic Medium" panose="020B0503050203000203" pitchFamily="34" charset="-78"/>
                          <a:ea typeface="+mn-ea"/>
                          <a:cs typeface="IBM Plex Sans Arabic Medium" panose="020B0503050203000203" pitchFamily="34" charset="-78"/>
                        </a:rPr>
                        <a:t>شركة </a:t>
                      </a:r>
                      <a:r>
                        <a:rPr lang="en-US" sz="1000" b="0" i="0" kern="1200" dirty="0">
                          <a:solidFill>
                            <a:schemeClr val="accent6">
                              <a:lumMod val="10000"/>
                            </a:schemeClr>
                          </a:solidFill>
                          <a:latin typeface="IBM Plex Sans Arabic Medium" panose="020B0503050203000203" pitchFamily="34" charset="-78"/>
                          <a:ea typeface="+mn-ea"/>
                          <a:cs typeface="IBM Plex Sans Arabic Medium" panose="020B0503050203000203" pitchFamily="34" charset="-78"/>
                        </a:rPr>
                        <a:t>KSB (Batch-2)</a:t>
                      </a:r>
                      <a:endParaRPr lang="ar-SA" sz="1000" b="0" i="0" kern="1200" dirty="0">
                        <a:solidFill>
                          <a:schemeClr val="accent6">
                            <a:lumMod val="10000"/>
                          </a:schemeClr>
                        </a:solidFill>
                        <a:latin typeface="IBM Plex Sans Arabic Medium" panose="020B0503050203000203" pitchFamily="34" charset="-78"/>
                        <a:ea typeface="+mn-ea"/>
                        <a:cs typeface="IBM Plex Sans Arabic Medium" panose="020B0503050203000203" pitchFamily="34" charset="-78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60126231"/>
                  </a:ext>
                </a:extLst>
              </a:tr>
              <a:tr h="349186">
                <a:tc>
                  <a:txBody>
                    <a:bodyPr/>
                    <a:lstStyle/>
                    <a:p>
                      <a:pPr marL="0" algn="ctr" defTabSz="566987" rtl="0" eaLnBrk="1" latinLnBrk="0" hangingPunct="1"/>
                      <a:endParaRPr lang="ar-SA" sz="1000" b="0" i="0" dirty="0">
                        <a:solidFill>
                          <a:schemeClr val="accent6">
                            <a:lumMod val="10000"/>
                          </a:schemeClr>
                        </a:solidFill>
                        <a:latin typeface="IBM Plex Sans Arabic Medium" panose="020B0503050203000203" pitchFamily="34" charset="-78"/>
                        <a:cs typeface="IBM Plex Sans Arabic Medium" panose="020B0503050203000203" pitchFamily="34" charset="-78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ar-SA" sz="1000" b="0" i="0" kern="1200" dirty="0">
                          <a:solidFill>
                            <a:schemeClr val="accent6">
                              <a:lumMod val="10000"/>
                            </a:schemeClr>
                          </a:solidFill>
                          <a:latin typeface="IBM Plex Sans Arabic Medium" panose="020B0503050203000203" pitchFamily="34" charset="-78"/>
                          <a:ea typeface="+mn-ea"/>
                          <a:cs typeface="IBM Plex Sans Arabic Medium" panose="020B0503050203000203" pitchFamily="34" charset="-78"/>
                        </a:rPr>
                        <a:t>337</a:t>
                      </a:r>
                      <a:endParaRPr lang="en-US" sz="1000" b="0" i="0" kern="1200" dirty="0">
                        <a:solidFill>
                          <a:schemeClr val="accent6">
                            <a:lumMod val="10000"/>
                          </a:schemeClr>
                        </a:solidFill>
                        <a:latin typeface="IBM Plex Sans Arabic Medium" panose="020B0503050203000203" pitchFamily="34" charset="-78"/>
                        <a:ea typeface="+mn-ea"/>
                        <a:cs typeface="IBM Plex Sans Arabic Medium" panose="020B0503050203000203" pitchFamily="34" charset="-78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kern="1200" dirty="0">
                          <a:solidFill>
                            <a:schemeClr val="accent6">
                              <a:lumMod val="10000"/>
                            </a:schemeClr>
                          </a:solidFill>
                          <a:latin typeface="IBM Plex Sans Arabic Medium" panose="020B0503050203000203" pitchFamily="34" charset="-78"/>
                          <a:ea typeface="+mn-ea"/>
                          <a:cs typeface="IBM Plex Sans Arabic Medium" panose="020B0503050203000203" pitchFamily="34" charset="-78"/>
                        </a:rPr>
                        <a:t>22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566987" rtl="0" eaLnBrk="1" latinLnBrk="0" hangingPunct="1"/>
                      <a:r>
                        <a:rPr lang="ar-SA" sz="1000" b="0" i="0" dirty="0">
                          <a:solidFill>
                            <a:schemeClr val="accent6">
                              <a:lumMod val="10000"/>
                            </a:schemeClr>
                          </a:solidFill>
                          <a:latin typeface="IBM Plex Sans Arabic Medium" panose="020B0503050203000203" pitchFamily="34" charset="-78"/>
                          <a:cs typeface="IBM Plex Sans Arabic Medium" panose="020B0503050203000203" pitchFamily="34" charset="-78"/>
                        </a:rPr>
                        <a:t>المجموع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566987" rtl="1" eaLnBrk="1" latinLnBrk="0" hangingPunct="1"/>
                      <a:endParaRPr lang="ar-SA" sz="1000" b="0" i="0" dirty="0">
                        <a:solidFill>
                          <a:schemeClr val="accent6">
                            <a:lumMod val="10000"/>
                          </a:schemeClr>
                        </a:solidFill>
                        <a:latin typeface="IBM Plex Sans Arabic Medium" panose="020B0503050203000203" pitchFamily="34" charset="-78"/>
                        <a:cs typeface="IBM Plex Sans Arabic Medium" panose="020B0503050203000203" pitchFamily="34" charset="-78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566987" rtl="0" eaLnBrk="1" latinLnBrk="0" hangingPunct="1"/>
                      <a:endParaRPr lang="en-SA" sz="1000" b="0" i="0" dirty="0">
                        <a:latin typeface="IBM Plex Sans Arabic Medium" panose="020B0503050203000203" pitchFamily="34" charset="-78"/>
                        <a:cs typeface="IBM Plex Sans Arabic Medium" panose="020B0503050203000203" pitchFamily="34" charset="-78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3840201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3F311C44-22A5-2A73-267C-0FC60A79E3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31248170"/>
              </p:ext>
            </p:extLst>
          </p:nvPr>
        </p:nvGraphicFramePr>
        <p:xfrm>
          <a:off x="191419" y="6754954"/>
          <a:ext cx="6977582" cy="24017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42591">
                  <a:extLst>
                    <a:ext uri="{9D8B030D-6E8A-4147-A177-3AD203B41FA5}">
                      <a16:colId xmlns:a16="http://schemas.microsoft.com/office/drawing/2014/main" val="2710180434"/>
                    </a:ext>
                  </a:extLst>
                </a:gridCol>
                <a:gridCol w="2409131">
                  <a:extLst>
                    <a:ext uri="{9D8B030D-6E8A-4147-A177-3AD203B41FA5}">
                      <a16:colId xmlns:a16="http://schemas.microsoft.com/office/drawing/2014/main" val="3204074577"/>
                    </a:ext>
                  </a:extLst>
                </a:gridCol>
                <a:gridCol w="2325860">
                  <a:extLst>
                    <a:ext uri="{9D8B030D-6E8A-4147-A177-3AD203B41FA5}">
                      <a16:colId xmlns:a16="http://schemas.microsoft.com/office/drawing/2014/main" val="39000213"/>
                    </a:ext>
                  </a:extLst>
                </a:gridCol>
              </a:tblGrid>
              <a:tr h="335639">
                <a:tc>
                  <a:txBody>
                    <a:bodyPr/>
                    <a:lstStyle/>
                    <a:p>
                      <a:pPr algn="ctr"/>
                      <a:endParaRPr lang="ar-SA" sz="1600" b="0" i="0" u="none" strike="noStrike" baseline="0" dirty="0">
                        <a:solidFill>
                          <a:srgbClr val="000000"/>
                        </a:solidFill>
                        <a:latin typeface="IBM Plex Sans Arabic" panose="020B0503050203000203" pitchFamily="34" charset="-78"/>
                        <a:cs typeface="IBM Plex Sans Arabic" panose="020B0503050203000203" pitchFamily="34" charset="-7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1" fontAlgn="b"/>
                      <a:r>
                        <a:rPr lang="ar-SA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IBM Plex Sans Arabic" panose="020B0503050203000203" pitchFamily="34" charset="-78"/>
                          <a:cs typeface="IBM Plex Sans Arabic" panose="020B0503050203000203" pitchFamily="34" charset="-78"/>
                        </a:rPr>
                        <a:t>عدد الدورات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1" fontAlgn="b"/>
                      <a:r>
                        <a:rPr lang="ar-SA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IBM Plex Sans Arabic" panose="020B0503050203000203" pitchFamily="34" charset="-78"/>
                          <a:cs typeface="IBM Plex Sans Arabic" panose="020B0503050203000203" pitchFamily="34" charset="-78"/>
                        </a:rPr>
                        <a:t>عدد المتدربين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629016191"/>
                  </a:ext>
                </a:extLst>
              </a:tr>
              <a:tr h="301347">
                <a:tc>
                  <a:txBody>
                    <a:bodyPr/>
                    <a:lstStyle/>
                    <a:p>
                      <a:pPr marL="0" marR="0" lvl="0" indent="0" algn="ctr" defTabSz="56698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ar-SA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D6DCE4">
                              <a:lumMod val="10000"/>
                            </a:srgbClr>
                          </a:solidFill>
                          <a:effectLst/>
                          <a:uLnTx/>
                          <a:uFillTx/>
                          <a:latin typeface="IBM Plex Sans Arabic Medium" panose="020B0503050203000203" pitchFamily="34" charset="-78"/>
                          <a:ea typeface="+mn-ea"/>
                          <a:cs typeface="IBM Plex Sans Arabic Medium" panose="020B0503050203000203" pitchFamily="34" charset="-78"/>
                        </a:rPr>
                        <a:t>الجبيل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IBM Plex Sans Arabic" panose="020B0503050203000203" pitchFamily="34" charset="-78"/>
                          <a:cs typeface="IBM Plex Sans Arabic" panose="020B0503050203000203" pitchFamily="34" charset="-78"/>
                        </a:rPr>
                        <a:t>10</a:t>
                      </a:r>
                      <a:endParaRPr lang="ar-SA" sz="1600" b="0" i="0" u="none" strike="noStrike" dirty="0">
                        <a:solidFill>
                          <a:srgbClr val="000000"/>
                        </a:solidFill>
                        <a:effectLst/>
                        <a:latin typeface="IBM Plex Sans Arabic" panose="020B0503050203000203" pitchFamily="34" charset="-78"/>
                        <a:cs typeface="IBM Plex Sans Arabic" panose="020B0503050203000203" pitchFamily="34" charset="-78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IBM Plex Sans Arabic" panose="020B0503050203000203" pitchFamily="34" charset="-78"/>
                          <a:cs typeface="IBM Plex Sans Arabic" panose="020B0503050203000203" pitchFamily="34" charset="-78"/>
                        </a:rPr>
                        <a:t>125</a:t>
                      </a:r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IBM Plex Sans Arabic" panose="020B0503050203000203" pitchFamily="34" charset="-78"/>
                        <a:cs typeface="IBM Plex Sans Arabic" panose="020B0503050203000203" pitchFamily="34" charset="-78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322992702"/>
                  </a:ext>
                </a:extLst>
              </a:tr>
              <a:tr h="301347">
                <a:tc>
                  <a:txBody>
                    <a:bodyPr/>
                    <a:lstStyle/>
                    <a:p>
                      <a:pPr marL="0" marR="0" lvl="0" indent="0" algn="ctr" defTabSz="56698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ar-SA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D6DCE4">
                              <a:lumMod val="10000"/>
                            </a:srgbClr>
                          </a:solidFill>
                          <a:effectLst/>
                          <a:uLnTx/>
                          <a:uFillTx/>
                          <a:latin typeface="IBM Plex Sans Arabic Medium" panose="020B0503050203000203" pitchFamily="34" charset="-78"/>
                          <a:ea typeface="+mn-ea"/>
                          <a:cs typeface="IBM Plex Sans Arabic Medium" panose="020B0503050203000203" pitchFamily="34" charset="-78"/>
                        </a:rPr>
                        <a:t>الرياض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ar-SA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IBM Plex Sans Arabic" panose="020B0503050203000203" pitchFamily="34" charset="-78"/>
                          <a:cs typeface="IBM Plex Sans Arabic" panose="020B0503050203000203" pitchFamily="34" charset="-78"/>
                        </a:rPr>
                        <a:t>5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ar-SA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IBM Plex Sans Arabic" panose="020B0503050203000203" pitchFamily="34" charset="-78"/>
                          <a:cs typeface="IBM Plex Sans Arabic" panose="020B0503050203000203" pitchFamily="34" charset="-78"/>
                        </a:rPr>
                        <a:t>96</a:t>
                      </a:r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IBM Plex Sans Arabic" panose="020B0503050203000203" pitchFamily="34" charset="-78"/>
                        <a:cs typeface="IBM Plex Sans Arabic" panose="020B0503050203000203" pitchFamily="34" charset="-78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541058826"/>
                  </a:ext>
                </a:extLst>
              </a:tr>
              <a:tr h="301347">
                <a:tc>
                  <a:txBody>
                    <a:bodyPr/>
                    <a:lstStyle/>
                    <a:p>
                      <a:pPr marL="0" marR="0" lvl="0" indent="0" algn="ctr" defTabSz="56698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ar-SA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D6DCE4">
                              <a:lumMod val="10000"/>
                            </a:srgbClr>
                          </a:solidFill>
                          <a:effectLst/>
                          <a:uLnTx/>
                          <a:uFillTx/>
                          <a:latin typeface="IBM Plex Sans Arabic Medium" panose="020B0503050203000203" pitchFamily="34" charset="-78"/>
                          <a:ea typeface="+mn-ea"/>
                          <a:cs typeface="IBM Plex Sans Arabic Medium" panose="020B0503050203000203" pitchFamily="34" charset="-78"/>
                        </a:rPr>
                        <a:t>الجوف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ar-SA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IBM Plex Sans Arabic" panose="020B0503050203000203" pitchFamily="34" charset="-78"/>
                          <a:cs typeface="IBM Plex Sans Arabic" panose="020B0503050203000203" pitchFamily="34" charset="-78"/>
                        </a:rPr>
                        <a:t>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ar-SA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IBM Plex Sans Arabic" panose="020B0503050203000203" pitchFamily="34" charset="-78"/>
                          <a:cs typeface="IBM Plex Sans Arabic" panose="020B0503050203000203" pitchFamily="34" charset="-78"/>
                        </a:rPr>
                        <a:t>15</a:t>
                      </a:r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IBM Plex Sans Arabic" panose="020B0503050203000203" pitchFamily="34" charset="-78"/>
                        <a:cs typeface="IBM Plex Sans Arabic" panose="020B0503050203000203" pitchFamily="34" charset="-78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975406948"/>
                  </a:ext>
                </a:extLst>
              </a:tr>
              <a:tr h="301347">
                <a:tc>
                  <a:txBody>
                    <a:bodyPr/>
                    <a:lstStyle/>
                    <a:p>
                      <a:pPr marL="0" marR="0" lvl="0" indent="0" algn="ctr" defTabSz="56698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ar-SA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D6DCE4">
                              <a:lumMod val="10000"/>
                            </a:srgbClr>
                          </a:solidFill>
                          <a:effectLst/>
                          <a:uLnTx/>
                          <a:uFillTx/>
                          <a:latin typeface="IBM Plex Sans Arabic Medium" panose="020B0503050203000203" pitchFamily="34" charset="-78"/>
                          <a:ea typeface="+mn-ea"/>
                          <a:cs typeface="IBM Plex Sans Arabic Medium" panose="020B0503050203000203" pitchFamily="34" charset="-78"/>
                        </a:rPr>
                        <a:t>بريدة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ar-SA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IBM Plex Sans Arabic" panose="020B0503050203000203" pitchFamily="34" charset="-78"/>
                          <a:cs typeface="IBM Plex Sans Arabic" panose="020B0503050203000203" pitchFamily="34" charset="-78"/>
                        </a:rPr>
                        <a:t>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ar-SA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IBM Plex Sans Arabic" panose="020B0503050203000203" pitchFamily="34" charset="-78"/>
                          <a:cs typeface="IBM Plex Sans Arabic" panose="020B0503050203000203" pitchFamily="34" charset="-78"/>
                        </a:rPr>
                        <a:t>15</a:t>
                      </a:r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IBM Plex Sans Arabic" panose="020B0503050203000203" pitchFamily="34" charset="-78"/>
                        <a:cs typeface="IBM Plex Sans Arabic" panose="020B0503050203000203" pitchFamily="34" charset="-78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788358993"/>
                  </a:ext>
                </a:extLst>
              </a:tr>
              <a:tr h="301347">
                <a:tc>
                  <a:txBody>
                    <a:bodyPr/>
                    <a:lstStyle/>
                    <a:p>
                      <a:pPr marL="0" marR="0" lvl="0" indent="0" algn="ctr" defTabSz="56698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ar-SA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D6DCE4">
                              <a:lumMod val="10000"/>
                            </a:srgbClr>
                          </a:solidFill>
                          <a:effectLst/>
                          <a:uLnTx/>
                          <a:uFillTx/>
                          <a:latin typeface="IBM Plex Sans Arabic Medium" panose="020B0503050203000203" pitchFamily="34" charset="-78"/>
                          <a:ea typeface="+mn-ea"/>
                          <a:cs typeface="IBM Plex Sans Arabic Medium" panose="020B0503050203000203" pitchFamily="34" charset="-78"/>
                        </a:rPr>
                        <a:t>حائل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ar-SA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IBM Plex Sans Arabic" panose="020B0503050203000203" pitchFamily="34" charset="-78"/>
                          <a:cs typeface="IBM Plex Sans Arabic" panose="020B0503050203000203" pitchFamily="34" charset="-78"/>
                        </a:rPr>
                        <a:t>3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ar-SA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IBM Plex Sans Arabic" panose="020B0503050203000203" pitchFamily="34" charset="-78"/>
                          <a:cs typeface="IBM Plex Sans Arabic" panose="020B0503050203000203" pitchFamily="34" charset="-78"/>
                        </a:rPr>
                        <a:t>45</a:t>
                      </a:r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IBM Plex Sans Arabic" panose="020B0503050203000203" pitchFamily="34" charset="-78"/>
                        <a:cs typeface="IBM Plex Sans Arabic" panose="020B0503050203000203" pitchFamily="34" charset="-78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367069793"/>
                  </a:ext>
                </a:extLst>
              </a:tr>
              <a:tr h="279697">
                <a:tc>
                  <a:txBody>
                    <a:bodyPr/>
                    <a:lstStyle/>
                    <a:p>
                      <a:pPr marL="0" marR="0" lvl="0" indent="0" algn="ctr" defTabSz="56698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SA" sz="1100" b="0" i="0" kern="1200" dirty="0">
                          <a:solidFill>
                            <a:schemeClr val="accent6">
                              <a:lumMod val="10000"/>
                            </a:schemeClr>
                          </a:solidFill>
                          <a:latin typeface="IBM Plex Sans Arabic Medium" panose="020B0503050203000203" pitchFamily="34" charset="-78"/>
                          <a:ea typeface="+mn-ea"/>
                          <a:cs typeface="IBM Plex Sans Arabic Medium" panose="020B0503050203000203" pitchFamily="34" charset="-78"/>
                        </a:rPr>
                        <a:t>عمان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ar-SA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IBM Plex Sans Arabic" panose="020B0503050203000203" pitchFamily="34" charset="-78"/>
                          <a:cs typeface="IBM Plex Sans Arabic" panose="020B0503050203000203" pitchFamily="34" charset="-78"/>
                        </a:rPr>
                        <a:t>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ar-SA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IBM Plex Sans Arabic" panose="020B0503050203000203" pitchFamily="34" charset="-78"/>
                          <a:cs typeface="IBM Plex Sans Arabic" panose="020B0503050203000203" pitchFamily="34" charset="-78"/>
                        </a:rPr>
                        <a:t>21</a:t>
                      </a:r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IBM Plex Sans Arabic" panose="020B0503050203000203" pitchFamily="34" charset="-78"/>
                        <a:cs typeface="IBM Plex Sans Arabic" panose="020B0503050203000203" pitchFamily="34" charset="-78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240042962"/>
                  </a:ext>
                </a:extLst>
              </a:tr>
              <a:tr h="279697">
                <a:tc>
                  <a:txBody>
                    <a:bodyPr/>
                    <a:lstStyle/>
                    <a:p>
                      <a:pPr marL="0" marR="0" lvl="0" indent="0" algn="ctr" defTabSz="56698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0" i="0" kern="1200" dirty="0">
                          <a:solidFill>
                            <a:schemeClr val="accent6">
                              <a:lumMod val="10000"/>
                            </a:schemeClr>
                          </a:solidFill>
                          <a:latin typeface="IBM Plex Sans Arabic Medium" panose="020B0503050203000203" pitchFamily="34" charset="-78"/>
                          <a:ea typeface="+mn-ea"/>
                          <a:cs typeface="IBM Plex Sans Arabic Medium" panose="020B0503050203000203" pitchFamily="34" charset="-78"/>
                        </a:rPr>
                        <a:t>ON LINE</a:t>
                      </a:r>
                      <a:endParaRPr lang="ar-SA" sz="1100" b="0" i="0" kern="1200" dirty="0">
                        <a:solidFill>
                          <a:schemeClr val="accent6">
                            <a:lumMod val="10000"/>
                          </a:schemeClr>
                        </a:solidFill>
                        <a:latin typeface="IBM Plex Sans Arabic Medium" panose="020B0503050203000203" pitchFamily="34" charset="-78"/>
                        <a:ea typeface="+mn-ea"/>
                        <a:cs typeface="IBM Plex Sans Arabic Medium" panose="020B0503050203000203" pitchFamily="34" charset="-7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ar-SA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IBM Plex Sans Arabic" panose="020B0503050203000203" pitchFamily="34" charset="-78"/>
                          <a:cs typeface="IBM Plex Sans Arabic" panose="020B0503050203000203" pitchFamily="34" charset="-78"/>
                        </a:rPr>
                        <a:t>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ar-SA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IBM Plex Sans Arabic" panose="020B0503050203000203" pitchFamily="34" charset="-78"/>
                          <a:cs typeface="IBM Plex Sans Arabic" panose="020B0503050203000203" pitchFamily="34" charset="-78"/>
                        </a:rPr>
                        <a:t>20</a:t>
                      </a:r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IBM Plex Sans Arabic" panose="020B0503050203000203" pitchFamily="34" charset="-78"/>
                        <a:cs typeface="IBM Plex Sans Arabic" panose="020B0503050203000203" pitchFamily="34" charset="-78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4095953321"/>
                  </a:ext>
                </a:extLst>
              </a:tr>
            </a:tbl>
          </a:graphicData>
        </a:graphic>
      </p:graphicFrame>
      <p:sp>
        <p:nvSpPr>
          <p:cNvPr id="5" name="BJPseudoFooter">
            <a:extLst>
              <a:ext uri="{FF2B5EF4-FFF2-40B4-BE49-F238E27FC236}">
                <a16:creationId xmlns:a16="http://schemas.microsoft.com/office/drawing/2014/main" id="{50E511CF-8480-C2F2-69BD-C329397BF7B3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3386140" y="10445592"/>
            <a:ext cx="787395" cy="246221"/>
          </a:xfrm>
          <a:prstGeom prst="rect">
            <a:avLst/>
          </a:prstGeom>
          <a:noFill/>
        </p:spPr>
        <p:txBody>
          <a:bodyPr vert="horz" wrap="none" rtlCol="0">
            <a:spAutoFit/>
          </a:bodyPr>
          <a:lstStyle/>
          <a:p>
            <a:pPr algn="ctr"/>
            <a:r>
              <a:rPr lang="en-US" sz="1000">
                <a:solidFill>
                  <a:srgbClr val="000000"/>
                </a:solidFill>
                <a:latin typeface="Times New Roman" panose="02020603050405020304" pitchFamily="18" charset="0"/>
              </a:rPr>
              <a:t>Public    </a:t>
            </a:r>
            <a:r>
              <a:rPr lang="ar-SA" sz="1000">
                <a:solidFill>
                  <a:srgbClr val="000000"/>
                </a:solidFill>
                <a:latin typeface="Times New Roman" panose="02020603050405020304" pitchFamily="18" charset="0"/>
              </a:rPr>
              <a:t>عام</a:t>
            </a:r>
            <a:endParaRPr lang="en-US" sz="10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7907756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مستطيل 51">
            <a:extLst>
              <a:ext uri="{FF2B5EF4-FFF2-40B4-BE49-F238E27FC236}">
                <a16:creationId xmlns:a16="http://schemas.microsoft.com/office/drawing/2014/main" id="{9F2F6816-7A73-9AF0-99F3-20988FE311B1}"/>
              </a:ext>
            </a:extLst>
          </p:cNvPr>
          <p:cNvSpPr/>
          <p:nvPr/>
        </p:nvSpPr>
        <p:spPr>
          <a:xfrm>
            <a:off x="142874" y="425649"/>
            <a:ext cx="7205347" cy="383753"/>
          </a:xfrm>
          <a:prstGeom prst="rect">
            <a:avLst/>
          </a:prstGeom>
          <a:solidFill>
            <a:srgbClr val="6049AC"/>
          </a:solidFill>
          <a:ln>
            <a:solidFill>
              <a:srgbClr val="F8F8F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marL="0" algn="ctr" defTabSz="914400" rtl="1" eaLnBrk="1" latinLnBrk="0" hangingPunct="1"/>
            <a:endParaRPr lang="ar-SA" dirty="0"/>
          </a:p>
        </p:txBody>
      </p:sp>
      <p:sp>
        <p:nvSpPr>
          <p:cNvPr id="12" name="عنصر نائب للنص 2">
            <a:extLst>
              <a:ext uri="{FF2B5EF4-FFF2-40B4-BE49-F238E27FC236}">
                <a16:creationId xmlns:a16="http://schemas.microsoft.com/office/drawing/2014/main" id="{58828141-DA3A-1451-CFF1-9DBEFAE316DE}"/>
              </a:ext>
            </a:extLst>
          </p:cNvPr>
          <p:cNvSpPr txBox="1">
            <a:spLocks/>
          </p:cNvSpPr>
          <p:nvPr/>
        </p:nvSpPr>
        <p:spPr>
          <a:xfrm>
            <a:off x="1691605" y="481822"/>
            <a:ext cx="5651672" cy="287135"/>
          </a:xfrm>
          <a:prstGeom prst="rect">
            <a:avLst/>
          </a:prstGeom>
        </p:spPr>
        <p:txBody>
          <a:bodyPr anchor="ctr"/>
          <a:lstStyle>
            <a:lvl1pPr marL="0" indent="-141747" algn="r" defTabSz="567019" rtl="1" eaLnBrk="1" latinLnBrk="0" hangingPunct="1">
              <a:lnSpc>
                <a:spcPct val="90000"/>
              </a:lnSpc>
              <a:spcBef>
                <a:spcPts val="620"/>
              </a:spcBef>
              <a:buFont typeface="Arial" panose="020B0604020202020204" pitchFamily="34" charset="0"/>
              <a:buChar char="•"/>
              <a:defRPr sz="1736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25240" indent="-141747" algn="r" defTabSz="566987" rtl="1" eaLnBrk="1" latinLnBrk="0" hangingPunct="1">
              <a:lnSpc>
                <a:spcPct val="90000"/>
              </a:lnSpc>
              <a:spcBef>
                <a:spcPts val="310"/>
              </a:spcBef>
              <a:buFont typeface="Arial" panose="020B0604020202020204" pitchFamily="34" charset="0"/>
              <a:buChar char="•"/>
              <a:defRPr sz="14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08733" indent="-141747" algn="r" defTabSz="566987" rtl="1" eaLnBrk="1" latinLnBrk="0" hangingPunct="1">
              <a:lnSpc>
                <a:spcPct val="90000"/>
              </a:lnSpc>
              <a:spcBef>
                <a:spcPts val="310"/>
              </a:spcBef>
              <a:buFont typeface="Arial" panose="020B0604020202020204" pitchFamily="34" charset="0"/>
              <a:buChar char="•"/>
              <a:defRPr sz="12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50480" indent="0" algn="r" defTabSz="566987" rtl="1" eaLnBrk="1" latinLnBrk="0" hangingPunct="1">
              <a:lnSpc>
                <a:spcPct val="90000"/>
              </a:lnSpc>
              <a:spcBef>
                <a:spcPts val="310"/>
              </a:spcBef>
              <a:buFont typeface="Arial" panose="020B0604020202020204" pitchFamily="34" charset="0"/>
              <a:buNone/>
              <a:defRPr sz="111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33974" indent="0" algn="r" defTabSz="566987" rtl="1" eaLnBrk="1" latinLnBrk="0" hangingPunct="1">
              <a:lnSpc>
                <a:spcPct val="90000"/>
              </a:lnSpc>
              <a:spcBef>
                <a:spcPts val="310"/>
              </a:spcBef>
              <a:buFont typeface="Arial" panose="020B0604020202020204" pitchFamily="34" charset="0"/>
              <a:buNone/>
              <a:defRPr sz="111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59214" indent="-141747" algn="r" defTabSz="566987" rtl="1" eaLnBrk="1" latinLnBrk="0" hangingPunct="1">
              <a:lnSpc>
                <a:spcPct val="90000"/>
              </a:lnSpc>
              <a:spcBef>
                <a:spcPts val="310"/>
              </a:spcBef>
              <a:buFont typeface="Arial" panose="020B0604020202020204" pitchFamily="34" charset="0"/>
              <a:buChar char="•"/>
              <a:defRPr sz="111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42707" indent="-141747" algn="r" defTabSz="566987" rtl="1" eaLnBrk="1" latinLnBrk="0" hangingPunct="1">
              <a:lnSpc>
                <a:spcPct val="90000"/>
              </a:lnSpc>
              <a:spcBef>
                <a:spcPts val="310"/>
              </a:spcBef>
              <a:buFont typeface="Arial" panose="020B0604020202020204" pitchFamily="34" charset="0"/>
              <a:buChar char="•"/>
              <a:defRPr sz="111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26201" indent="-141747" algn="r" defTabSz="566987" rtl="1" eaLnBrk="1" latinLnBrk="0" hangingPunct="1">
              <a:lnSpc>
                <a:spcPct val="90000"/>
              </a:lnSpc>
              <a:spcBef>
                <a:spcPts val="310"/>
              </a:spcBef>
              <a:buFont typeface="Arial" panose="020B0604020202020204" pitchFamily="34" charset="0"/>
              <a:buChar char="•"/>
              <a:defRPr sz="111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09694" indent="-141747" algn="r" defTabSz="566987" rtl="1" eaLnBrk="1" latinLnBrk="0" hangingPunct="1">
              <a:lnSpc>
                <a:spcPct val="90000"/>
              </a:lnSpc>
              <a:spcBef>
                <a:spcPts val="310"/>
              </a:spcBef>
              <a:buFont typeface="Arial" panose="020B0604020202020204" pitchFamily="34" charset="0"/>
              <a:buChar char="•"/>
              <a:defRPr sz="111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0">
              <a:buNone/>
            </a:pPr>
            <a:r>
              <a:rPr lang="ar-SA" b="1" dirty="0">
                <a:solidFill>
                  <a:schemeClr val="bg1"/>
                </a:solidFill>
                <a:latin typeface="IBM Plex Sans Arabic" panose="020B0503050203000203" pitchFamily="34" charset="-78"/>
                <a:cs typeface="IBM Plex Sans Arabic" panose="020B0503050203000203" pitchFamily="34" charset="-78"/>
              </a:rPr>
              <a:t>الـــــــبــــــــــــــــــــــرامــــــــــــج الــــــــــتــــــــــــدريـــــــــــبـــــــيـــــــــــــــــة المـــنــــــــجـــــــــــزة</a:t>
            </a:r>
          </a:p>
        </p:txBody>
      </p:sp>
      <p:sp>
        <p:nvSpPr>
          <p:cNvPr id="53" name="عنصر نائب للنص 2">
            <a:extLst>
              <a:ext uri="{FF2B5EF4-FFF2-40B4-BE49-F238E27FC236}">
                <a16:creationId xmlns:a16="http://schemas.microsoft.com/office/drawing/2014/main" id="{0018721A-3DA9-9EC3-FFA8-FDBBD6597EFA}"/>
              </a:ext>
            </a:extLst>
          </p:cNvPr>
          <p:cNvSpPr txBox="1">
            <a:spLocks/>
          </p:cNvSpPr>
          <p:nvPr/>
        </p:nvSpPr>
        <p:spPr>
          <a:xfrm>
            <a:off x="3635821" y="514462"/>
            <a:ext cx="3707457" cy="252000"/>
          </a:xfrm>
          <a:prstGeom prst="rect">
            <a:avLst/>
          </a:prstGeom>
        </p:spPr>
        <p:txBody>
          <a:bodyPr anchor="ctr"/>
          <a:lstStyle>
            <a:lvl1pPr marL="0" indent="-141747" algn="r" defTabSz="567019" rtl="1" eaLnBrk="1" latinLnBrk="0" hangingPunct="1">
              <a:lnSpc>
                <a:spcPct val="90000"/>
              </a:lnSpc>
              <a:spcBef>
                <a:spcPts val="620"/>
              </a:spcBef>
              <a:buFont typeface="Arial" panose="020B0604020202020204" pitchFamily="34" charset="0"/>
              <a:buChar char="•"/>
              <a:defRPr sz="1736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25240" indent="-141747" algn="r" defTabSz="566987" rtl="1" eaLnBrk="1" latinLnBrk="0" hangingPunct="1">
              <a:lnSpc>
                <a:spcPct val="90000"/>
              </a:lnSpc>
              <a:spcBef>
                <a:spcPts val="310"/>
              </a:spcBef>
              <a:buFont typeface="Arial" panose="020B0604020202020204" pitchFamily="34" charset="0"/>
              <a:buChar char="•"/>
              <a:defRPr sz="14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08733" indent="-141747" algn="r" defTabSz="566987" rtl="1" eaLnBrk="1" latinLnBrk="0" hangingPunct="1">
              <a:lnSpc>
                <a:spcPct val="90000"/>
              </a:lnSpc>
              <a:spcBef>
                <a:spcPts val="310"/>
              </a:spcBef>
              <a:buFont typeface="Arial" panose="020B0604020202020204" pitchFamily="34" charset="0"/>
              <a:buChar char="•"/>
              <a:defRPr sz="12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50480" indent="0" algn="r" defTabSz="566987" rtl="1" eaLnBrk="1" latinLnBrk="0" hangingPunct="1">
              <a:lnSpc>
                <a:spcPct val="90000"/>
              </a:lnSpc>
              <a:spcBef>
                <a:spcPts val="310"/>
              </a:spcBef>
              <a:buFont typeface="Arial" panose="020B0604020202020204" pitchFamily="34" charset="0"/>
              <a:buNone/>
              <a:defRPr sz="111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33974" indent="0" algn="r" defTabSz="566987" rtl="1" eaLnBrk="1" latinLnBrk="0" hangingPunct="1">
              <a:lnSpc>
                <a:spcPct val="90000"/>
              </a:lnSpc>
              <a:spcBef>
                <a:spcPts val="310"/>
              </a:spcBef>
              <a:buFont typeface="Arial" panose="020B0604020202020204" pitchFamily="34" charset="0"/>
              <a:buNone/>
              <a:defRPr sz="111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59214" indent="-141747" algn="r" defTabSz="566987" rtl="1" eaLnBrk="1" latinLnBrk="0" hangingPunct="1">
              <a:lnSpc>
                <a:spcPct val="90000"/>
              </a:lnSpc>
              <a:spcBef>
                <a:spcPts val="310"/>
              </a:spcBef>
              <a:buFont typeface="Arial" panose="020B0604020202020204" pitchFamily="34" charset="0"/>
              <a:buChar char="•"/>
              <a:defRPr sz="111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42707" indent="-141747" algn="r" defTabSz="566987" rtl="1" eaLnBrk="1" latinLnBrk="0" hangingPunct="1">
              <a:lnSpc>
                <a:spcPct val="90000"/>
              </a:lnSpc>
              <a:spcBef>
                <a:spcPts val="310"/>
              </a:spcBef>
              <a:buFont typeface="Arial" panose="020B0604020202020204" pitchFamily="34" charset="0"/>
              <a:buChar char="•"/>
              <a:defRPr sz="111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26201" indent="-141747" algn="r" defTabSz="566987" rtl="1" eaLnBrk="1" latinLnBrk="0" hangingPunct="1">
              <a:lnSpc>
                <a:spcPct val="90000"/>
              </a:lnSpc>
              <a:spcBef>
                <a:spcPts val="310"/>
              </a:spcBef>
              <a:buFont typeface="Arial" panose="020B0604020202020204" pitchFamily="34" charset="0"/>
              <a:buChar char="•"/>
              <a:defRPr sz="111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09694" indent="-141747" algn="r" defTabSz="566987" rtl="1" eaLnBrk="1" latinLnBrk="0" hangingPunct="1">
              <a:lnSpc>
                <a:spcPct val="90000"/>
              </a:lnSpc>
              <a:spcBef>
                <a:spcPts val="310"/>
              </a:spcBef>
              <a:buFont typeface="Arial" panose="020B0604020202020204" pitchFamily="34" charset="0"/>
              <a:buChar char="•"/>
              <a:defRPr sz="111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0">
              <a:buFont typeface="Arial" panose="020B0604020202020204" pitchFamily="34" charset="0"/>
              <a:buNone/>
            </a:pPr>
            <a:endParaRPr lang="ar-SA" b="1" dirty="0">
              <a:solidFill>
                <a:schemeClr val="bg1"/>
              </a:solidFill>
              <a:latin typeface="IBM Plex Sans Arabic" panose="020B0503050203000203" pitchFamily="34" charset="-78"/>
              <a:cs typeface="IBM Plex Sans Arabic" panose="020B0503050203000203" pitchFamily="34" charset="-78"/>
            </a:endParaRPr>
          </a:p>
        </p:txBody>
      </p:sp>
      <p:sp>
        <p:nvSpPr>
          <p:cNvPr id="2" name="مستطيل 51">
            <a:extLst>
              <a:ext uri="{FF2B5EF4-FFF2-40B4-BE49-F238E27FC236}">
                <a16:creationId xmlns:a16="http://schemas.microsoft.com/office/drawing/2014/main" id="{8880AA97-BD58-902B-D1E2-A059E2D6F114}"/>
              </a:ext>
            </a:extLst>
          </p:cNvPr>
          <p:cNvSpPr/>
          <p:nvPr/>
        </p:nvSpPr>
        <p:spPr>
          <a:xfrm>
            <a:off x="10090191" y="11261798"/>
            <a:ext cx="6606200" cy="275807"/>
          </a:xfrm>
          <a:prstGeom prst="rect">
            <a:avLst/>
          </a:prstGeom>
          <a:solidFill>
            <a:srgbClr val="0070C0"/>
          </a:solidFill>
          <a:ln>
            <a:solidFill>
              <a:srgbClr val="006EB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r" rtl="1"/>
            <a:r>
              <a:rPr lang="ar-SA" dirty="0">
                <a:latin typeface="IBM Plex Sans Arabic Medium" panose="020B0503050203000203" pitchFamily="34" charset="-78"/>
                <a:cs typeface="IBM Plex Sans Arabic Medium" panose="020B0503050203000203" pitchFamily="34" charset="-78"/>
              </a:rPr>
              <a:t>الدورات والبرامج المنجزة خلال فترة</a:t>
            </a:r>
            <a:r>
              <a:rPr lang="en-US" dirty="0">
                <a:latin typeface="IBM Plex Sans Arabic Medium" panose="020B0503050203000203" pitchFamily="34" charset="-78"/>
                <a:cs typeface="IBM Plex Sans Arabic Medium" panose="020B0503050203000203" pitchFamily="34" charset="-78"/>
              </a:rPr>
              <a:t> </a:t>
            </a:r>
            <a:r>
              <a:rPr lang="ar-SA" dirty="0">
                <a:latin typeface="IBM Plex Sans Arabic Medium" panose="020B0503050203000203" pitchFamily="34" charset="-78"/>
                <a:cs typeface="IBM Plex Sans Arabic Medium" panose="020B0503050203000203" pitchFamily="34" charset="-78"/>
              </a:rPr>
              <a:t>2024 (تراكمي)</a:t>
            </a:r>
          </a:p>
        </p:txBody>
      </p:sp>
      <p:graphicFrame>
        <p:nvGraphicFramePr>
          <p:cNvPr id="26" name="Chart 25">
            <a:extLst>
              <a:ext uri="{FF2B5EF4-FFF2-40B4-BE49-F238E27FC236}">
                <a16:creationId xmlns:a16="http://schemas.microsoft.com/office/drawing/2014/main" id="{A3F7A35A-7EDA-C8A2-5284-A05C0CC87B4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-8157699" y="7725087"/>
          <a:ext cx="7544805" cy="335985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27" name="Rectangle 26">
            <a:extLst>
              <a:ext uri="{FF2B5EF4-FFF2-40B4-BE49-F238E27FC236}">
                <a16:creationId xmlns:a16="http://schemas.microsoft.com/office/drawing/2014/main" id="{B89C1F17-A01C-E022-FB61-D4467A38AC7D}"/>
              </a:ext>
            </a:extLst>
          </p:cNvPr>
          <p:cNvSpPr/>
          <p:nvPr/>
        </p:nvSpPr>
        <p:spPr>
          <a:xfrm>
            <a:off x="50568" y="1313458"/>
            <a:ext cx="7465743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52400" indent="-152400" algn="r" rtl="1">
              <a:buFont typeface="Wingdings" pitchFamily="2" charset="2"/>
              <a:buChar char="ü"/>
            </a:pPr>
            <a:r>
              <a:rPr lang="ar-SA" sz="1600" dirty="0">
                <a:solidFill>
                  <a:srgbClr val="005B85"/>
                </a:solidFill>
                <a:latin typeface="IBM Plex Sans Arabic Medium" panose="020B0503050203000203" pitchFamily="34" charset="-78"/>
                <a:cs typeface="IBM Plex Sans Arabic Medium" panose="020B0503050203000203" pitchFamily="34" charset="-78"/>
              </a:rPr>
              <a:t>الدورة التطويرية: </a:t>
            </a:r>
            <a:r>
              <a:rPr lang="ar-SA" sz="1500" dirty="0">
                <a:solidFill>
                  <a:srgbClr val="005B85"/>
                </a:solidFill>
                <a:latin typeface="IBM Plex Sans Arabic Medium" panose="020B0503050203000203" pitchFamily="34" charset="-78"/>
                <a:cs typeface="IBM Plex Sans Arabic Medium" panose="020B0503050203000203" pitchFamily="34" charset="-78"/>
              </a:rPr>
              <a:t>برنامج تدريبي مدته لا تزيد عن شهر واحد وعدد ساعاته التدريبية لا تزيد عن ستين ساعة.​</a:t>
            </a:r>
          </a:p>
          <a:p>
            <a:pPr marL="152400" indent="-152400" algn="r" rtl="1">
              <a:buFont typeface="Wingdings" pitchFamily="2" charset="2"/>
              <a:buChar char="ü"/>
            </a:pPr>
            <a:r>
              <a:rPr lang="ar-SA" sz="1600" dirty="0">
                <a:solidFill>
                  <a:srgbClr val="005B85"/>
                </a:solidFill>
                <a:latin typeface="IBM Plex Sans Arabic Medium" panose="020B0503050203000203" pitchFamily="34" charset="-78"/>
                <a:cs typeface="IBM Plex Sans Arabic Medium" panose="020B0503050203000203" pitchFamily="34" charset="-78"/>
              </a:rPr>
              <a:t>الدورة التأهيلية: </a:t>
            </a:r>
            <a:r>
              <a:rPr lang="ar-SA" sz="1500" dirty="0">
                <a:solidFill>
                  <a:srgbClr val="005B85"/>
                </a:solidFill>
                <a:latin typeface="IBM Plex Sans Arabic Medium" panose="020B0503050203000203" pitchFamily="34" charset="-78"/>
                <a:cs typeface="IBM Plex Sans Arabic Medium" panose="020B0503050203000203" pitchFamily="34" charset="-78"/>
              </a:rPr>
              <a:t>برنامج تدريبي مدته أكثر من شهر إلى أقل من سنة وعدد ساعاته التدريبية أكثر من (60) ستين ساعة.</a:t>
            </a:r>
          </a:p>
          <a:p>
            <a:pPr marL="152400" indent="-152400" algn="r" rtl="1">
              <a:buFont typeface="Wingdings" pitchFamily="2" charset="2"/>
              <a:buChar char="ü"/>
            </a:pPr>
            <a:r>
              <a:rPr lang="ar-SA" sz="1400" dirty="0">
                <a:solidFill>
                  <a:srgbClr val="005B85"/>
                </a:solidFill>
                <a:highlight>
                  <a:srgbClr val="FFFF00"/>
                </a:highlight>
                <a:latin typeface="IBM Plex Sans Arabic Medium" panose="020B0503050203000203" pitchFamily="34" charset="-78"/>
                <a:cs typeface="IBM Plex Sans Arabic Medium" panose="020B0503050203000203" pitchFamily="34" charset="-78"/>
              </a:rPr>
              <a:t>الديبلوم المساعد: برنامج تدريبي مدته أقل من سنة.</a:t>
            </a:r>
            <a:endParaRPr lang="en-US" sz="1400" dirty="0">
              <a:solidFill>
                <a:srgbClr val="005B85"/>
              </a:solidFill>
              <a:latin typeface="IBM Plex Sans Arabic Medium" panose="020B0503050203000203" pitchFamily="34" charset="-78"/>
              <a:cs typeface="IBM Plex Sans Arabic Medium" panose="020B0503050203000203" pitchFamily="34" charset="-78"/>
            </a:endParaRPr>
          </a:p>
          <a:p>
            <a:pPr marL="152400" indent="-152400" algn="r" rtl="1">
              <a:buFont typeface="Wingdings" pitchFamily="2" charset="2"/>
              <a:buChar char="ü"/>
            </a:pPr>
            <a:r>
              <a:rPr lang="ar-SA" sz="1600" dirty="0">
                <a:solidFill>
                  <a:srgbClr val="005B85"/>
                </a:solidFill>
                <a:latin typeface="IBM Plex Sans Arabic Medium" panose="020B0503050203000203" pitchFamily="34" charset="-78"/>
                <a:cs typeface="IBM Plex Sans Arabic Medium" panose="020B0503050203000203" pitchFamily="34" charset="-78"/>
              </a:rPr>
              <a:t>البرنامج التأهيلي: برنامج تدريبي مدته من سنة إلى أقل من سنتين.</a:t>
            </a:r>
            <a:endParaRPr lang="en-US" sz="1600" dirty="0">
              <a:solidFill>
                <a:srgbClr val="005B85"/>
              </a:solidFill>
              <a:latin typeface="IBM Plex Sans Arabic Medium" panose="020B0503050203000203" pitchFamily="34" charset="-78"/>
              <a:cs typeface="IBM Plex Sans Arabic Medium" panose="020B0503050203000203" pitchFamily="34" charset="-78"/>
            </a:endParaRPr>
          </a:p>
          <a:p>
            <a:pPr marL="152400" indent="-152400" algn="r" rtl="1">
              <a:buFont typeface="Wingdings" pitchFamily="2" charset="2"/>
              <a:buChar char="ü"/>
            </a:pPr>
            <a:r>
              <a:rPr lang="ar-SA" sz="1600" dirty="0">
                <a:solidFill>
                  <a:srgbClr val="005B85"/>
                </a:solidFill>
                <a:latin typeface="IBM Plex Sans Arabic Medium" panose="020B0503050203000203" pitchFamily="34" charset="-78"/>
                <a:cs typeface="IBM Plex Sans Arabic Medium" panose="020B0503050203000203" pitchFamily="34" charset="-78"/>
              </a:rPr>
              <a:t>الديبلوم التدريبي: برنامج تدريبي مدته من سنتين إلى ثلاث سنوات.</a:t>
            </a:r>
            <a:endParaRPr lang="ar-SA" sz="1400" dirty="0">
              <a:solidFill>
                <a:srgbClr val="005B85"/>
              </a:solidFill>
              <a:latin typeface="IBM Plex Sans Arabic Medium" panose="020B0503050203000203" pitchFamily="34" charset="-78"/>
              <a:cs typeface="IBM Plex Sans Arabic Medium" panose="020B0503050203000203" pitchFamily="34" charset="-78"/>
            </a:endParaRPr>
          </a:p>
        </p:txBody>
      </p:sp>
      <p:graphicFrame>
        <p:nvGraphicFramePr>
          <p:cNvPr id="37" name="Table 36">
            <a:extLst>
              <a:ext uri="{FF2B5EF4-FFF2-40B4-BE49-F238E27FC236}">
                <a16:creationId xmlns:a16="http://schemas.microsoft.com/office/drawing/2014/main" id="{D2CD0047-3725-7451-E5BB-45C09C2522E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95020800"/>
              </p:ext>
            </p:extLst>
          </p:nvPr>
        </p:nvGraphicFramePr>
        <p:xfrm>
          <a:off x="224356" y="3617714"/>
          <a:ext cx="7076188" cy="1224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04291">
                  <a:extLst>
                    <a:ext uri="{9D8B030D-6E8A-4147-A177-3AD203B41FA5}">
                      <a16:colId xmlns:a16="http://schemas.microsoft.com/office/drawing/2014/main" val="3518472138"/>
                    </a:ext>
                  </a:extLst>
                </a:gridCol>
                <a:gridCol w="468210">
                  <a:extLst>
                    <a:ext uri="{9D8B030D-6E8A-4147-A177-3AD203B41FA5}">
                      <a16:colId xmlns:a16="http://schemas.microsoft.com/office/drawing/2014/main" val="1751093253"/>
                    </a:ext>
                  </a:extLst>
                </a:gridCol>
                <a:gridCol w="1482668">
                  <a:extLst>
                    <a:ext uri="{9D8B030D-6E8A-4147-A177-3AD203B41FA5}">
                      <a16:colId xmlns:a16="http://schemas.microsoft.com/office/drawing/2014/main" val="339331391"/>
                    </a:ext>
                  </a:extLst>
                </a:gridCol>
                <a:gridCol w="468210">
                  <a:extLst>
                    <a:ext uri="{9D8B030D-6E8A-4147-A177-3AD203B41FA5}">
                      <a16:colId xmlns:a16="http://schemas.microsoft.com/office/drawing/2014/main" val="1057709866"/>
                    </a:ext>
                  </a:extLst>
                </a:gridCol>
                <a:gridCol w="1404634">
                  <a:extLst>
                    <a:ext uri="{9D8B030D-6E8A-4147-A177-3AD203B41FA5}">
                      <a16:colId xmlns:a16="http://schemas.microsoft.com/office/drawing/2014/main" val="1639640778"/>
                    </a:ext>
                  </a:extLst>
                </a:gridCol>
                <a:gridCol w="468210">
                  <a:extLst>
                    <a:ext uri="{9D8B030D-6E8A-4147-A177-3AD203B41FA5}">
                      <a16:colId xmlns:a16="http://schemas.microsoft.com/office/drawing/2014/main" val="3767825824"/>
                    </a:ext>
                  </a:extLst>
                </a:gridCol>
                <a:gridCol w="1379965">
                  <a:extLst>
                    <a:ext uri="{9D8B030D-6E8A-4147-A177-3AD203B41FA5}">
                      <a16:colId xmlns:a16="http://schemas.microsoft.com/office/drawing/2014/main" val="145107869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ar-SA" sz="1600" b="1" kern="1200" dirty="0">
                          <a:solidFill>
                            <a:schemeClr val="bg1"/>
                          </a:solidFill>
                          <a:latin typeface="IBM Plex Sans Arabic" panose="020B0503050203000203" pitchFamily="34" charset="-78"/>
                          <a:ea typeface="+mn-ea"/>
                          <a:cs typeface="IBM Plex Sans Arabic" panose="020B0503050203000203" pitchFamily="34" charset="-78"/>
                        </a:rPr>
                        <a:t>دبلوم تدريبي</a:t>
                      </a:r>
                      <a:endParaRPr lang="en-US" sz="1600" b="1" kern="1200" dirty="0">
                        <a:solidFill>
                          <a:schemeClr val="bg1"/>
                        </a:solidFill>
                        <a:latin typeface="IBM Plex Sans Arabic" panose="020B0503050203000203" pitchFamily="34" charset="-78"/>
                        <a:ea typeface="+mn-ea"/>
                        <a:cs typeface="IBM Plex Sans Arabic" panose="020B0503050203000203" pitchFamily="34" charset="-7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600" b="1" kern="1200" dirty="0">
                        <a:solidFill>
                          <a:schemeClr val="bg1"/>
                        </a:solidFill>
                        <a:latin typeface="IBM Plex Sans Arabic" panose="020B0503050203000203" pitchFamily="34" charset="-78"/>
                        <a:ea typeface="+mn-ea"/>
                        <a:cs typeface="IBM Plex Sans Arabic" panose="020B0503050203000203" pitchFamily="34" charset="-78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ar-SA" sz="1600" b="1" kern="1200" dirty="0">
                          <a:solidFill>
                            <a:schemeClr val="bg1"/>
                          </a:solidFill>
                          <a:latin typeface="IBM Plex Sans Arabic" panose="020B0503050203000203" pitchFamily="34" charset="-78"/>
                          <a:ea typeface="+mn-ea"/>
                          <a:cs typeface="IBM Plex Sans Arabic" panose="020B0503050203000203" pitchFamily="34" charset="-78"/>
                        </a:rPr>
                        <a:t>برنامج تأهيلي</a:t>
                      </a:r>
                      <a:endParaRPr lang="en-US" sz="1600" b="1" kern="1200" dirty="0">
                        <a:solidFill>
                          <a:schemeClr val="bg1"/>
                        </a:solidFill>
                        <a:latin typeface="IBM Plex Sans Arabic" panose="020B0503050203000203" pitchFamily="34" charset="-78"/>
                        <a:ea typeface="+mn-ea"/>
                        <a:cs typeface="IBM Plex Sans Arabic" panose="020B0503050203000203" pitchFamily="34" charset="-7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566987" rtl="0" eaLnBrk="1" latinLnBrk="0" hangingPunct="1"/>
                      <a:endParaRPr lang="en-US" sz="1600" dirty="0">
                        <a:solidFill>
                          <a:schemeClr val="bg1"/>
                        </a:solidFill>
                        <a:latin typeface="IBM Plex Sans Arabic" panose="020B0503050203000203" pitchFamily="34" charset="-78"/>
                        <a:cs typeface="IBM Plex Sans Arabic" panose="020B0503050203000203" pitchFamily="34" charset="-78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566987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SA" sz="1600" b="1" dirty="0">
                          <a:solidFill>
                            <a:schemeClr val="bg1"/>
                          </a:solidFill>
                          <a:latin typeface="IBM Plex Sans Arabic" panose="020B0503050203000203" pitchFamily="34" charset="-78"/>
                          <a:cs typeface="IBM Plex Sans Arabic" panose="020B0503050203000203" pitchFamily="34" charset="-78"/>
                        </a:rPr>
                        <a:t>دورة</a:t>
                      </a:r>
                      <a:r>
                        <a:rPr lang="en-US" sz="1600" b="1" dirty="0">
                          <a:solidFill>
                            <a:schemeClr val="bg1"/>
                          </a:solidFill>
                          <a:latin typeface="IBM Plex Sans Arabic" panose="020B0503050203000203" pitchFamily="34" charset="-78"/>
                          <a:cs typeface="IBM Plex Sans Arabic" panose="020B0503050203000203" pitchFamily="34" charset="-78"/>
                        </a:rPr>
                        <a:t> </a:t>
                      </a:r>
                      <a:r>
                        <a:rPr lang="ar-SA" sz="1600" b="1" dirty="0">
                          <a:solidFill>
                            <a:schemeClr val="bg1"/>
                          </a:solidFill>
                          <a:latin typeface="IBM Plex Sans Arabic" panose="020B0503050203000203" pitchFamily="34" charset="-78"/>
                          <a:cs typeface="IBM Plex Sans Arabic" panose="020B0503050203000203" pitchFamily="34" charset="-78"/>
                        </a:rPr>
                        <a:t>تأهيلية</a:t>
                      </a:r>
                      <a:endParaRPr lang="en-US" sz="1600" dirty="0">
                        <a:solidFill>
                          <a:schemeClr val="bg1"/>
                        </a:solidFill>
                        <a:latin typeface="IBM Plex Sans Arabic" panose="020B0503050203000203" pitchFamily="34" charset="-78"/>
                        <a:cs typeface="IBM Plex Sans Arabic" panose="020B0503050203000203" pitchFamily="34" charset="-7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>
                        <a:solidFill>
                          <a:schemeClr val="bg1"/>
                        </a:solidFill>
                        <a:latin typeface="IBM Plex Sans Arabic" panose="020B0503050203000203" pitchFamily="34" charset="-78"/>
                        <a:cs typeface="IBM Plex Sans Arabic" panose="020B0503050203000203" pitchFamily="34" charset="-78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ar-SA" sz="1600" b="1" dirty="0">
                          <a:solidFill>
                            <a:schemeClr val="bg1"/>
                          </a:solidFill>
                          <a:latin typeface="IBM Plex Sans Arabic" panose="020B0503050203000203" pitchFamily="34" charset="-78"/>
                          <a:cs typeface="IBM Plex Sans Arabic" panose="020B0503050203000203" pitchFamily="34" charset="-78"/>
                        </a:rPr>
                        <a:t>دورة</a:t>
                      </a:r>
                      <a:r>
                        <a:rPr lang="en-US" sz="1600" b="1" dirty="0">
                          <a:solidFill>
                            <a:schemeClr val="bg1"/>
                          </a:solidFill>
                          <a:latin typeface="IBM Plex Sans Arabic" panose="020B0503050203000203" pitchFamily="34" charset="-78"/>
                          <a:cs typeface="IBM Plex Sans Arabic" panose="020B0503050203000203" pitchFamily="34" charset="-78"/>
                        </a:rPr>
                        <a:t> </a:t>
                      </a:r>
                      <a:r>
                        <a:rPr lang="ar-SA" sz="1600" b="1" dirty="0">
                          <a:solidFill>
                            <a:schemeClr val="bg1"/>
                          </a:solidFill>
                          <a:latin typeface="IBM Plex Sans Arabic" panose="020B0503050203000203" pitchFamily="34" charset="-78"/>
                          <a:cs typeface="IBM Plex Sans Arabic" panose="020B0503050203000203" pitchFamily="34" charset="-78"/>
                        </a:rPr>
                        <a:t>تطويرية</a:t>
                      </a:r>
                      <a:endParaRPr lang="en-US" sz="1600" dirty="0">
                        <a:solidFill>
                          <a:schemeClr val="bg1"/>
                        </a:solidFill>
                        <a:latin typeface="IBM Plex Sans Arabic" panose="020B0503050203000203" pitchFamily="34" charset="-78"/>
                        <a:cs typeface="IBM Plex Sans Arabic" panose="020B0503050203000203" pitchFamily="34" charset="-78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468020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endParaRPr lang="en-US" sz="1600" b="1" kern="1200" dirty="0">
                        <a:solidFill>
                          <a:schemeClr val="bg1"/>
                        </a:solidFill>
                        <a:latin typeface="IBM Plex Sans Arabic" panose="020B0503050203000203" pitchFamily="34" charset="-78"/>
                        <a:ea typeface="+mn-ea"/>
                        <a:cs typeface="IBM Plex Sans Arabic" panose="020B0503050203000203" pitchFamily="34" charset="-7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n-US" sz="1600" b="1" kern="1200" dirty="0">
                        <a:solidFill>
                          <a:schemeClr val="bg1"/>
                        </a:solidFill>
                        <a:latin typeface="IBM Plex Sans Arabic" panose="020B0503050203000203" pitchFamily="34" charset="-78"/>
                        <a:ea typeface="+mn-ea"/>
                        <a:cs typeface="IBM Plex Sans Arabic" panose="020B0503050203000203" pitchFamily="34" charset="-78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US" sz="1600" b="1" kern="1200" dirty="0">
                        <a:solidFill>
                          <a:schemeClr val="bg1"/>
                        </a:solidFill>
                        <a:latin typeface="IBM Plex Sans Arabic" panose="020B0503050203000203" pitchFamily="34" charset="-78"/>
                        <a:ea typeface="+mn-ea"/>
                        <a:cs typeface="IBM Plex Sans Arabic" panose="020B0503050203000203" pitchFamily="34" charset="-7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n-US" sz="1600" dirty="0">
                        <a:solidFill>
                          <a:schemeClr val="bg1"/>
                        </a:solidFill>
                        <a:latin typeface="IBM Plex Sans Arabic" panose="020B0503050203000203" pitchFamily="34" charset="-78"/>
                        <a:cs typeface="IBM Plex Sans Arabic" panose="020B0503050203000203" pitchFamily="34" charset="-78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566987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600" dirty="0">
                        <a:solidFill>
                          <a:schemeClr val="bg1"/>
                        </a:solidFill>
                        <a:latin typeface="IBM Plex Sans Arabic" panose="020B0503050203000203" pitchFamily="34" charset="-78"/>
                        <a:cs typeface="IBM Plex Sans Arabic" panose="020B0503050203000203" pitchFamily="34" charset="-7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n-US" sz="1600" dirty="0">
                        <a:solidFill>
                          <a:schemeClr val="bg1"/>
                        </a:solidFill>
                        <a:latin typeface="IBM Plex Sans Arabic" panose="020B0503050203000203" pitchFamily="34" charset="-78"/>
                        <a:cs typeface="IBM Plex Sans Arabic" panose="020B0503050203000203" pitchFamily="34" charset="-78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algn="r" defTabSz="566987" rtl="1" eaLnBrk="1" latinLnBrk="0" hangingPunct="1"/>
                      <a:r>
                        <a:rPr lang="ar-SA" sz="2000" kern="1200" dirty="0">
                          <a:solidFill>
                            <a:schemeClr val="tx1"/>
                          </a:solidFill>
                          <a:latin typeface="IBM Plex Sans Arabic" panose="020B0503050203000203" pitchFamily="34" charset="-78"/>
                          <a:ea typeface="+mn-ea"/>
                          <a:cs typeface="IBM Plex Sans Arabic" panose="020B0503050203000203" pitchFamily="34" charset="-78"/>
                        </a:rPr>
                        <a:t>11</a:t>
                      </a:r>
                      <a:endParaRPr lang="en-US" sz="2400" kern="1200" dirty="0">
                        <a:solidFill>
                          <a:schemeClr val="tx1"/>
                        </a:solidFill>
                        <a:latin typeface="IBM Plex Sans Arabic" panose="020B0503050203000203" pitchFamily="34" charset="-78"/>
                        <a:ea typeface="+mn-ea"/>
                        <a:cs typeface="IBM Plex Sans Arabic" panose="020B0503050203000203" pitchFamily="34" charset="-78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122490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endParaRPr lang="en-US" sz="1600" b="1" kern="1200" dirty="0">
                        <a:solidFill>
                          <a:schemeClr val="bg1"/>
                        </a:solidFill>
                        <a:latin typeface="IBM Plex Sans Arabic" panose="020B0503050203000203" pitchFamily="34" charset="-78"/>
                        <a:ea typeface="+mn-ea"/>
                        <a:cs typeface="IBM Plex Sans Arabic" panose="020B0503050203000203" pitchFamily="34" charset="-7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566987" rtl="0" eaLnBrk="1" latinLnBrk="0" hangingPunct="1"/>
                      <a:endParaRPr lang="en-US" sz="1600" b="1" kern="1200" dirty="0">
                        <a:solidFill>
                          <a:schemeClr val="bg1"/>
                        </a:solidFill>
                        <a:latin typeface="IBM Plex Sans Arabic" panose="020B0503050203000203" pitchFamily="34" charset="-78"/>
                        <a:ea typeface="+mn-ea"/>
                        <a:cs typeface="IBM Plex Sans Arabic" panose="020B0503050203000203" pitchFamily="34" charset="-78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US" sz="1600" b="1" kern="1200" dirty="0">
                        <a:solidFill>
                          <a:schemeClr val="bg1"/>
                        </a:solidFill>
                        <a:latin typeface="IBM Plex Sans Arabic" panose="020B0503050203000203" pitchFamily="34" charset="-78"/>
                        <a:ea typeface="+mn-ea"/>
                        <a:cs typeface="IBM Plex Sans Arabic" panose="020B0503050203000203" pitchFamily="34" charset="-7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566987" rtl="0" eaLnBrk="1" latinLnBrk="0" hangingPunct="1"/>
                      <a:endParaRPr lang="en-US" sz="1600" dirty="0">
                        <a:solidFill>
                          <a:schemeClr val="bg1"/>
                        </a:solidFill>
                        <a:latin typeface="IBM Plex Sans Arabic" panose="020B0503050203000203" pitchFamily="34" charset="-78"/>
                        <a:cs typeface="IBM Plex Sans Arabic" panose="020B0503050203000203" pitchFamily="34" charset="-78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56698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600" dirty="0">
                        <a:solidFill>
                          <a:schemeClr val="bg1"/>
                        </a:solidFill>
                        <a:latin typeface="IBM Plex Sans Arabic" panose="020B0503050203000203" pitchFamily="34" charset="-78"/>
                        <a:cs typeface="IBM Plex Sans Arabic" panose="020B0503050203000203" pitchFamily="34" charset="-7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n-US" sz="1600" dirty="0">
                        <a:solidFill>
                          <a:schemeClr val="bg1"/>
                        </a:solidFill>
                        <a:latin typeface="IBM Plex Sans Arabic" panose="020B0503050203000203" pitchFamily="34" charset="-78"/>
                        <a:cs typeface="IBM Plex Sans Arabic" panose="020B0503050203000203" pitchFamily="34" charset="-78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algn="r" defTabSz="566987" rtl="1" eaLnBrk="1" latinLnBrk="0" hangingPunct="1"/>
                      <a:r>
                        <a:rPr lang="ar-SA" sz="2400" kern="1200" dirty="0">
                          <a:solidFill>
                            <a:schemeClr val="tx1"/>
                          </a:solidFill>
                          <a:latin typeface="IBM Plex Sans Arabic" panose="020B0503050203000203" pitchFamily="34" charset="-78"/>
                          <a:ea typeface="+mn-ea"/>
                          <a:cs typeface="IBM Plex Sans Arabic" panose="020B0503050203000203" pitchFamily="34" charset="-78"/>
                        </a:rPr>
                        <a:t>147</a:t>
                      </a:r>
                      <a:endParaRPr lang="en-US" sz="2400" kern="1200" dirty="0">
                        <a:solidFill>
                          <a:schemeClr val="tx1"/>
                        </a:solidFill>
                        <a:latin typeface="IBM Plex Sans Arabic" panose="020B0503050203000203" pitchFamily="34" charset="-78"/>
                        <a:ea typeface="+mn-ea"/>
                        <a:cs typeface="IBM Plex Sans Arabic" panose="020B0503050203000203" pitchFamily="34" charset="-78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44575242"/>
                  </a:ext>
                </a:extLst>
              </a:tr>
            </a:tbl>
          </a:graphicData>
        </a:graphic>
      </p:graphicFrame>
      <p:sp>
        <p:nvSpPr>
          <p:cNvPr id="38" name="مربع نص 33">
            <a:extLst>
              <a:ext uri="{FF2B5EF4-FFF2-40B4-BE49-F238E27FC236}">
                <a16:creationId xmlns:a16="http://schemas.microsoft.com/office/drawing/2014/main" id="{C35FDA28-60FF-848E-75FC-64DB462DF4F2}"/>
              </a:ext>
            </a:extLst>
          </p:cNvPr>
          <p:cNvSpPr txBox="1"/>
          <p:nvPr/>
        </p:nvSpPr>
        <p:spPr>
          <a:xfrm>
            <a:off x="6099091" y="4014227"/>
            <a:ext cx="458073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ar-SA" sz="1100" dirty="0">
                <a:solidFill>
                  <a:srgbClr val="0070C0"/>
                </a:solidFill>
                <a:latin typeface="IBM Plex Sans Arabic" panose="020B0503050203000203" pitchFamily="34" charset="-78"/>
                <a:cs typeface="IBM Plex Sans Arabic" panose="020B0503050203000203" pitchFamily="34" charset="-78"/>
              </a:rPr>
              <a:t>دورة</a:t>
            </a:r>
            <a:endParaRPr lang="ar-SA" dirty="0">
              <a:solidFill>
                <a:srgbClr val="0070C0"/>
              </a:solidFill>
              <a:latin typeface="IBM Plex Sans Arabic" panose="020B0503050203000203" pitchFamily="34" charset="-78"/>
              <a:cs typeface="IBM Plex Sans Arabic" panose="020B0503050203000203" pitchFamily="34" charset="-78"/>
            </a:endParaRPr>
          </a:p>
        </p:txBody>
      </p:sp>
      <p:sp>
        <p:nvSpPr>
          <p:cNvPr id="39" name="مربع نص 33">
            <a:extLst>
              <a:ext uri="{FF2B5EF4-FFF2-40B4-BE49-F238E27FC236}">
                <a16:creationId xmlns:a16="http://schemas.microsoft.com/office/drawing/2014/main" id="{8E415D35-F3E4-533B-C46F-4F289D67516D}"/>
              </a:ext>
            </a:extLst>
          </p:cNvPr>
          <p:cNvSpPr txBox="1"/>
          <p:nvPr/>
        </p:nvSpPr>
        <p:spPr>
          <a:xfrm>
            <a:off x="2291883" y="3978802"/>
            <a:ext cx="537473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ar-SA" sz="1100" dirty="0">
                <a:solidFill>
                  <a:srgbClr val="0070C0"/>
                </a:solidFill>
                <a:latin typeface="IBM Plex Sans Arabic" panose="020B0503050203000203" pitchFamily="34" charset="-78"/>
                <a:cs typeface="IBM Plex Sans Arabic" panose="020B0503050203000203" pitchFamily="34" charset="-78"/>
              </a:rPr>
              <a:t>برنامج</a:t>
            </a:r>
            <a:endParaRPr lang="ar-SA" dirty="0">
              <a:solidFill>
                <a:srgbClr val="0070C0"/>
              </a:solidFill>
              <a:latin typeface="IBM Plex Sans Arabic" panose="020B0503050203000203" pitchFamily="34" charset="-78"/>
              <a:cs typeface="IBM Plex Sans Arabic" panose="020B0503050203000203" pitchFamily="34" charset="-78"/>
            </a:endParaRPr>
          </a:p>
        </p:txBody>
      </p:sp>
      <p:sp>
        <p:nvSpPr>
          <p:cNvPr id="40" name="مربع نص 33">
            <a:extLst>
              <a:ext uri="{FF2B5EF4-FFF2-40B4-BE49-F238E27FC236}">
                <a16:creationId xmlns:a16="http://schemas.microsoft.com/office/drawing/2014/main" id="{1E181ADE-8169-1394-D9B8-CF71DE750421}"/>
              </a:ext>
            </a:extLst>
          </p:cNvPr>
          <p:cNvSpPr txBox="1"/>
          <p:nvPr/>
        </p:nvSpPr>
        <p:spPr>
          <a:xfrm>
            <a:off x="4181746" y="3978802"/>
            <a:ext cx="458073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ar-SA" sz="1100" dirty="0">
                <a:solidFill>
                  <a:srgbClr val="0070C0"/>
                </a:solidFill>
                <a:latin typeface="IBM Plex Sans Arabic" panose="020B0503050203000203" pitchFamily="34" charset="-78"/>
                <a:cs typeface="IBM Plex Sans Arabic" panose="020B0503050203000203" pitchFamily="34" charset="-78"/>
              </a:rPr>
              <a:t>دورة</a:t>
            </a:r>
            <a:endParaRPr lang="ar-SA" dirty="0">
              <a:solidFill>
                <a:srgbClr val="0070C0"/>
              </a:solidFill>
              <a:latin typeface="IBM Plex Sans Arabic" panose="020B0503050203000203" pitchFamily="34" charset="-78"/>
              <a:cs typeface="IBM Plex Sans Arabic" panose="020B0503050203000203" pitchFamily="34" charset="-78"/>
            </a:endParaRPr>
          </a:p>
        </p:txBody>
      </p:sp>
      <p:sp>
        <p:nvSpPr>
          <p:cNvPr id="41" name="مربع نص 33">
            <a:extLst>
              <a:ext uri="{FF2B5EF4-FFF2-40B4-BE49-F238E27FC236}">
                <a16:creationId xmlns:a16="http://schemas.microsoft.com/office/drawing/2014/main" id="{F194F81C-2522-3DAA-D6A6-F5692557923C}"/>
              </a:ext>
            </a:extLst>
          </p:cNvPr>
          <p:cNvSpPr txBox="1"/>
          <p:nvPr/>
        </p:nvSpPr>
        <p:spPr>
          <a:xfrm>
            <a:off x="307207" y="3979626"/>
            <a:ext cx="537473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ar-SA" sz="1100" dirty="0">
                <a:solidFill>
                  <a:srgbClr val="0070C0"/>
                </a:solidFill>
                <a:latin typeface="IBM Plex Sans Arabic" panose="020B0503050203000203" pitchFamily="34" charset="-78"/>
                <a:cs typeface="IBM Plex Sans Arabic" panose="020B0503050203000203" pitchFamily="34" charset="-78"/>
              </a:rPr>
              <a:t>ديبلوم</a:t>
            </a:r>
            <a:endParaRPr lang="ar-SA" dirty="0">
              <a:solidFill>
                <a:srgbClr val="0070C0"/>
              </a:solidFill>
              <a:latin typeface="IBM Plex Sans Arabic" panose="020B0503050203000203" pitchFamily="34" charset="-78"/>
              <a:cs typeface="IBM Plex Sans Arabic" panose="020B0503050203000203" pitchFamily="34" charset="-78"/>
            </a:endParaRPr>
          </a:p>
        </p:txBody>
      </p:sp>
      <p:sp>
        <p:nvSpPr>
          <p:cNvPr id="42" name="مربع نص 35">
            <a:extLst>
              <a:ext uri="{FF2B5EF4-FFF2-40B4-BE49-F238E27FC236}">
                <a16:creationId xmlns:a16="http://schemas.microsoft.com/office/drawing/2014/main" id="{019B4D7B-4C6C-EDB6-8CF4-8160F7C56985}"/>
              </a:ext>
            </a:extLst>
          </p:cNvPr>
          <p:cNvSpPr txBox="1"/>
          <p:nvPr/>
        </p:nvSpPr>
        <p:spPr>
          <a:xfrm>
            <a:off x="6083297" y="4405608"/>
            <a:ext cx="537473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ar-SA" sz="1100" dirty="0">
                <a:solidFill>
                  <a:srgbClr val="0070C0"/>
                </a:solidFill>
                <a:latin typeface="IBM Plex Sans Arabic" panose="020B0503050203000203" pitchFamily="34" charset="-78"/>
                <a:cs typeface="IBM Plex Sans Arabic" panose="020B0503050203000203" pitchFamily="34" charset="-78"/>
              </a:rPr>
              <a:t>متدرب</a:t>
            </a:r>
            <a:endParaRPr lang="ar-SA" dirty="0">
              <a:solidFill>
                <a:srgbClr val="0070C0"/>
              </a:solidFill>
              <a:latin typeface="IBM Plex Sans Arabic" panose="020B0503050203000203" pitchFamily="34" charset="-78"/>
              <a:cs typeface="IBM Plex Sans Arabic" panose="020B0503050203000203" pitchFamily="34" charset="-78"/>
            </a:endParaRPr>
          </a:p>
        </p:txBody>
      </p:sp>
      <p:sp>
        <p:nvSpPr>
          <p:cNvPr id="43" name="مربع نص 35">
            <a:extLst>
              <a:ext uri="{FF2B5EF4-FFF2-40B4-BE49-F238E27FC236}">
                <a16:creationId xmlns:a16="http://schemas.microsoft.com/office/drawing/2014/main" id="{E171C744-C3B1-D07E-F8BA-569DC73AFFC8}"/>
              </a:ext>
            </a:extLst>
          </p:cNvPr>
          <p:cNvSpPr txBox="1"/>
          <p:nvPr/>
        </p:nvSpPr>
        <p:spPr>
          <a:xfrm>
            <a:off x="4142045" y="4367411"/>
            <a:ext cx="537473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ar-SA" sz="1100" dirty="0">
                <a:solidFill>
                  <a:srgbClr val="0070C0"/>
                </a:solidFill>
                <a:latin typeface="IBM Plex Sans Arabic" panose="020B0503050203000203" pitchFamily="34" charset="-78"/>
                <a:cs typeface="IBM Plex Sans Arabic" panose="020B0503050203000203" pitchFamily="34" charset="-78"/>
              </a:rPr>
              <a:t>متدرب</a:t>
            </a:r>
            <a:endParaRPr lang="ar-SA" dirty="0">
              <a:solidFill>
                <a:srgbClr val="0070C0"/>
              </a:solidFill>
              <a:latin typeface="IBM Plex Sans Arabic" panose="020B0503050203000203" pitchFamily="34" charset="-78"/>
              <a:cs typeface="IBM Plex Sans Arabic" panose="020B0503050203000203" pitchFamily="34" charset="-78"/>
            </a:endParaRPr>
          </a:p>
        </p:txBody>
      </p:sp>
      <p:sp>
        <p:nvSpPr>
          <p:cNvPr id="44" name="مربع نص 35">
            <a:extLst>
              <a:ext uri="{FF2B5EF4-FFF2-40B4-BE49-F238E27FC236}">
                <a16:creationId xmlns:a16="http://schemas.microsoft.com/office/drawing/2014/main" id="{5BA33646-499B-8C9C-609B-7F57BD8939B5}"/>
              </a:ext>
            </a:extLst>
          </p:cNvPr>
          <p:cNvSpPr txBox="1"/>
          <p:nvPr/>
        </p:nvSpPr>
        <p:spPr>
          <a:xfrm>
            <a:off x="2259830" y="4350348"/>
            <a:ext cx="537473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ar-SA" sz="1100" dirty="0">
                <a:solidFill>
                  <a:srgbClr val="0070C0"/>
                </a:solidFill>
                <a:latin typeface="IBM Plex Sans Arabic" panose="020B0503050203000203" pitchFamily="34" charset="-78"/>
                <a:cs typeface="IBM Plex Sans Arabic" panose="020B0503050203000203" pitchFamily="34" charset="-78"/>
              </a:rPr>
              <a:t>متدرب</a:t>
            </a:r>
            <a:endParaRPr lang="ar-SA" dirty="0">
              <a:solidFill>
                <a:srgbClr val="0070C0"/>
              </a:solidFill>
              <a:latin typeface="IBM Plex Sans Arabic" panose="020B0503050203000203" pitchFamily="34" charset="-78"/>
              <a:cs typeface="IBM Plex Sans Arabic" panose="020B0503050203000203" pitchFamily="34" charset="-78"/>
            </a:endParaRPr>
          </a:p>
        </p:txBody>
      </p:sp>
      <p:sp>
        <p:nvSpPr>
          <p:cNvPr id="46" name="مربع نص 35">
            <a:extLst>
              <a:ext uri="{FF2B5EF4-FFF2-40B4-BE49-F238E27FC236}">
                <a16:creationId xmlns:a16="http://schemas.microsoft.com/office/drawing/2014/main" id="{0EFF33C8-4BB7-D978-AA99-13C74396CD1F}"/>
              </a:ext>
            </a:extLst>
          </p:cNvPr>
          <p:cNvSpPr txBox="1"/>
          <p:nvPr/>
        </p:nvSpPr>
        <p:spPr>
          <a:xfrm>
            <a:off x="307207" y="4349475"/>
            <a:ext cx="537473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ar-SA" sz="1100" dirty="0">
                <a:solidFill>
                  <a:srgbClr val="0070C0"/>
                </a:solidFill>
                <a:latin typeface="IBM Plex Sans Arabic" panose="020B0503050203000203" pitchFamily="34" charset="-78"/>
                <a:cs typeface="IBM Plex Sans Arabic" panose="020B0503050203000203" pitchFamily="34" charset="-78"/>
              </a:rPr>
              <a:t>متدرب</a:t>
            </a:r>
            <a:endParaRPr lang="ar-SA" dirty="0">
              <a:solidFill>
                <a:srgbClr val="0070C0"/>
              </a:solidFill>
              <a:latin typeface="IBM Plex Sans Arabic" panose="020B0503050203000203" pitchFamily="34" charset="-78"/>
              <a:cs typeface="IBM Plex Sans Arabic" panose="020B0503050203000203" pitchFamily="34" charset="-78"/>
            </a:endParaRPr>
          </a:p>
        </p:txBody>
      </p:sp>
      <p:sp>
        <p:nvSpPr>
          <p:cNvPr id="51" name="مربع نص 32">
            <a:extLst>
              <a:ext uri="{FF2B5EF4-FFF2-40B4-BE49-F238E27FC236}">
                <a16:creationId xmlns:a16="http://schemas.microsoft.com/office/drawing/2014/main" id="{0BB90499-96E5-5C4D-EFEE-372F6E289CBD}"/>
              </a:ext>
            </a:extLst>
          </p:cNvPr>
          <p:cNvSpPr txBox="1"/>
          <p:nvPr/>
        </p:nvSpPr>
        <p:spPr>
          <a:xfrm>
            <a:off x="4615090" y="3948137"/>
            <a:ext cx="84013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algn="ctr" defTabSz="914400" rtl="1" eaLnBrk="1" latinLnBrk="0" hangingPunct="1"/>
            <a:r>
              <a:rPr lang="en-US" sz="2400" dirty="0">
                <a:latin typeface="IBM Plex Sans Arabic" panose="020B0503050203000203" pitchFamily="34" charset="-78"/>
                <a:cs typeface="IBM Plex Sans Arabic" panose="020B0503050203000203" pitchFamily="34" charset="-78"/>
              </a:rPr>
              <a:t>2</a:t>
            </a:r>
            <a:endParaRPr lang="ar-SA" sz="2400" dirty="0">
              <a:latin typeface="IBM Plex Sans Arabic" panose="020B0503050203000203" pitchFamily="34" charset="-78"/>
              <a:cs typeface="IBM Plex Sans Arabic" panose="020B0503050203000203" pitchFamily="34" charset="-78"/>
            </a:endParaRPr>
          </a:p>
        </p:txBody>
      </p:sp>
      <p:sp>
        <p:nvSpPr>
          <p:cNvPr id="54" name="مربع نص 34">
            <a:extLst>
              <a:ext uri="{FF2B5EF4-FFF2-40B4-BE49-F238E27FC236}">
                <a16:creationId xmlns:a16="http://schemas.microsoft.com/office/drawing/2014/main" id="{F8DF0A24-4539-A6CE-FDE2-72DC56519688}"/>
              </a:ext>
            </a:extLst>
          </p:cNvPr>
          <p:cNvSpPr txBox="1"/>
          <p:nvPr/>
        </p:nvSpPr>
        <p:spPr>
          <a:xfrm>
            <a:off x="4581934" y="4337794"/>
            <a:ext cx="94599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ar-SA" sz="2400" dirty="0">
                <a:latin typeface="IBM Plex Sans Arabic" panose="020B0503050203000203" pitchFamily="34" charset="-78"/>
                <a:cs typeface="IBM Plex Sans Arabic" panose="020B0503050203000203" pitchFamily="34" charset="-78"/>
              </a:rPr>
              <a:t>26</a:t>
            </a:r>
          </a:p>
        </p:txBody>
      </p:sp>
      <p:sp>
        <p:nvSpPr>
          <p:cNvPr id="58" name="مربع نص 32">
            <a:extLst>
              <a:ext uri="{FF2B5EF4-FFF2-40B4-BE49-F238E27FC236}">
                <a16:creationId xmlns:a16="http://schemas.microsoft.com/office/drawing/2014/main" id="{533E43A3-F345-4083-31EC-ACE419000FC4}"/>
              </a:ext>
            </a:extLst>
          </p:cNvPr>
          <p:cNvSpPr txBox="1"/>
          <p:nvPr/>
        </p:nvSpPr>
        <p:spPr>
          <a:xfrm>
            <a:off x="787170" y="3911487"/>
            <a:ext cx="84013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ar-SA" sz="2400" dirty="0">
                <a:latin typeface="IBM Plex Sans Arabic" panose="020B0503050203000203" pitchFamily="34" charset="-78"/>
                <a:cs typeface="IBM Plex Sans Arabic" panose="020B0503050203000203" pitchFamily="34" charset="-78"/>
              </a:rPr>
              <a:t>6</a:t>
            </a:r>
          </a:p>
        </p:txBody>
      </p:sp>
      <p:sp>
        <p:nvSpPr>
          <p:cNvPr id="60" name="مربع نص 34">
            <a:extLst>
              <a:ext uri="{FF2B5EF4-FFF2-40B4-BE49-F238E27FC236}">
                <a16:creationId xmlns:a16="http://schemas.microsoft.com/office/drawing/2014/main" id="{627297DD-764B-6D62-EB6E-E625E4C5C884}"/>
              </a:ext>
            </a:extLst>
          </p:cNvPr>
          <p:cNvSpPr txBox="1"/>
          <p:nvPr/>
        </p:nvSpPr>
        <p:spPr>
          <a:xfrm>
            <a:off x="754014" y="4290038"/>
            <a:ext cx="94599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ar-SA" sz="2400" dirty="0">
                <a:latin typeface="IBM Plex Sans Arabic" panose="020B0503050203000203" pitchFamily="34" charset="-78"/>
                <a:cs typeface="IBM Plex Sans Arabic" panose="020B0503050203000203" pitchFamily="34" charset="-78"/>
              </a:rPr>
              <a:t>85</a:t>
            </a:r>
          </a:p>
        </p:txBody>
      </p:sp>
      <p:graphicFrame>
        <p:nvGraphicFramePr>
          <p:cNvPr id="63" name="Table 62">
            <a:extLst>
              <a:ext uri="{FF2B5EF4-FFF2-40B4-BE49-F238E27FC236}">
                <a16:creationId xmlns:a16="http://schemas.microsoft.com/office/drawing/2014/main" id="{8A223167-D022-6ECA-609C-5B43407A7E4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35506185"/>
              </p:ext>
            </p:extLst>
          </p:nvPr>
        </p:nvGraphicFramePr>
        <p:xfrm>
          <a:off x="1627302" y="4887772"/>
          <a:ext cx="5671554" cy="119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04291">
                  <a:extLst>
                    <a:ext uri="{9D8B030D-6E8A-4147-A177-3AD203B41FA5}">
                      <a16:colId xmlns:a16="http://schemas.microsoft.com/office/drawing/2014/main" val="3518472138"/>
                    </a:ext>
                  </a:extLst>
                </a:gridCol>
                <a:gridCol w="468210">
                  <a:extLst>
                    <a:ext uri="{9D8B030D-6E8A-4147-A177-3AD203B41FA5}">
                      <a16:colId xmlns:a16="http://schemas.microsoft.com/office/drawing/2014/main" val="1751093253"/>
                    </a:ext>
                  </a:extLst>
                </a:gridCol>
                <a:gridCol w="1482668">
                  <a:extLst>
                    <a:ext uri="{9D8B030D-6E8A-4147-A177-3AD203B41FA5}">
                      <a16:colId xmlns:a16="http://schemas.microsoft.com/office/drawing/2014/main" val="339331391"/>
                    </a:ext>
                  </a:extLst>
                </a:gridCol>
                <a:gridCol w="468210">
                  <a:extLst>
                    <a:ext uri="{9D8B030D-6E8A-4147-A177-3AD203B41FA5}">
                      <a16:colId xmlns:a16="http://schemas.microsoft.com/office/drawing/2014/main" val="1057709866"/>
                    </a:ext>
                  </a:extLst>
                </a:gridCol>
                <a:gridCol w="477855">
                  <a:extLst>
                    <a:ext uri="{9D8B030D-6E8A-4147-A177-3AD203B41FA5}">
                      <a16:colId xmlns:a16="http://schemas.microsoft.com/office/drawing/2014/main" val="3767825824"/>
                    </a:ext>
                  </a:extLst>
                </a:gridCol>
                <a:gridCol w="1370320">
                  <a:extLst>
                    <a:ext uri="{9D8B030D-6E8A-4147-A177-3AD203B41FA5}">
                      <a16:colId xmlns:a16="http://schemas.microsoft.com/office/drawing/2014/main" val="145107869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algn="ctr" defTabSz="566987" rtl="0" eaLnBrk="1" latinLnBrk="0" hangingPunct="1"/>
                      <a:endParaRPr lang="en-US" sz="1600" b="1" kern="1200" dirty="0">
                        <a:solidFill>
                          <a:schemeClr val="bg1"/>
                        </a:solidFill>
                        <a:latin typeface="IBM Plex Sans Arabic" panose="020B0503050203000203" pitchFamily="34" charset="-78"/>
                        <a:ea typeface="+mn-ea"/>
                        <a:cs typeface="IBM Plex Sans Arabic" panose="020B0503050203000203" pitchFamily="34" charset="-78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1" kern="1200" dirty="0">
                        <a:solidFill>
                          <a:schemeClr val="bg1"/>
                        </a:solidFill>
                        <a:latin typeface="IBM Plex Sans Arabic" panose="020B0503050203000203" pitchFamily="34" charset="-78"/>
                        <a:ea typeface="+mn-ea"/>
                        <a:cs typeface="IBM Plex Sans Arabic" panose="020B0503050203000203" pitchFamily="34" charset="-78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1" kern="1200" dirty="0">
                        <a:solidFill>
                          <a:schemeClr val="bg1"/>
                        </a:solidFill>
                        <a:latin typeface="IBM Plex Sans Arabic" panose="020B0503050203000203" pitchFamily="34" charset="-78"/>
                        <a:ea typeface="+mn-ea"/>
                        <a:cs typeface="IBM Plex Sans Arabic" panose="020B0503050203000203" pitchFamily="34" charset="-78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566987" rtl="0" eaLnBrk="1" latinLnBrk="0" hangingPunct="1"/>
                      <a:endParaRPr lang="en-US" sz="1600" dirty="0">
                        <a:solidFill>
                          <a:schemeClr val="bg1"/>
                        </a:solidFill>
                        <a:latin typeface="IBM Plex Sans Arabic" panose="020B0503050203000203" pitchFamily="34" charset="-78"/>
                        <a:cs typeface="IBM Plex Sans Arabic" panose="020B0503050203000203" pitchFamily="34" charset="-78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>
                        <a:solidFill>
                          <a:schemeClr val="bg1"/>
                        </a:solidFill>
                        <a:latin typeface="IBM Plex Sans Arabic" panose="020B0503050203000203" pitchFamily="34" charset="-78"/>
                        <a:cs typeface="IBM Plex Sans Arabic" panose="020B0503050203000203" pitchFamily="34" charset="-78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ar-SA" sz="1200" b="1" dirty="0">
                          <a:solidFill>
                            <a:schemeClr val="bg1"/>
                          </a:solidFill>
                          <a:latin typeface="IBM Plex Sans Arabic" panose="020B0503050203000203" pitchFamily="34" charset="-78"/>
                          <a:cs typeface="IBM Plex Sans Arabic" panose="020B0503050203000203" pitchFamily="34" charset="-78"/>
                        </a:rPr>
                        <a:t>الملتقيات والبرامج العالمية و رش العمل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468020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endParaRPr lang="en-US" sz="1600" b="1" kern="1200" dirty="0">
                        <a:solidFill>
                          <a:schemeClr val="bg1"/>
                        </a:solidFill>
                        <a:latin typeface="IBM Plex Sans Arabic" panose="020B0503050203000203" pitchFamily="34" charset="-78"/>
                        <a:ea typeface="+mn-ea"/>
                        <a:cs typeface="IBM Plex Sans Arabic" panose="020B0503050203000203" pitchFamily="34" charset="-78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US" sz="1600" b="1" kern="1200" dirty="0">
                        <a:solidFill>
                          <a:schemeClr val="bg1"/>
                        </a:solidFill>
                        <a:latin typeface="IBM Plex Sans Arabic" panose="020B0503050203000203" pitchFamily="34" charset="-78"/>
                        <a:ea typeface="+mn-ea"/>
                        <a:cs typeface="IBM Plex Sans Arabic" panose="020B0503050203000203" pitchFamily="34" charset="-78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US" sz="1600" b="1" kern="1200" dirty="0">
                        <a:solidFill>
                          <a:schemeClr val="bg1"/>
                        </a:solidFill>
                        <a:latin typeface="IBM Plex Sans Arabic" panose="020B0503050203000203" pitchFamily="34" charset="-78"/>
                        <a:ea typeface="+mn-ea"/>
                        <a:cs typeface="IBM Plex Sans Arabic" panose="020B0503050203000203" pitchFamily="34" charset="-78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US" sz="1600" dirty="0">
                        <a:solidFill>
                          <a:schemeClr val="bg1"/>
                        </a:solidFill>
                        <a:latin typeface="IBM Plex Sans Arabic" panose="020B0503050203000203" pitchFamily="34" charset="-78"/>
                        <a:cs typeface="IBM Plex Sans Arabic" panose="020B0503050203000203" pitchFamily="34" charset="-78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US" sz="1600" dirty="0">
                        <a:solidFill>
                          <a:schemeClr val="bg1"/>
                        </a:solidFill>
                        <a:latin typeface="IBM Plex Sans Arabic" panose="020B0503050203000203" pitchFamily="34" charset="-78"/>
                        <a:cs typeface="IBM Plex Sans Arabic" panose="020B0503050203000203" pitchFamily="34" charset="-78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algn="r" defTabSz="566987" rtl="1" eaLnBrk="1" latinLnBrk="0" hangingPunct="1"/>
                      <a:r>
                        <a:rPr lang="ar-SA" sz="1600" dirty="0">
                          <a:latin typeface="IBM Plex Sans Arabic" panose="020B0503050203000203" pitchFamily="34" charset="-78"/>
                          <a:cs typeface="IBM Plex Sans Arabic" panose="020B0503050203000203" pitchFamily="34" charset="-78"/>
                        </a:rPr>
                        <a:t>0</a:t>
                      </a:r>
                      <a:endParaRPr lang="en-US" sz="1600" dirty="0">
                        <a:solidFill>
                          <a:schemeClr val="bg1"/>
                        </a:solidFill>
                        <a:latin typeface="IBM Plex Sans Arabic" panose="020B0503050203000203" pitchFamily="34" charset="-78"/>
                        <a:cs typeface="IBM Plex Sans Arabic" panose="020B0503050203000203" pitchFamily="34" charset="-78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122490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endParaRPr lang="en-US" sz="1600" b="1" kern="1200" dirty="0">
                        <a:solidFill>
                          <a:schemeClr val="bg1"/>
                        </a:solidFill>
                        <a:latin typeface="IBM Plex Sans Arabic" panose="020B0503050203000203" pitchFamily="34" charset="-78"/>
                        <a:ea typeface="+mn-ea"/>
                        <a:cs typeface="IBM Plex Sans Arabic" panose="020B0503050203000203" pitchFamily="34" charset="-78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566987" rtl="0" eaLnBrk="1" latinLnBrk="0" hangingPunct="1"/>
                      <a:endParaRPr lang="en-US" sz="1600" b="1" kern="1200" dirty="0">
                        <a:solidFill>
                          <a:schemeClr val="bg1"/>
                        </a:solidFill>
                        <a:latin typeface="IBM Plex Sans Arabic" panose="020B0503050203000203" pitchFamily="34" charset="-78"/>
                        <a:ea typeface="+mn-ea"/>
                        <a:cs typeface="IBM Plex Sans Arabic" panose="020B0503050203000203" pitchFamily="34" charset="-78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US" sz="1600" b="1" kern="1200" dirty="0">
                        <a:solidFill>
                          <a:schemeClr val="bg1"/>
                        </a:solidFill>
                        <a:latin typeface="IBM Plex Sans Arabic" panose="020B0503050203000203" pitchFamily="34" charset="-78"/>
                        <a:ea typeface="+mn-ea"/>
                        <a:cs typeface="IBM Plex Sans Arabic" panose="020B0503050203000203" pitchFamily="34" charset="-78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566987" rtl="0" eaLnBrk="1" latinLnBrk="0" hangingPunct="1"/>
                      <a:endParaRPr lang="en-US" sz="1600" dirty="0">
                        <a:solidFill>
                          <a:schemeClr val="bg1"/>
                        </a:solidFill>
                        <a:latin typeface="IBM Plex Sans Arabic" panose="020B0503050203000203" pitchFamily="34" charset="-78"/>
                        <a:cs typeface="IBM Plex Sans Arabic" panose="020B0503050203000203" pitchFamily="34" charset="-78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566987" rtl="0" eaLnBrk="1" latinLnBrk="0" hangingPunct="1"/>
                      <a:endParaRPr lang="en-US" sz="1600" dirty="0">
                        <a:solidFill>
                          <a:schemeClr val="bg1"/>
                        </a:solidFill>
                        <a:latin typeface="IBM Plex Sans Arabic" panose="020B0503050203000203" pitchFamily="34" charset="-78"/>
                        <a:cs typeface="IBM Plex Sans Arabic" panose="020B0503050203000203" pitchFamily="34" charset="-78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algn="r" defTabSz="566987" rtl="1" eaLnBrk="1" latinLnBrk="0" hangingPunct="1"/>
                      <a:r>
                        <a:rPr lang="ar-SA" sz="1600" dirty="0">
                          <a:latin typeface="IBM Plex Sans Arabic" panose="020B0503050203000203" pitchFamily="34" charset="-78"/>
                          <a:cs typeface="IBM Plex Sans Arabic" panose="020B0503050203000203" pitchFamily="34" charset="-78"/>
                        </a:rPr>
                        <a:t>0</a:t>
                      </a:r>
                      <a:endParaRPr lang="en-US" sz="1600" dirty="0">
                        <a:solidFill>
                          <a:schemeClr val="bg1"/>
                        </a:solidFill>
                        <a:latin typeface="IBM Plex Sans Arabic" panose="020B0503050203000203" pitchFamily="34" charset="-78"/>
                        <a:cs typeface="IBM Plex Sans Arabic" panose="020B0503050203000203" pitchFamily="34" charset="-78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44575242"/>
                  </a:ext>
                </a:extLst>
              </a:tr>
            </a:tbl>
          </a:graphicData>
        </a:graphic>
      </p:graphicFrame>
      <p:sp>
        <p:nvSpPr>
          <p:cNvPr id="71" name="مربع نص 33">
            <a:extLst>
              <a:ext uri="{FF2B5EF4-FFF2-40B4-BE49-F238E27FC236}">
                <a16:creationId xmlns:a16="http://schemas.microsoft.com/office/drawing/2014/main" id="{E45CFBCB-2D8D-2F8E-379D-F8230C0BDB82}"/>
              </a:ext>
            </a:extLst>
          </p:cNvPr>
          <p:cNvSpPr txBox="1"/>
          <p:nvPr/>
        </p:nvSpPr>
        <p:spPr>
          <a:xfrm>
            <a:off x="6074180" y="5331135"/>
            <a:ext cx="458073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ar-SA" sz="1100" dirty="0">
                <a:solidFill>
                  <a:srgbClr val="0070C0"/>
                </a:solidFill>
                <a:latin typeface="IBM Plex Sans Arabic" panose="020B0503050203000203" pitchFamily="34" charset="-78"/>
                <a:cs typeface="IBM Plex Sans Arabic" panose="020B0503050203000203" pitchFamily="34" charset="-78"/>
              </a:rPr>
              <a:t>دورة</a:t>
            </a:r>
            <a:endParaRPr lang="ar-SA" dirty="0">
              <a:solidFill>
                <a:srgbClr val="0070C0"/>
              </a:solidFill>
              <a:latin typeface="IBM Plex Sans Arabic" panose="020B0503050203000203" pitchFamily="34" charset="-78"/>
              <a:cs typeface="IBM Plex Sans Arabic" panose="020B0503050203000203" pitchFamily="34" charset="-78"/>
            </a:endParaRPr>
          </a:p>
        </p:txBody>
      </p:sp>
      <p:sp>
        <p:nvSpPr>
          <p:cNvPr id="73" name="مربع نص 35">
            <a:extLst>
              <a:ext uri="{FF2B5EF4-FFF2-40B4-BE49-F238E27FC236}">
                <a16:creationId xmlns:a16="http://schemas.microsoft.com/office/drawing/2014/main" id="{C896BA96-0A1F-C571-047B-68778B308043}"/>
              </a:ext>
            </a:extLst>
          </p:cNvPr>
          <p:cNvSpPr txBox="1"/>
          <p:nvPr/>
        </p:nvSpPr>
        <p:spPr>
          <a:xfrm>
            <a:off x="6059390" y="5720746"/>
            <a:ext cx="537473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ar-SA" sz="1100" dirty="0">
                <a:solidFill>
                  <a:srgbClr val="0070C0"/>
                </a:solidFill>
                <a:latin typeface="IBM Plex Sans Arabic" panose="020B0503050203000203" pitchFamily="34" charset="-78"/>
                <a:cs typeface="IBM Plex Sans Arabic" panose="020B0503050203000203" pitchFamily="34" charset="-78"/>
              </a:rPr>
              <a:t>متدرب</a:t>
            </a:r>
            <a:endParaRPr lang="ar-SA" dirty="0">
              <a:solidFill>
                <a:srgbClr val="0070C0"/>
              </a:solidFill>
              <a:latin typeface="IBM Plex Sans Arabic" panose="020B0503050203000203" pitchFamily="34" charset="-78"/>
              <a:cs typeface="IBM Plex Sans Arabic" panose="020B0503050203000203" pitchFamily="34" charset="-78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B2B0315-876A-5EF7-319E-2C50FFD881EC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10090191" y="-1129766"/>
            <a:ext cx="495300" cy="1041400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5A8FC79E-F1EB-B91C-DF7D-A979267C7598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10601402" y="-672566"/>
            <a:ext cx="355600" cy="584200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00B0938B-04D5-1E12-1DF6-72963328070C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 flipH="1">
            <a:off x="11032765" y="-672566"/>
            <a:ext cx="353570" cy="584200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151D3AC6-85D0-5CD6-DEBE-7AD1708C77D2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11499275" y="-642939"/>
            <a:ext cx="406400" cy="584200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AA309819-CE18-16BA-EFFA-2E89E1DDD677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11944519" y="-494175"/>
            <a:ext cx="304800" cy="393700"/>
          </a:xfrm>
          <a:prstGeom prst="rect">
            <a:avLst/>
          </a:prstGeom>
        </p:spPr>
      </p:pic>
      <p:sp>
        <p:nvSpPr>
          <p:cNvPr id="67" name="TextBox 66">
            <a:extLst>
              <a:ext uri="{FF2B5EF4-FFF2-40B4-BE49-F238E27FC236}">
                <a16:creationId xmlns:a16="http://schemas.microsoft.com/office/drawing/2014/main" id="{0D0E7602-46DD-B72F-BAA0-9AABD57EA90B}"/>
              </a:ext>
            </a:extLst>
          </p:cNvPr>
          <p:cNvSpPr txBox="1"/>
          <p:nvPr/>
        </p:nvSpPr>
        <p:spPr>
          <a:xfrm>
            <a:off x="7573739" y="148303"/>
            <a:ext cx="838002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SA" dirty="0"/>
              <a:t>عدد الدورات والبرامج المنجزة </a:t>
            </a:r>
          </a:p>
          <a:p>
            <a:r>
              <a:rPr lang="en-SA" dirty="0"/>
              <a:t>من 12-05-2024 الي 16-05-2024-16</a:t>
            </a:r>
          </a:p>
        </p:txBody>
      </p:sp>
      <p:sp>
        <p:nvSpPr>
          <p:cNvPr id="17" name="مستطيل 51">
            <a:extLst>
              <a:ext uri="{FF2B5EF4-FFF2-40B4-BE49-F238E27FC236}">
                <a16:creationId xmlns:a16="http://schemas.microsoft.com/office/drawing/2014/main" id="{5561F947-0E31-3B4F-9B43-6EED6A346CA3}"/>
              </a:ext>
            </a:extLst>
          </p:cNvPr>
          <p:cNvSpPr/>
          <p:nvPr/>
        </p:nvSpPr>
        <p:spPr>
          <a:xfrm>
            <a:off x="142874" y="425649"/>
            <a:ext cx="7205347" cy="383753"/>
          </a:xfrm>
          <a:prstGeom prst="rect">
            <a:avLst/>
          </a:prstGeom>
          <a:solidFill>
            <a:srgbClr val="00349C"/>
          </a:solidFill>
          <a:ln>
            <a:solidFill>
              <a:srgbClr val="F8F8F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ar-SA" dirty="0"/>
          </a:p>
        </p:txBody>
      </p:sp>
      <p:sp>
        <p:nvSpPr>
          <p:cNvPr id="18" name="عنصر نائب للنص 2">
            <a:extLst>
              <a:ext uri="{FF2B5EF4-FFF2-40B4-BE49-F238E27FC236}">
                <a16:creationId xmlns:a16="http://schemas.microsoft.com/office/drawing/2014/main" id="{CA4420E8-4D94-1A42-B1DC-E1341804A32D}"/>
              </a:ext>
            </a:extLst>
          </p:cNvPr>
          <p:cNvSpPr txBox="1">
            <a:spLocks/>
          </p:cNvSpPr>
          <p:nvPr/>
        </p:nvSpPr>
        <p:spPr>
          <a:xfrm>
            <a:off x="1907630" y="471469"/>
            <a:ext cx="5450084" cy="287135"/>
          </a:xfrm>
          <a:prstGeom prst="rect">
            <a:avLst/>
          </a:prstGeom>
        </p:spPr>
        <p:txBody>
          <a:bodyPr anchor="ctr"/>
          <a:lstStyle>
            <a:lvl1pPr marL="0" indent="-141747" algn="r" defTabSz="567019" rtl="1" eaLnBrk="1" latinLnBrk="0" hangingPunct="1">
              <a:lnSpc>
                <a:spcPct val="90000"/>
              </a:lnSpc>
              <a:spcBef>
                <a:spcPts val="620"/>
              </a:spcBef>
              <a:buFont typeface="Arial" panose="020B0604020202020204" pitchFamily="34" charset="0"/>
              <a:buChar char="•"/>
              <a:defRPr sz="1736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25240" indent="-141747" algn="r" defTabSz="566987" rtl="1" eaLnBrk="1" latinLnBrk="0" hangingPunct="1">
              <a:lnSpc>
                <a:spcPct val="90000"/>
              </a:lnSpc>
              <a:spcBef>
                <a:spcPts val="310"/>
              </a:spcBef>
              <a:buFont typeface="Arial" panose="020B0604020202020204" pitchFamily="34" charset="0"/>
              <a:buChar char="•"/>
              <a:defRPr sz="14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08733" indent="-141747" algn="r" defTabSz="566987" rtl="1" eaLnBrk="1" latinLnBrk="0" hangingPunct="1">
              <a:lnSpc>
                <a:spcPct val="90000"/>
              </a:lnSpc>
              <a:spcBef>
                <a:spcPts val="310"/>
              </a:spcBef>
              <a:buFont typeface="Arial" panose="020B0604020202020204" pitchFamily="34" charset="0"/>
              <a:buChar char="•"/>
              <a:defRPr sz="12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50480" indent="0" algn="r" defTabSz="566987" rtl="1" eaLnBrk="1" latinLnBrk="0" hangingPunct="1">
              <a:lnSpc>
                <a:spcPct val="90000"/>
              </a:lnSpc>
              <a:spcBef>
                <a:spcPts val="310"/>
              </a:spcBef>
              <a:buFont typeface="Arial" panose="020B0604020202020204" pitchFamily="34" charset="0"/>
              <a:buNone/>
              <a:defRPr sz="111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33974" indent="0" algn="r" defTabSz="566987" rtl="1" eaLnBrk="1" latinLnBrk="0" hangingPunct="1">
              <a:lnSpc>
                <a:spcPct val="90000"/>
              </a:lnSpc>
              <a:spcBef>
                <a:spcPts val="310"/>
              </a:spcBef>
              <a:buFont typeface="Arial" panose="020B0604020202020204" pitchFamily="34" charset="0"/>
              <a:buNone/>
              <a:defRPr sz="111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59214" indent="-141747" algn="r" defTabSz="566987" rtl="1" eaLnBrk="1" latinLnBrk="0" hangingPunct="1">
              <a:lnSpc>
                <a:spcPct val="90000"/>
              </a:lnSpc>
              <a:spcBef>
                <a:spcPts val="310"/>
              </a:spcBef>
              <a:buFont typeface="Arial" panose="020B0604020202020204" pitchFamily="34" charset="0"/>
              <a:buChar char="•"/>
              <a:defRPr sz="111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42707" indent="-141747" algn="r" defTabSz="566987" rtl="1" eaLnBrk="1" latinLnBrk="0" hangingPunct="1">
              <a:lnSpc>
                <a:spcPct val="90000"/>
              </a:lnSpc>
              <a:spcBef>
                <a:spcPts val="310"/>
              </a:spcBef>
              <a:buFont typeface="Arial" panose="020B0604020202020204" pitchFamily="34" charset="0"/>
              <a:buChar char="•"/>
              <a:defRPr sz="111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26201" indent="-141747" algn="r" defTabSz="566987" rtl="1" eaLnBrk="1" latinLnBrk="0" hangingPunct="1">
              <a:lnSpc>
                <a:spcPct val="90000"/>
              </a:lnSpc>
              <a:spcBef>
                <a:spcPts val="310"/>
              </a:spcBef>
              <a:buFont typeface="Arial" panose="020B0604020202020204" pitchFamily="34" charset="0"/>
              <a:buChar char="•"/>
              <a:defRPr sz="111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09694" indent="-141747" algn="r" defTabSz="566987" rtl="1" eaLnBrk="1" latinLnBrk="0" hangingPunct="1">
              <a:lnSpc>
                <a:spcPct val="90000"/>
              </a:lnSpc>
              <a:spcBef>
                <a:spcPts val="310"/>
              </a:spcBef>
              <a:buFont typeface="Arial" panose="020B0604020202020204" pitchFamily="34" charset="0"/>
              <a:buChar char="•"/>
              <a:defRPr sz="111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0">
              <a:buFont typeface="Arial" panose="020B0604020202020204" pitchFamily="34" charset="0"/>
              <a:buNone/>
            </a:pPr>
            <a:r>
              <a:rPr lang="ar-SA" b="1" dirty="0">
                <a:solidFill>
                  <a:schemeClr val="bg1"/>
                </a:solidFill>
                <a:latin typeface="IBM Plex Sans Arabic" panose="020B0503050203000203" pitchFamily="34" charset="-78"/>
                <a:cs typeface="IBM Plex Sans Arabic" panose="020B0503050203000203" pitchFamily="34" charset="-78"/>
              </a:rPr>
              <a:t>الـــــــبــــــــــــــــــــــرامــــــــــــج الــــــــــتــــــــــــدريـــــــــــبـــــــيـــــــــــــــــة المـــنــــــــجـــــــــــزة</a:t>
            </a:r>
          </a:p>
        </p:txBody>
      </p:sp>
      <p:graphicFrame>
        <p:nvGraphicFramePr>
          <p:cNvPr id="35" name="Chart 34">
            <a:extLst>
              <a:ext uri="{FF2B5EF4-FFF2-40B4-BE49-F238E27FC236}">
                <a16:creationId xmlns:a16="http://schemas.microsoft.com/office/drawing/2014/main" id="{420AF95D-4993-5561-4EB6-F847E323A8BA}"/>
              </a:ext>
            </a:extLst>
          </p:cNvPr>
          <p:cNvGraphicFramePr/>
          <p:nvPr/>
        </p:nvGraphicFramePr>
        <p:xfrm>
          <a:off x="9301930" y="-3099565"/>
          <a:ext cx="3715177" cy="389854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sp>
        <p:nvSpPr>
          <p:cNvPr id="55" name="مربع نص 32">
            <a:extLst>
              <a:ext uri="{FF2B5EF4-FFF2-40B4-BE49-F238E27FC236}">
                <a16:creationId xmlns:a16="http://schemas.microsoft.com/office/drawing/2014/main" id="{9B39EEE0-FB9F-3D69-922F-A27CD13B7709}"/>
              </a:ext>
            </a:extLst>
          </p:cNvPr>
          <p:cNvSpPr txBox="1"/>
          <p:nvPr/>
        </p:nvSpPr>
        <p:spPr>
          <a:xfrm>
            <a:off x="2705784" y="3919371"/>
            <a:ext cx="84013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dirty="0">
                <a:latin typeface="IBM Plex Sans Arabic" panose="020B0503050203000203" pitchFamily="34" charset="-78"/>
                <a:cs typeface="IBM Plex Sans Arabic" panose="020B0503050203000203" pitchFamily="34" charset="-78"/>
              </a:rPr>
              <a:t>0</a:t>
            </a:r>
            <a:endParaRPr lang="ar-SA" sz="2400" dirty="0">
              <a:latin typeface="IBM Plex Sans Arabic" panose="020B0503050203000203" pitchFamily="34" charset="-78"/>
              <a:cs typeface="IBM Plex Sans Arabic" panose="020B0503050203000203" pitchFamily="34" charset="-78"/>
            </a:endParaRPr>
          </a:p>
        </p:txBody>
      </p:sp>
      <p:sp>
        <p:nvSpPr>
          <p:cNvPr id="56" name="مربع نص 34">
            <a:extLst>
              <a:ext uri="{FF2B5EF4-FFF2-40B4-BE49-F238E27FC236}">
                <a16:creationId xmlns:a16="http://schemas.microsoft.com/office/drawing/2014/main" id="{B545002E-DB96-32AF-0FAA-639AA5E709C9}"/>
              </a:ext>
            </a:extLst>
          </p:cNvPr>
          <p:cNvSpPr txBox="1"/>
          <p:nvPr/>
        </p:nvSpPr>
        <p:spPr>
          <a:xfrm>
            <a:off x="2672628" y="4297922"/>
            <a:ext cx="94599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ar-SA" sz="2400" dirty="0">
                <a:latin typeface="IBM Plex Sans Arabic" panose="020B0503050203000203" pitchFamily="34" charset="-78"/>
                <a:cs typeface="IBM Plex Sans Arabic" panose="020B0503050203000203" pitchFamily="34" charset="-78"/>
              </a:rPr>
              <a:t>0</a:t>
            </a:r>
          </a:p>
        </p:txBody>
      </p:sp>
      <p:sp>
        <p:nvSpPr>
          <p:cNvPr id="5" name="مستطيل 51">
            <a:extLst>
              <a:ext uri="{FF2B5EF4-FFF2-40B4-BE49-F238E27FC236}">
                <a16:creationId xmlns:a16="http://schemas.microsoft.com/office/drawing/2014/main" id="{AADD3894-6FB4-3493-A01E-5DEF21B2C60A}"/>
              </a:ext>
            </a:extLst>
          </p:cNvPr>
          <p:cNvSpPr/>
          <p:nvPr/>
        </p:nvSpPr>
        <p:spPr>
          <a:xfrm>
            <a:off x="156355" y="825899"/>
            <a:ext cx="7186922" cy="330597"/>
          </a:xfrm>
          <a:prstGeom prst="rect">
            <a:avLst/>
          </a:prstGeom>
          <a:solidFill>
            <a:srgbClr val="2163CB"/>
          </a:solidFill>
          <a:ln>
            <a:solidFill>
              <a:srgbClr val="006EB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r" rtl="1"/>
            <a:r>
              <a:rPr lang="ar-SA" b="1" dirty="0">
                <a:latin typeface="IBM Plex Sans Arabic SemiBold" panose="020B0503050203000203" pitchFamily="34" charset="-78"/>
                <a:cs typeface="IBM Plex Sans Arabic SemiBold" panose="020B0503050203000203" pitchFamily="34" charset="-78"/>
              </a:rPr>
              <a:t>الـــــدورات والـــبرامــــج المــــنــــــجـــــــــــــــزة: من</a:t>
            </a:r>
            <a:r>
              <a:rPr lang="en-US" b="1" dirty="0">
                <a:latin typeface="IBM Plex Sans Arabic SemiBold" panose="020B0503050203000203" pitchFamily="34" charset="-78"/>
                <a:cs typeface="IBM Plex Sans Arabic SemiBold" panose="020B0503050203000203" pitchFamily="34" charset="-78"/>
              </a:rPr>
              <a:t> </a:t>
            </a:r>
            <a:r>
              <a:rPr lang="ar-SA" b="1" dirty="0">
                <a:latin typeface="IBM Plex Sans Arabic SemiBold" panose="020B0503050203000203" pitchFamily="34" charset="-78"/>
                <a:cs typeface="IBM Plex Sans Arabic SemiBold" panose="020B0503050203000203" pitchFamily="34" charset="-78"/>
              </a:rPr>
              <a:t>2026-08-30  إلى</a:t>
            </a:r>
            <a:r>
              <a:rPr lang="en-US" b="1" dirty="0">
                <a:latin typeface="IBM Plex Sans Arabic SemiBold" panose="020B0503050203000203" pitchFamily="34" charset="-78"/>
                <a:cs typeface="IBM Plex Sans Arabic SemiBold" panose="020B0503050203000203" pitchFamily="34" charset="-78"/>
              </a:rPr>
              <a:t> </a:t>
            </a:r>
            <a:r>
              <a:rPr lang="ar-SA" b="1" dirty="0">
                <a:latin typeface="IBM Plex Sans Arabic SemiBold" panose="020B0503050203000203" pitchFamily="34" charset="-78"/>
                <a:cs typeface="IBM Plex Sans Arabic SemiBold" panose="020B0503050203000203" pitchFamily="34" charset="-78"/>
              </a:rPr>
              <a:t>2026-09-03</a:t>
            </a:r>
          </a:p>
        </p:txBody>
      </p:sp>
      <p:graphicFrame>
        <p:nvGraphicFramePr>
          <p:cNvPr id="6" name="Chart 5">
            <a:extLst>
              <a:ext uri="{FF2B5EF4-FFF2-40B4-BE49-F238E27FC236}">
                <a16:creationId xmlns:a16="http://schemas.microsoft.com/office/drawing/2014/main" id="{5A09CCCC-F4F4-A77A-E5DB-C1579CDB5515}"/>
              </a:ext>
            </a:extLst>
          </p:cNvPr>
          <p:cNvGraphicFramePr/>
          <p:nvPr/>
        </p:nvGraphicFramePr>
        <p:xfrm>
          <a:off x="7639250" y="2626098"/>
          <a:ext cx="3741578" cy="377396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25B51E6E-30E7-6291-A489-1C2E48CAA9D2}"/>
              </a:ext>
            </a:extLst>
          </p:cNvPr>
          <p:cNvCxnSpPr>
            <a:cxnSpLocks/>
          </p:cNvCxnSpPr>
          <p:nvPr/>
        </p:nvCxnSpPr>
        <p:spPr>
          <a:xfrm flipH="1" flipV="1">
            <a:off x="7718605" y="6414072"/>
            <a:ext cx="7309370" cy="28450"/>
          </a:xfrm>
          <a:prstGeom prst="line">
            <a:avLst/>
          </a:prstGeom>
          <a:ln cmpd="sng">
            <a:solidFill>
              <a:schemeClr val="tx2">
                <a:lumMod val="50000"/>
              </a:schemeClr>
            </a:solidFill>
            <a:prstDash val="sysDot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graphicFrame>
        <p:nvGraphicFramePr>
          <p:cNvPr id="14" name="Chart 13">
            <a:extLst>
              <a:ext uri="{FF2B5EF4-FFF2-40B4-BE49-F238E27FC236}">
                <a16:creationId xmlns:a16="http://schemas.microsoft.com/office/drawing/2014/main" id="{4768612A-CEB0-81E8-39B5-1C06508F2695}"/>
              </a:ext>
            </a:extLst>
          </p:cNvPr>
          <p:cNvGraphicFramePr/>
          <p:nvPr/>
        </p:nvGraphicFramePr>
        <p:xfrm>
          <a:off x="11420251" y="2626098"/>
          <a:ext cx="3715178" cy="377470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8"/>
          </a:graphicData>
        </a:graphic>
      </p:graphicFrame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DB841E8B-FD6E-E330-F38B-8F6CC25A9AA4}"/>
              </a:ext>
            </a:extLst>
          </p:cNvPr>
          <p:cNvCxnSpPr>
            <a:cxnSpLocks/>
          </p:cNvCxnSpPr>
          <p:nvPr/>
        </p:nvCxnSpPr>
        <p:spPr>
          <a:xfrm>
            <a:off x="11401199" y="2626098"/>
            <a:ext cx="0" cy="3791583"/>
          </a:xfrm>
          <a:prstGeom prst="line">
            <a:avLst/>
          </a:prstGeom>
          <a:ln cmpd="sng">
            <a:solidFill>
              <a:schemeClr val="tx2">
                <a:lumMod val="50000"/>
              </a:schemeClr>
            </a:solidFill>
            <a:prstDash val="sysDot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80DA388D-6948-2F1C-1221-6844EF64CE72}"/>
              </a:ext>
            </a:extLst>
          </p:cNvPr>
          <p:cNvCxnSpPr>
            <a:cxnSpLocks/>
          </p:cNvCxnSpPr>
          <p:nvPr/>
        </p:nvCxnSpPr>
        <p:spPr>
          <a:xfrm flipH="1">
            <a:off x="11387530" y="6442522"/>
            <a:ext cx="25155" cy="3655912"/>
          </a:xfrm>
          <a:prstGeom prst="line">
            <a:avLst/>
          </a:prstGeom>
          <a:ln cmpd="sng">
            <a:solidFill>
              <a:schemeClr val="tx2">
                <a:lumMod val="50000"/>
              </a:schemeClr>
            </a:solidFill>
            <a:prstDash val="sysDot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graphicFrame>
        <p:nvGraphicFramePr>
          <p:cNvPr id="20" name="Table 19">
            <a:extLst>
              <a:ext uri="{FF2B5EF4-FFF2-40B4-BE49-F238E27FC236}">
                <a16:creationId xmlns:a16="http://schemas.microsoft.com/office/drawing/2014/main" id="{CEE33385-B8D2-C1FD-54CB-42B42AE1459B}"/>
              </a:ext>
            </a:extLst>
          </p:cNvPr>
          <p:cNvGraphicFramePr>
            <a:graphicFrameLocks noGrp="1"/>
          </p:cNvGraphicFramePr>
          <p:nvPr/>
        </p:nvGraphicFramePr>
        <p:xfrm>
          <a:off x="7792881" y="1313458"/>
          <a:ext cx="7076188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04291">
                  <a:extLst>
                    <a:ext uri="{9D8B030D-6E8A-4147-A177-3AD203B41FA5}">
                      <a16:colId xmlns:a16="http://schemas.microsoft.com/office/drawing/2014/main" val="3518472138"/>
                    </a:ext>
                  </a:extLst>
                </a:gridCol>
                <a:gridCol w="468210">
                  <a:extLst>
                    <a:ext uri="{9D8B030D-6E8A-4147-A177-3AD203B41FA5}">
                      <a16:colId xmlns:a16="http://schemas.microsoft.com/office/drawing/2014/main" val="1751093253"/>
                    </a:ext>
                  </a:extLst>
                </a:gridCol>
                <a:gridCol w="1482668">
                  <a:extLst>
                    <a:ext uri="{9D8B030D-6E8A-4147-A177-3AD203B41FA5}">
                      <a16:colId xmlns:a16="http://schemas.microsoft.com/office/drawing/2014/main" val="339331391"/>
                    </a:ext>
                  </a:extLst>
                </a:gridCol>
                <a:gridCol w="468210">
                  <a:extLst>
                    <a:ext uri="{9D8B030D-6E8A-4147-A177-3AD203B41FA5}">
                      <a16:colId xmlns:a16="http://schemas.microsoft.com/office/drawing/2014/main" val="1057709866"/>
                    </a:ext>
                  </a:extLst>
                </a:gridCol>
                <a:gridCol w="1404634">
                  <a:extLst>
                    <a:ext uri="{9D8B030D-6E8A-4147-A177-3AD203B41FA5}">
                      <a16:colId xmlns:a16="http://schemas.microsoft.com/office/drawing/2014/main" val="1639640778"/>
                    </a:ext>
                  </a:extLst>
                </a:gridCol>
                <a:gridCol w="468210">
                  <a:extLst>
                    <a:ext uri="{9D8B030D-6E8A-4147-A177-3AD203B41FA5}">
                      <a16:colId xmlns:a16="http://schemas.microsoft.com/office/drawing/2014/main" val="3767825824"/>
                    </a:ext>
                  </a:extLst>
                </a:gridCol>
                <a:gridCol w="1379965">
                  <a:extLst>
                    <a:ext uri="{9D8B030D-6E8A-4147-A177-3AD203B41FA5}">
                      <a16:colId xmlns:a16="http://schemas.microsoft.com/office/drawing/2014/main" val="145107869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ar-SA" sz="1600" b="1" i="0" kern="1200" dirty="0">
                          <a:solidFill>
                            <a:schemeClr val="bg1"/>
                          </a:solidFill>
                          <a:latin typeface="IBM Plex Sans Arabic" panose="020B0503050203000203" pitchFamily="34" charset="-78"/>
                          <a:ea typeface="+mn-ea"/>
                          <a:cs typeface="IBM Plex Sans Arabic" panose="020B0503050203000203" pitchFamily="34" charset="-78"/>
                        </a:rPr>
                        <a:t>ديبلوم تدريبي</a:t>
                      </a:r>
                      <a:endParaRPr lang="en-US" sz="1600" b="1" i="0" kern="1200" dirty="0">
                        <a:solidFill>
                          <a:schemeClr val="bg1"/>
                        </a:solidFill>
                        <a:latin typeface="IBM Plex Sans Arabic" panose="020B0503050203000203" pitchFamily="34" charset="-78"/>
                        <a:ea typeface="+mn-ea"/>
                        <a:cs typeface="IBM Plex Sans Arabic" panose="020B0503050203000203" pitchFamily="34" charset="-7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600" b="1" i="0" kern="1200" dirty="0">
                        <a:solidFill>
                          <a:schemeClr val="bg1"/>
                        </a:solidFill>
                        <a:latin typeface="IBM Plex Sans Arabic" panose="020B0503050203000203" pitchFamily="34" charset="-78"/>
                        <a:ea typeface="+mn-ea"/>
                        <a:cs typeface="IBM Plex Sans Arabic" panose="020B0503050203000203" pitchFamily="34" charset="-78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ar-SA" sz="1600" b="1" i="0" kern="1200" dirty="0">
                          <a:solidFill>
                            <a:schemeClr val="bg1"/>
                          </a:solidFill>
                          <a:latin typeface="IBM Plex Sans Arabic" panose="020B0503050203000203" pitchFamily="34" charset="-78"/>
                          <a:ea typeface="+mn-ea"/>
                          <a:cs typeface="IBM Plex Sans Arabic" panose="020B0503050203000203" pitchFamily="34" charset="-78"/>
                        </a:rPr>
                        <a:t>برنامج تأهيلي</a:t>
                      </a:r>
                      <a:endParaRPr lang="en-US" sz="1600" b="1" i="0" kern="1200" dirty="0">
                        <a:solidFill>
                          <a:schemeClr val="bg1"/>
                        </a:solidFill>
                        <a:latin typeface="IBM Plex Sans Arabic" panose="020B0503050203000203" pitchFamily="34" charset="-78"/>
                        <a:ea typeface="+mn-ea"/>
                        <a:cs typeface="IBM Plex Sans Arabic" panose="020B0503050203000203" pitchFamily="34" charset="-7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566987" rtl="0" eaLnBrk="1" latinLnBrk="0" hangingPunct="1"/>
                      <a:endParaRPr lang="en-US" sz="1600" b="1" i="0" dirty="0">
                        <a:solidFill>
                          <a:schemeClr val="bg1"/>
                        </a:solidFill>
                        <a:latin typeface="IBM Plex Sans Arabic" panose="020B0503050203000203" pitchFamily="34" charset="-78"/>
                        <a:cs typeface="IBM Plex Sans Arabic" panose="020B0503050203000203" pitchFamily="34" charset="-78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566987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SA" sz="1600" b="1" i="0" dirty="0">
                          <a:solidFill>
                            <a:schemeClr val="bg1"/>
                          </a:solidFill>
                          <a:latin typeface="IBM Plex Sans Arabic" panose="020B0503050203000203" pitchFamily="34" charset="-78"/>
                          <a:cs typeface="IBM Plex Sans Arabic" panose="020B0503050203000203" pitchFamily="34" charset="-78"/>
                        </a:rPr>
                        <a:t>دورة</a:t>
                      </a:r>
                      <a:r>
                        <a:rPr lang="en-US" sz="1600" b="1" i="0" dirty="0">
                          <a:solidFill>
                            <a:schemeClr val="bg1"/>
                          </a:solidFill>
                          <a:latin typeface="IBM Plex Sans Arabic" panose="020B0503050203000203" pitchFamily="34" charset="-78"/>
                          <a:cs typeface="IBM Plex Sans Arabic" panose="020B0503050203000203" pitchFamily="34" charset="-78"/>
                        </a:rPr>
                        <a:t> </a:t>
                      </a:r>
                      <a:r>
                        <a:rPr lang="ar-SA" sz="1600" b="1" i="0" dirty="0">
                          <a:solidFill>
                            <a:schemeClr val="bg1"/>
                          </a:solidFill>
                          <a:latin typeface="IBM Plex Sans Arabic" panose="020B0503050203000203" pitchFamily="34" charset="-78"/>
                          <a:cs typeface="IBM Plex Sans Arabic" panose="020B0503050203000203" pitchFamily="34" charset="-78"/>
                        </a:rPr>
                        <a:t>تأهيلية</a:t>
                      </a:r>
                      <a:endParaRPr lang="en-US" sz="1600" b="1" i="0" dirty="0">
                        <a:solidFill>
                          <a:schemeClr val="bg1"/>
                        </a:solidFill>
                        <a:latin typeface="IBM Plex Sans Arabic" panose="020B0503050203000203" pitchFamily="34" charset="-78"/>
                        <a:cs typeface="IBM Plex Sans Arabic" panose="020B0503050203000203" pitchFamily="34" charset="-7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600" b="1" i="0" dirty="0">
                        <a:solidFill>
                          <a:schemeClr val="bg1"/>
                        </a:solidFill>
                        <a:latin typeface="IBM Plex Sans Arabic" panose="020B0503050203000203" pitchFamily="34" charset="-78"/>
                        <a:cs typeface="IBM Plex Sans Arabic" panose="020B0503050203000203" pitchFamily="34" charset="-78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ar-SA" sz="1600" b="1" i="0" dirty="0">
                          <a:solidFill>
                            <a:schemeClr val="bg1"/>
                          </a:solidFill>
                          <a:latin typeface="IBM Plex Sans Arabic" panose="020B0503050203000203" pitchFamily="34" charset="-78"/>
                          <a:cs typeface="IBM Plex Sans Arabic" panose="020B0503050203000203" pitchFamily="34" charset="-78"/>
                        </a:rPr>
                        <a:t>دورة</a:t>
                      </a:r>
                      <a:r>
                        <a:rPr lang="en-US" sz="1600" b="1" i="0" dirty="0">
                          <a:solidFill>
                            <a:schemeClr val="bg1"/>
                          </a:solidFill>
                          <a:latin typeface="IBM Plex Sans Arabic" panose="020B0503050203000203" pitchFamily="34" charset="-78"/>
                          <a:cs typeface="IBM Plex Sans Arabic" panose="020B0503050203000203" pitchFamily="34" charset="-78"/>
                        </a:rPr>
                        <a:t> </a:t>
                      </a:r>
                      <a:r>
                        <a:rPr lang="ar-SA" sz="1600" b="1" i="0" dirty="0">
                          <a:solidFill>
                            <a:schemeClr val="bg1"/>
                          </a:solidFill>
                          <a:latin typeface="IBM Plex Sans Arabic" panose="020B0503050203000203" pitchFamily="34" charset="-78"/>
                          <a:cs typeface="IBM Plex Sans Arabic" panose="020B0503050203000203" pitchFamily="34" charset="-78"/>
                        </a:rPr>
                        <a:t>تطويرية</a:t>
                      </a:r>
                      <a:endParaRPr lang="en-US" sz="1600" b="1" i="0" dirty="0">
                        <a:solidFill>
                          <a:schemeClr val="bg1"/>
                        </a:solidFill>
                        <a:latin typeface="IBM Plex Sans Arabic" panose="020B0503050203000203" pitchFamily="34" charset="-78"/>
                        <a:cs typeface="IBM Plex Sans Arabic" panose="020B0503050203000203" pitchFamily="34" charset="-78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468020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ar-SA" sz="1600" b="1" i="0" kern="1200" dirty="0">
                          <a:solidFill>
                            <a:schemeClr val="tx1">
                              <a:lumMod val="75000"/>
                            </a:schemeClr>
                          </a:solidFill>
                          <a:latin typeface="IBM Plex Sans Arabic" panose="020B0503050203000203" pitchFamily="34" charset="-78"/>
                          <a:ea typeface="+mn-ea"/>
                          <a:cs typeface="IBM Plex Sans Arabic" panose="020B0503050203000203" pitchFamily="34" charset="-78"/>
                        </a:rPr>
                        <a:t>1 د</a:t>
                      </a:r>
                      <a:r>
                        <a:rPr lang="ar-AE" sz="1600" b="1" i="0" kern="1200" dirty="0">
                          <a:solidFill>
                            <a:schemeClr val="tx1">
                              <a:lumMod val="75000"/>
                            </a:schemeClr>
                          </a:solidFill>
                          <a:latin typeface="IBM Plex Sans Arabic" panose="020B0503050203000203" pitchFamily="34" charset="-78"/>
                          <a:ea typeface="+mn-ea"/>
                          <a:cs typeface="IBM Plex Sans Arabic" panose="020B0503050203000203" pitchFamily="34" charset="-78"/>
                        </a:rPr>
                        <a:t>ب</a:t>
                      </a:r>
                      <a:r>
                        <a:rPr lang="ar-SA" sz="1600" b="1" i="0" kern="1200" dirty="0">
                          <a:solidFill>
                            <a:schemeClr val="tx1">
                              <a:lumMod val="75000"/>
                            </a:schemeClr>
                          </a:solidFill>
                          <a:latin typeface="IBM Plex Sans Arabic" panose="020B0503050203000203" pitchFamily="34" charset="-78"/>
                          <a:ea typeface="+mn-ea"/>
                          <a:cs typeface="IBM Plex Sans Arabic" panose="020B0503050203000203" pitchFamily="34" charset="-78"/>
                        </a:rPr>
                        <a:t>لوم</a:t>
                      </a:r>
                      <a:endParaRPr lang="en-US" sz="1600" b="1" i="0" kern="1200" dirty="0">
                        <a:solidFill>
                          <a:schemeClr val="tx1">
                            <a:lumMod val="75000"/>
                          </a:schemeClr>
                        </a:solidFill>
                        <a:latin typeface="IBM Plex Sans Arabic" panose="020B0503050203000203" pitchFamily="34" charset="-78"/>
                        <a:ea typeface="+mn-ea"/>
                        <a:cs typeface="IBM Plex Sans Arabic" panose="020B0503050203000203" pitchFamily="34" charset="-7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n-US" sz="1600" b="1" i="0" kern="1200" dirty="0">
                        <a:solidFill>
                          <a:schemeClr val="tx1">
                            <a:lumMod val="75000"/>
                          </a:schemeClr>
                        </a:solidFill>
                        <a:latin typeface="IBM Plex Sans Arabic" panose="020B0503050203000203" pitchFamily="34" charset="-78"/>
                        <a:ea typeface="+mn-ea"/>
                        <a:cs typeface="IBM Plex Sans Arabic" panose="020B0503050203000203" pitchFamily="34" charset="-78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ar-SA" sz="1600" b="1" i="0" kern="1200" dirty="0">
                          <a:solidFill>
                            <a:schemeClr val="tx1">
                              <a:lumMod val="75000"/>
                            </a:schemeClr>
                          </a:solidFill>
                          <a:latin typeface="IBM Plex Sans Arabic" panose="020B0503050203000203" pitchFamily="34" charset="-78"/>
                          <a:ea typeface="+mn-ea"/>
                          <a:cs typeface="IBM Plex Sans Arabic" panose="020B0503050203000203" pitchFamily="34" charset="-78"/>
                        </a:rPr>
                        <a:t>0  برنامج</a:t>
                      </a:r>
                      <a:endParaRPr lang="en-US" sz="1600" b="1" i="0" kern="1200" dirty="0">
                        <a:solidFill>
                          <a:schemeClr val="tx1">
                            <a:lumMod val="75000"/>
                          </a:schemeClr>
                        </a:solidFill>
                        <a:latin typeface="IBM Plex Sans Arabic" panose="020B0503050203000203" pitchFamily="34" charset="-78"/>
                        <a:ea typeface="+mn-ea"/>
                        <a:cs typeface="IBM Plex Sans Arabic" panose="020B0503050203000203" pitchFamily="34" charset="-7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n-US" sz="1600" b="1" i="0" dirty="0">
                        <a:solidFill>
                          <a:schemeClr val="tx1">
                            <a:lumMod val="75000"/>
                          </a:schemeClr>
                        </a:solidFill>
                        <a:latin typeface="IBM Plex Sans Arabic" panose="020B0503050203000203" pitchFamily="34" charset="-78"/>
                        <a:cs typeface="IBM Plex Sans Arabic" panose="020B0503050203000203" pitchFamily="34" charset="-78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566987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1" i="0" dirty="0">
                          <a:solidFill>
                            <a:schemeClr val="tx1">
                              <a:lumMod val="75000"/>
                            </a:schemeClr>
                          </a:solidFill>
                          <a:latin typeface="IBM Plex Sans Arabic" panose="020B0503050203000203" pitchFamily="34" charset="-78"/>
                          <a:cs typeface="IBM Plex Sans Arabic" panose="020B0503050203000203" pitchFamily="34" charset="-78"/>
                        </a:rPr>
                        <a:t>2 </a:t>
                      </a:r>
                      <a:r>
                        <a:rPr lang="ar-SA" sz="1600" b="1" i="0" dirty="0">
                          <a:solidFill>
                            <a:schemeClr val="tx1">
                              <a:lumMod val="75000"/>
                            </a:schemeClr>
                          </a:solidFill>
                          <a:latin typeface="IBM Plex Sans Arabic" panose="020B0503050203000203" pitchFamily="34" charset="-78"/>
                          <a:cs typeface="IBM Plex Sans Arabic" panose="020B0503050203000203" pitchFamily="34" charset="-78"/>
                        </a:rPr>
                        <a:t> دورة</a:t>
                      </a:r>
                      <a:endParaRPr lang="en-US" sz="1600" b="1" i="0" dirty="0">
                        <a:solidFill>
                          <a:schemeClr val="tx1">
                            <a:lumMod val="75000"/>
                          </a:schemeClr>
                        </a:solidFill>
                        <a:latin typeface="IBM Plex Sans Arabic" panose="020B0503050203000203" pitchFamily="34" charset="-78"/>
                        <a:cs typeface="IBM Plex Sans Arabic" panose="020B0503050203000203" pitchFamily="34" charset="-7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n-US" sz="1600" b="1" i="0" dirty="0">
                        <a:solidFill>
                          <a:schemeClr val="tx1">
                            <a:lumMod val="75000"/>
                          </a:schemeClr>
                        </a:solidFill>
                        <a:latin typeface="IBM Plex Sans Arabic" panose="020B0503050203000203" pitchFamily="34" charset="-78"/>
                        <a:cs typeface="IBM Plex Sans Arabic" panose="020B0503050203000203" pitchFamily="34" charset="-78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566987" rtl="1" eaLnBrk="1" latinLnBrk="0" hangingPunct="1"/>
                      <a:r>
                        <a:rPr lang="en-US" sz="1600" b="1" i="0" dirty="0">
                          <a:solidFill>
                            <a:schemeClr val="tx1">
                              <a:lumMod val="75000"/>
                            </a:schemeClr>
                          </a:solidFill>
                          <a:latin typeface="IBM Plex Sans Arabic" panose="020B0503050203000203" pitchFamily="34" charset="-78"/>
                          <a:cs typeface="IBM Plex Sans Arabic" panose="020B0503050203000203" pitchFamily="34" charset="-78"/>
                        </a:rPr>
                        <a:t>28 </a:t>
                      </a:r>
                      <a:r>
                        <a:rPr lang="ar-SA" sz="1600" b="1" i="0" dirty="0">
                          <a:solidFill>
                            <a:schemeClr val="tx1">
                              <a:lumMod val="75000"/>
                            </a:schemeClr>
                          </a:solidFill>
                          <a:latin typeface="IBM Plex Sans Arabic" panose="020B0503050203000203" pitchFamily="34" charset="-78"/>
                          <a:cs typeface="IBM Plex Sans Arabic" panose="020B0503050203000203" pitchFamily="34" charset="-78"/>
                        </a:rPr>
                        <a:t> دورة</a:t>
                      </a:r>
                      <a:endParaRPr lang="en-US" sz="1600" b="1" i="0" dirty="0">
                        <a:solidFill>
                          <a:schemeClr val="tx1">
                            <a:lumMod val="75000"/>
                          </a:schemeClr>
                        </a:solidFill>
                        <a:latin typeface="IBM Plex Sans Arabic" panose="020B0503050203000203" pitchFamily="34" charset="-78"/>
                        <a:cs typeface="IBM Plex Sans Arabic" panose="020B0503050203000203" pitchFamily="34" charset="-78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122490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b="1" i="0" kern="1200" dirty="0">
                          <a:solidFill>
                            <a:schemeClr val="tx1">
                              <a:lumMod val="75000"/>
                            </a:schemeClr>
                          </a:solidFill>
                          <a:latin typeface="IBM Plex Sans Arabic" panose="020B0503050203000203" pitchFamily="34" charset="-78"/>
                          <a:ea typeface="+mn-ea"/>
                          <a:cs typeface="IBM Plex Sans Arabic" panose="020B0503050203000203" pitchFamily="34" charset="-78"/>
                        </a:rPr>
                        <a:t> </a:t>
                      </a:r>
                      <a:r>
                        <a:rPr lang="ar-SA" sz="1600" b="1" i="0" kern="1200" dirty="0">
                          <a:solidFill>
                            <a:schemeClr val="tx1">
                              <a:lumMod val="75000"/>
                            </a:schemeClr>
                          </a:solidFill>
                          <a:latin typeface="IBM Plex Sans Arabic" panose="020B0503050203000203" pitchFamily="34" charset="-78"/>
                          <a:ea typeface="+mn-ea"/>
                          <a:cs typeface="IBM Plex Sans Arabic" panose="020B0503050203000203" pitchFamily="34" charset="-78"/>
                        </a:rPr>
                        <a:t>0</a:t>
                      </a:r>
                      <a:r>
                        <a:rPr lang="en-US" sz="1600" b="1" i="0" kern="1200" dirty="0">
                          <a:solidFill>
                            <a:schemeClr val="tx1">
                              <a:lumMod val="75000"/>
                            </a:schemeClr>
                          </a:solidFill>
                          <a:latin typeface="IBM Plex Sans Arabic" panose="020B0503050203000203" pitchFamily="34" charset="-78"/>
                          <a:ea typeface="+mn-ea"/>
                          <a:cs typeface="IBM Plex Sans Arabic" panose="020B0503050203000203" pitchFamily="34" charset="-78"/>
                        </a:rPr>
                        <a:t> </a:t>
                      </a:r>
                      <a:r>
                        <a:rPr lang="ar-SA" sz="1600" b="1" i="0" kern="1200" dirty="0">
                          <a:solidFill>
                            <a:schemeClr val="tx1">
                              <a:lumMod val="75000"/>
                            </a:schemeClr>
                          </a:solidFill>
                          <a:latin typeface="IBM Plex Sans Arabic" panose="020B0503050203000203" pitchFamily="34" charset="-78"/>
                          <a:ea typeface="+mn-ea"/>
                          <a:cs typeface="IBM Plex Sans Arabic" panose="020B0503050203000203" pitchFamily="34" charset="-78"/>
                        </a:rPr>
                        <a:t>متدرب</a:t>
                      </a:r>
                      <a:endParaRPr lang="en-US" sz="1600" b="1" i="0" kern="1200" dirty="0">
                        <a:solidFill>
                          <a:schemeClr val="tx1">
                            <a:lumMod val="75000"/>
                          </a:schemeClr>
                        </a:solidFill>
                        <a:latin typeface="IBM Plex Sans Arabic" panose="020B0503050203000203" pitchFamily="34" charset="-78"/>
                        <a:ea typeface="+mn-ea"/>
                        <a:cs typeface="IBM Plex Sans Arabic" panose="020B0503050203000203" pitchFamily="34" charset="-7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566987" rtl="0" eaLnBrk="1" latinLnBrk="0" hangingPunct="1"/>
                      <a:endParaRPr lang="en-US" sz="1600" b="1" i="0" kern="1200" dirty="0">
                        <a:solidFill>
                          <a:schemeClr val="tx1">
                            <a:lumMod val="75000"/>
                          </a:schemeClr>
                        </a:solidFill>
                        <a:latin typeface="IBM Plex Sans Arabic" panose="020B0503050203000203" pitchFamily="34" charset="-78"/>
                        <a:ea typeface="+mn-ea"/>
                        <a:cs typeface="IBM Plex Sans Arabic" panose="020B0503050203000203" pitchFamily="34" charset="-78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ar-SA" sz="1600" b="1" i="0" kern="1200" dirty="0">
                          <a:solidFill>
                            <a:schemeClr val="tx1">
                              <a:lumMod val="75000"/>
                            </a:schemeClr>
                          </a:solidFill>
                          <a:latin typeface="IBM Plex Sans Arabic" panose="020B0503050203000203" pitchFamily="34" charset="-78"/>
                          <a:ea typeface="+mn-ea"/>
                          <a:cs typeface="IBM Plex Sans Arabic" panose="020B0503050203000203" pitchFamily="34" charset="-78"/>
                        </a:rPr>
                        <a:t>0 متدرب</a:t>
                      </a:r>
                      <a:endParaRPr lang="en-US" sz="1600" b="1" i="0" kern="1200" dirty="0">
                        <a:solidFill>
                          <a:schemeClr val="tx1">
                            <a:lumMod val="75000"/>
                          </a:schemeClr>
                        </a:solidFill>
                        <a:latin typeface="IBM Plex Sans Arabic" panose="020B0503050203000203" pitchFamily="34" charset="-78"/>
                        <a:ea typeface="+mn-ea"/>
                        <a:cs typeface="IBM Plex Sans Arabic" panose="020B0503050203000203" pitchFamily="34" charset="-7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566987" rtl="0" eaLnBrk="1" latinLnBrk="0" hangingPunct="1"/>
                      <a:endParaRPr lang="en-US" sz="1600" b="1" i="0" dirty="0">
                        <a:solidFill>
                          <a:schemeClr val="tx1">
                            <a:lumMod val="75000"/>
                          </a:schemeClr>
                        </a:solidFill>
                        <a:latin typeface="IBM Plex Sans Arabic" panose="020B0503050203000203" pitchFamily="34" charset="-78"/>
                        <a:cs typeface="IBM Plex Sans Arabic" panose="020B0503050203000203" pitchFamily="34" charset="-78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566987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SA" sz="1600" b="1" i="0" kern="1200" dirty="0">
                          <a:solidFill>
                            <a:schemeClr val="tx1">
                              <a:lumMod val="75000"/>
                            </a:schemeClr>
                          </a:solidFill>
                          <a:latin typeface="IBM Plex Sans Arabic" panose="020B0503050203000203" pitchFamily="34" charset="-78"/>
                          <a:ea typeface="+mn-ea"/>
                          <a:cs typeface="IBM Plex Sans Arabic" panose="020B0503050203000203" pitchFamily="34" charset="-78"/>
                        </a:rPr>
                        <a:t>27 متدرب</a:t>
                      </a:r>
                      <a:endParaRPr lang="en-US" sz="1600" b="1" i="0" kern="1200" dirty="0">
                        <a:solidFill>
                          <a:schemeClr val="tx1">
                            <a:lumMod val="75000"/>
                          </a:schemeClr>
                        </a:solidFill>
                        <a:latin typeface="IBM Plex Sans Arabic" panose="020B0503050203000203" pitchFamily="34" charset="-78"/>
                        <a:ea typeface="+mn-ea"/>
                        <a:cs typeface="IBM Plex Sans Arabic" panose="020B0503050203000203" pitchFamily="34" charset="-7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n-US" sz="1600" b="1" i="0" dirty="0">
                        <a:solidFill>
                          <a:schemeClr val="tx1">
                            <a:lumMod val="75000"/>
                          </a:schemeClr>
                        </a:solidFill>
                        <a:latin typeface="IBM Plex Sans Arabic" panose="020B0503050203000203" pitchFamily="34" charset="-78"/>
                        <a:cs typeface="IBM Plex Sans Arabic" panose="020B0503050203000203" pitchFamily="34" charset="-78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566987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1" i="0" kern="1200" dirty="0">
                          <a:solidFill>
                            <a:schemeClr val="tx1">
                              <a:lumMod val="75000"/>
                            </a:schemeClr>
                          </a:solidFill>
                          <a:latin typeface="IBM Plex Sans Arabic" panose="020B0503050203000203" pitchFamily="34" charset="-78"/>
                          <a:ea typeface="+mn-ea"/>
                          <a:cs typeface="IBM Plex Sans Arabic" panose="020B0503050203000203" pitchFamily="34" charset="-78"/>
                        </a:rPr>
                        <a:t>435</a:t>
                      </a:r>
                      <a:r>
                        <a:rPr lang="ar-SA" sz="1600" b="1" i="0" kern="1200" dirty="0">
                          <a:solidFill>
                            <a:schemeClr val="tx1">
                              <a:lumMod val="75000"/>
                            </a:schemeClr>
                          </a:solidFill>
                          <a:latin typeface="IBM Plex Sans Arabic" panose="020B0503050203000203" pitchFamily="34" charset="-78"/>
                          <a:ea typeface="+mn-ea"/>
                          <a:cs typeface="IBM Plex Sans Arabic" panose="020B0503050203000203" pitchFamily="34" charset="-78"/>
                        </a:rPr>
                        <a:t> متدرب</a:t>
                      </a:r>
                      <a:endParaRPr lang="en-US" sz="1600" b="1" i="0" kern="1200" dirty="0">
                        <a:solidFill>
                          <a:schemeClr val="tx1">
                            <a:lumMod val="75000"/>
                          </a:schemeClr>
                        </a:solidFill>
                        <a:latin typeface="IBM Plex Sans Arabic" panose="020B0503050203000203" pitchFamily="34" charset="-78"/>
                        <a:ea typeface="+mn-ea"/>
                        <a:cs typeface="IBM Plex Sans Arabic" panose="020B0503050203000203" pitchFamily="34" charset="-78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44575242"/>
                  </a:ext>
                </a:extLst>
              </a:tr>
            </a:tbl>
          </a:graphicData>
        </a:graphic>
      </p:graphicFrame>
      <p:graphicFrame>
        <p:nvGraphicFramePr>
          <p:cNvPr id="50" name="Chart 49">
            <a:extLst>
              <a:ext uri="{FF2B5EF4-FFF2-40B4-BE49-F238E27FC236}">
                <a16:creationId xmlns:a16="http://schemas.microsoft.com/office/drawing/2014/main" id="{6A4016D3-7362-4E76-BB31-FA11A0DA345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359346620"/>
              </p:ext>
            </p:extLst>
          </p:nvPr>
        </p:nvGraphicFramePr>
        <p:xfrm>
          <a:off x="8462254" y="6446033"/>
          <a:ext cx="3742519" cy="364049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9"/>
          </a:graphicData>
        </a:graphic>
      </p:graphicFrame>
      <p:sp>
        <p:nvSpPr>
          <p:cNvPr id="21" name="Rectangle 20">
            <a:extLst>
              <a:ext uri="{FF2B5EF4-FFF2-40B4-BE49-F238E27FC236}">
                <a16:creationId xmlns:a16="http://schemas.microsoft.com/office/drawing/2014/main" id="{5116F2DB-EDAC-453E-8C20-727B0D8000BE}"/>
              </a:ext>
            </a:extLst>
          </p:cNvPr>
          <p:cNvSpPr/>
          <p:nvPr/>
        </p:nvSpPr>
        <p:spPr>
          <a:xfrm>
            <a:off x="17499531" y="3183160"/>
            <a:ext cx="3778250" cy="1631216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ar-SA" b="1" dirty="0">
                <a:solidFill>
                  <a:srgbClr val="666699"/>
                </a:solidFill>
                <a:latin typeface="SWCC"/>
              </a:rPr>
              <a:t>الهيئة السعودية للمياه	</a:t>
            </a:r>
            <a:r>
              <a:rPr lang="ar-SA" sz="1400" u="sng" dirty="0">
                <a:solidFill>
                  <a:srgbClr val="000000"/>
                </a:solidFill>
                <a:latin typeface="Calibri" panose="020F0502020204030204" pitchFamily="34" charset="0"/>
              </a:rPr>
              <a:t>12	210	</a:t>
            </a:r>
          </a:p>
          <a:p>
            <a:r>
              <a:rPr lang="ar-SA" b="1" u="sng" dirty="0">
                <a:solidFill>
                  <a:srgbClr val="666699"/>
                </a:solidFill>
                <a:latin typeface="SWCC"/>
              </a:rPr>
              <a:t>الشركات	</a:t>
            </a:r>
            <a:r>
              <a:rPr lang="ar-SA" sz="1400" i="1" u="sng" dirty="0">
                <a:solidFill>
                  <a:srgbClr val="000000"/>
                </a:solidFill>
                <a:latin typeface="Calibri" panose="020F0502020204030204" pitchFamily="34" charset="0"/>
              </a:rPr>
              <a:t>14	</a:t>
            </a:r>
            <a:r>
              <a:rPr lang="ar-SA" sz="1400" u="sng" dirty="0">
                <a:solidFill>
                  <a:srgbClr val="000000"/>
                </a:solidFill>
                <a:latin typeface="Calibri" panose="020F0502020204030204" pitchFamily="34" charset="0"/>
              </a:rPr>
              <a:t>200	</a:t>
            </a:r>
          </a:p>
          <a:p>
            <a:r>
              <a:rPr lang="ar-SA" b="1" u="sng" dirty="0">
                <a:solidFill>
                  <a:srgbClr val="666699"/>
                </a:solidFill>
                <a:latin typeface="SWCC"/>
              </a:rPr>
              <a:t>القطاع الحكومي والعسكري	</a:t>
            </a:r>
            <a:r>
              <a:rPr lang="ar-SA" sz="1400" u="sng" dirty="0">
                <a:solidFill>
                  <a:srgbClr val="000000"/>
                </a:solidFill>
                <a:latin typeface="Calibri" panose="020F0502020204030204" pitchFamily="34" charset="0"/>
              </a:rPr>
              <a:t>0	1	</a:t>
            </a:r>
          </a:p>
          <a:p>
            <a:r>
              <a:rPr lang="ar-SA" b="1" u="sng" dirty="0">
                <a:solidFill>
                  <a:srgbClr val="666699"/>
                </a:solidFill>
                <a:latin typeface="SWCC"/>
              </a:rPr>
              <a:t>دول الخليج	</a:t>
            </a:r>
            <a:r>
              <a:rPr lang="ar-SA" sz="1400" u="sng" dirty="0">
                <a:solidFill>
                  <a:srgbClr val="000000"/>
                </a:solidFill>
                <a:latin typeface="Calibri" panose="020F0502020204030204" pitchFamily="34" charset="0"/>
              </a:rPr>
              <a:t>2	24	</a:t>
            </a:r>
          </a:p>
        </p:txBody>
      </p:sp>
      <p:graphicFrame>
        <p:nvGraphicFramePr>
          <p:cNvPr id="59" name="Chart 58">
            <a:extLst>
              <a:ext uri="{FF2B5EF4-FFF2-40B4-BE49-F238E27FC236}">
                <a16:creationId xmlns:a16="http://schemas.microsoft.com/office/drawing/2014/main" id="{4617A7A5-188E-418C-BE24-5DE0089F2698}"/>
              </a:ext>
            </a:extLst>
          </p:cNvPr>
          <p:cNvGraphicFramePr/>
          <p:nvPr/>
        </p:nvGraphicFramePr>
        <p:xfrm>
          <a:off x="11404743" y="6446033"/>
          <a:ext cx="3719260" cy="364049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0"/>
          </a:graphicData>
        </a:graphic>
      </p:graphicFrame>
      <p:sp>
        <p:nvSpPr>
          <p:cNvPr id="61" name="TextBox 60">
            <a:extLst>
              <a:ext uri="{FF2B5EF4-FFF2-40B4-BE49-F238E27FC236}">
                <a16:creationId xmlns:a16="http://schemas.microsoft.com/office/drawing/2014/main" id="{474FB4C8-6972-44D1-B740-C39CF5A0DA29}"/>
              </a:ext>
            </a:extLst>
          </p:cNvPr>
          <p:cNvSpPr txBox="1"/>
          <p:nvPr/>
        </p:nvSpPr>
        <p:spPr>
          <a:xfrm>
            <a:off x="11508270" y="6508466"/>
            <a:ext cx="356832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ar-SA" sz="2000" b="1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035FB2"/>
                </a:solidFill>
                <a:effectLst>
                  <a:outerShdw blurRad="9173" sx="1000" sy="1000" algn="tl" rotWithShape="0">
                    <a:schemeClr val="bg1"/>
                  </a:outerShdw>
                </a:effectLst>
                <a:latin typeface="IBM Plex Sans Arabic" panose="020B0503050203000203" pitchFamily="34" charset="-78"/>
                <a:cs typeface="IBM Plex Sans Arabic" panose="020B0503050203000203" pitchFamily="34" charset="-78"/>
              </a:rPr>
              <a:t>البـــــرامـــــــج المنجـــــزة حسب القطاع</a:t>
            </a:r>
          </a:p>
        </p:txBody>
      </p:sp>
      <p:graphicFrame>
        <p:nvGraphicFramePr>
          <p:cNvPr id="52" name="Table 51">
            <a:extLst>
              <a:ext uri="{FF2B5EF4-FFF2-40B4-BE49-F238E27FC236}">
                <a16:creationId xmlns:a16="http://schemas.microsoft.com/office/drawing/2014/main" id="{AF3F3116-6740-4D68-90FB-C6AAE0B50B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35295028"/>
              </p:ext>
            </p:extLst>
          </p:nvPr>
        </p:nvGraphicFramePr>
        <p:xfrm>
          <a:off x="219774" y="6156883"/>
          <a:ext cx="7076188" cy="1981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3799">
                  <a:extLst>
                    <a:ext uri="{9D8B030D-6E8A-4147-A177-3AD203B41FA5}">
                      <a16:colId xmlns:a16="http://schemas.microsoft.com/office/drawing/2014/main" val="1416498375"/>
                    </a:ext>
                  </a:extLst>
                </a:gridCol>
                <a:gridCol w="1086696">
                  <a:extLst>
                    <a:ext uri="{9D8B030D-6E8A-4147-A177-3AD203B41FA5}">
                      <a16:colId xmlns:a16="http://schemas.microsoft.com/office/drawing/2014/main" val="339331391"/>
                    </a:ext>
                  </a:extLst>
                </a:gridCol>
                <a:gridCol w="713504">
                  <a:extLst>
                    <a:ext uri="{9D8B030D-6E8A-4147-A177-3AD203B41FA5}">
                      <a16:colId xmlns:a16="http://schemas.microsoft.com/office/drawing/2014/main" val="3487126776"/>
                    </a:ext>
                  </a:extLst>
                </a:gridCol>
                <a:gridCol w="1127226">
                  <a:extLst>
                    <a:ext uri="{9D8B030D-6E8A-4147-A177-3AD203B41FA5}">
                      <a16:colId xmlns:a16="http://schemas.microsoft.com/office/drawing/2014/main" val="2516097664"/>
                    </a:ext>
                  </a:extLst>
                </a:gridCol>
                <a:gridCol w="1000029">
                  <a:extLst>
                    <a:ext uri="{9D8B030D-6E8A-4147-A177-3AD203B41FA5}">
                      <a16:colId xmlns:a16="http://schemas.microsoft.com/office/drawing/2014/main" val="1639640778"/>
                    </a:ext>
                  </a:extLst>
                </a:gridCol>
                <a:gridCol w="982467">
                  <a:extLst>
                    <a:ext uri="{9D8B030D-6E8A-4147-A177-3AD203B41FA5}">
                      <a16:colId xmlns:a16="http://schemas.microsoft.com/office/drawing/2014/main" val="1451078690"/>
                    </a:ext>
                  </a:extLst>
                </a:gridCol>
                <a:gridCol w="982467">
                  <a:extLst>
                    <a:ext uri="{9D8B030D-6E8A-4147-A177-3AD203B41FA5}">
                      <a16:colId xmlns:a16="http://schemas.microsoft.com/office/drawing/2014/main" val="2339125421"/>
                    </a:ext>
                  </a:extLst>
                </a:gridCol>
              </a:tblGrid>
              <a:tr h="384563">
                <a:tc>
                  <a:txBody>
                    <a:bodyPr/>
                    <a:lstStyle/>
                    <a:p>
                      <a:pPr marL="0" marR="0" lvl="0" indent="0" algn="ctr" defTabSz="566987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SA" sz="1600" b="1" dirty="0">
                          <a:solidFill>
                            <a:schemeClr val="bg1"/>
                          </a:solidFill>
                          <a:latin typeface="IBM Plex Sans Arabic" panose="020B0503050203000203" pitchFamily="34" charset="-78"/>
                          <a:cs typeface="IBM Plex Sans Arabic" panose="020B0503050203000203" pitchFamily="34" charset="-78"/>
                        </a:rPr>
                        <a:t>المسؤولية المجتمعية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ar-SA" sz="1600" b="1" kern="1200" dirty="0">
                          <a:solidFill>
                            <a:schemeClr val="bg1"/>
                          </a:solidFill>
                          <a:latin typeface="IBM Plex Sans Arabic" panose="020B0503050203000203" pitchFamily="34" charset="-78"/>
                          <a:ea typeface="+mn-ea"/>
                          <a:cs typeface="IBM Plex Sans Arabic" panose="020B0503050203000203" pitchFamily="34" charset="-78"/>
                        </a:rPr>
                        <a:t>أفراد</a:t>
                      </a:r>
                      <a:endParaRPr lang="en-US" sz="1600" b="1" kern="1200" dirty="0">
                        <a:solidFill>
                          <a:schemeClr val="bg1"/>
                        </a:solidFill>
                        <a:latin typeface="IBM Plex Sans Arabic" panose="020B0503050203000203" pitchFamily="34" charset="-78"/>
                        <a:ea typeface="+mn-ea"/>
                        <a:cs typeface="IBM Plex Sans Arabic" panose="020B0503050203000203" pitchFamily="34" charset="-7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56698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AE" sz="1600" b="1" kern="1200" dirty="0">
                          <a:solidFill>
                            <a:schemeClr val="bg1"/>
                          </a:solidFill>
                          <a:latin typeface="IBM Plex Sans Arabic" panose="020B0503050203000203" pitchFamily="34" charset="-78"/>
                          <a:ea typeface="+mn-ea"/>
                          <a:cs typeface="IBM Plex Sans Arabic" panose="020B0503050203000203" pitchFamily="34" charset="-78"/>
                        </a:rPr>
                        <a:t>دول الخليج</a:t>
                      </a:r>
                      <a:endParaRPr lang="en-US" sz="1600" b="1" kern="1200" dirty="0">
                        <a:solidFill>
                          <a:schemeClr val="bg1"/>
                        </a:solidFill>
                        <a:latin typeface="IBM Plex Sans Arabic" panose="020B0503050203000203" pitchFamily="34" charset="-78"/>
                        <a:ea typeface="+mn-ea"/>
                        <a:cs typeface="IBM Plex Sans Arabic" panose="020B0503050203000203" pitchFamily="34" charset="-78"/>
                      </a:endParaRPr>
                    </a:p>
                  </a:txBody>
                  <a:tcPr anchor="ctr">
                    <a:solidFill>
                      <a:srgbClr val="4571C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56698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SA" sz="1600" b="1" kern="1200" dirty="0">
                          <a:solidFill>
                            <a:schemeClr val="bg1"/>
                          </a:solidFill>
                          <a:latin typeface="IBM Plex Sans Arabic" panose="020B0503050203000203" pitchFamily="34" charset="-78"/>
                          <a:ea typeface="+mn-ea"/>
                          <a:cs typeface="IBM Plex Sans Arabic" panose="020B0503050203000203" pitchFamily="34" charset="-78"/>
                        </a:rPr>
                        <a:t>القطاع الحكومي والعسكري</a:t>
                      </a:r>
                      <a:endParaRPr lang="en-US" sz="1600" b="1" kern="1200" dirty="0">
                        <a:solidFill>
                          <a:schemeClr val="bg1"/>
                        </a:solidFill>
                        <a:latin typeface="IBM Plex Sans Arabic" panose="020B0503050203000203" pitchFamily="34" charset="-78"/>
                        <a:ea typeface="+mn-ea"/>
                        <a:cs typeface="IBM Plex Sans Arabic" panose="020B0503050203000203" pitchFamily="34" charset="-78"/>
                      </a:endParaRPr>
                    </a:p>
                  </a:txBody>
                  <a:tcPr anchor="ctr">
                    <a:solidFill>
                      <a:srgbClr val="4571C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566987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SA" sz="1600" b="1" dirty="0">
                          <a:solidFill>
                            <a:schemeClr val="bg1"/>
                          </a:solidFill>
                          <a:latin typeface="IBM Plex Sans Arabic" panose="020B0503050203000203" pitchFamily="34" charset="-78"/>
                          <a:cs typeface="IBM Plex Sans Arabic" panose="020B0503050203000203" pitchFamily="34" charset="-78"/>
                        </a:rPr>
                        <a:t>الشركات</a:t>
                      </a:r>
                      <a:r>
                        <a:rPr lang="en-US" sz="1600" b="1" dirty="0">
                          <a:solidFill>
                            <a:schemeClr val="bg1"/>
                          </a:solidFill>
                          <a:latin typeface="IBM Plex Sans Arabic" panose="020B0503050203000203" pitchFamily="34" charset="-78"/>
                          <a:cs typeface="IBM Plex Sans Arabic" panose="020B0503050203000203" pitchFamily="34" charset="-78"/>
                        </a:rPr>
                        <a:t> </a:t>
                      </a:r>
                      <a:endParaRPr lang="en-US" sz="1600" dirty="0">
                        <a:solidFill>
                          <a:schemeClr val="bg1"/>
                        </a:solidFill>
                        <a:latin typeface="IBM Plex Sans Arabic" panose="020B0503050203000203" pitchFamily="34" charset="-78"/>
                        <a:cs typeface="IBM Plex Sans Arabic" panose="020B0503050203000203" pitchFamily="34" charset="-7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ar-SA" sz="1600" b="1" dirty="0">
                          <a:solidFill>
                            <a:schemeClr val="bg1"/>
                          </a:solidFill>
                          <a:latin typeface="IBM Plex Sans Arabic" panose="020B0503050203000203" pitchFamily="34" charset="-78"/>
                          <a:cs typeface="IBM Plex Sans Arabic" panose="020B0503050203000203" pitchFamily="34" charset="-78"/>
                        </a:rPr>
                        <a:t>الهيئة</a:t>
                      </a:r>
                      <a:endParaRPr lang="en-US" sz="1600" dirty="0">
                        <a:solidFill>
                          <a:schemeClr val="bg1"/>
                        </a:solidFill>
                        <a:latin typeface="IBM Plex Sans Arabic" panose="020B0503050203000203" pitchFamily="34" charset="-78"/>
                        <a:cs typeface="IBM Plex Sans Arabic" panose="020B0503050203000203" pitchFamily="34" charset="-7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ar-SA" sz="1600" dirty="0">
                          <a:solidFill>
                            <a:schemeClr val="bg1"/>
                          </a:solidFill>
                          <a:latin typeface="IBM Plex Sans Arabic" panose="020B0503050203000203" pitchFamily="34" charset="-78"/>
                          <a:cs typeface="IBM Plex Sans Arabic" panose="020B0503050203000203" pitchFamily="34" charset="-78"/>
                        </a:rPr>
                        <a:t>القطاعات</a:t>
                      </a:r>
                      <a:endParaRPr lang="en-US" sz="1600" dirty="0">
                        <a:solidFill>
                          <a:schemeClr val="bg1"/>
                        </a:solidFill>
                        <a:latin typeface="IBM Plex Sans Arabic" panose="020B0503050203000203" pitchFamily="34" charset="-78"/>
                        <a:cs typeface="IBM Plex Sans Arabic" panose="020B0503050203000203" pitchFamily="34" charset="-78"/>
                      </a:endParaRPr>
                    </a:p>
                  </a:txBody>
                  <a:tcPr anchor="ctr"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46802017"/>
                  </a:ext>
                </a:extLst>
              </a:tr>
              <a:tr h="333921">
                <a:tc>
                  <a:txBody>
                    <a:bodyPr/>
                    <a:lstStyle/>
                    <a:p>
                      <a:pPr marL="0" algn="ctr" defTabSz="566987" rtl="0" eaLnBrk="1" latinLnBrk="0" hangingPunct="1"/>
                      <a:endParaRPr lang="en-US" sz="1600" b="1" kern="1200" dirty="0">
                        <a:solidFill>
                          <a:schemeClr val="tx1"/>
                        </a:solidFill>
                        <a:latin typeface="IBM Plex Sans Arabic" panose="020B0503050203000203" pitchFamily="34" charset="-78"/>
                        <a:ea typeface="+mn-ea"/>
                        <a:cs typeface="IBM Plex Sans Arabic" panose="020B0503050203000203" pitchFamily="34" charset="-7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566987" rtl="0" eaLnBrk="1" latinLnBrk="0" hangingPunct="1"/>
                      <a:r>
                        <a:rPr lang="ar-SA" sz="1600" b="1" kern="1200" dirty="0">
                          <a:solidFill>
                            <a:schemeClr val="tx1"/>
                          </a:solidFill>
                          <a:latin typeface="IBM Plex Sans Arabic" panose="020B0503050203000203" pitchFamily="34" charset="-78"/>
                          <a:ea typeface="+mn-ea"/>
                          <a:cs typeface="IBM Plex Sans Arabic" panose="020B0503050203000203" pitchFamily="34" charset="-78"/>
                        </a:rPr>
                        <a:t>0</a:t>
                      </a:r>
                      <a:endParaRPr lang="en-US" sz="1600" b="1" kern="1200" dirty="0">
                        <a:solidFill>
                          <a:schemeClr val="tx1"/>
                        </a:solidFill>
                        <a:latin typeface="IBM Plex Sans Arabic" panose="020B0503050203000203" pitchFamily="34" charset="-78"/>
                        <a:ea typeface="+mn-ea"/>
                        <a:cs typeface="IBM Plex Sans Arabic" panose="020B0503050203000203" pitchFamily="34" charset="-7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566987" rtl="0" eaLnBrk="1" latinLnBrk="0" hangingPunct="1"/>
                      <a:r>
                        <a:rPr lang="ar-SA" sz="1600" dirty="0">
                          <a:solidFill>
                            <a:schemeClr val="tx1"/>
                          </a:solidFill>
                          <a:latin typeface="IBM Plex Sans Arabic" panose="020B0503050203000203" pitchFamily="34" charset="-78"/>
                          <a:cs typeface="IBM Plex Sans Arabic" panose="020B0503050203000203" pitchFamily="34" charset="-78"/>
                        </a:rPr>
                        <a:t>0</a:t>
                      </a:r>
                      <a:endParaRPr lang="en-US" sz="1600" dirty="0">
                        <a:solidFill>
                          <a:schemeClr val="tx1"/>
                        </a:solidFill>
                        <a:latin typeface="IBM Plex Sans Arabic" panose="020B0503050203000203" pitchFamily="34" charset="-78"/>
                        <a:cs typeface="IBM Plex Sans Arabic" panose="020B0503050203000203" pitchFamily="34" charset="-78"/>
                      </a:endParaRPr>
                    </a:p>
                  </a:txBody>
                  <a:tcPr>
                    <a:solidFill>
                      <a:srgbClr val="CFD6EA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566987" rtl="0" eaLnBrk="1" latinLnBrk="0" hangingPunct="1"/>
                      <a:r>
                        <a:rPr lang="ar-SA" sz="1600" kern="1200" dirty="0">
                          <a:solidFill>
                            <a:schemeClr val="tx1"/>
                          </a:solidFill>
                          <a:latin typeface="IBM Plex Sans Arabic" panose="020B0503050203000203" pitchFamily="34" charset="-78"/>
                          <a:ea typeface="+mn-ea"/>
                          <a:cs typeface="IBM Plex Sans Arabic" panose="020B0503050203000203" pitchFamily="34" charset="-78"/>
                        </a:rPr>
                        <a:t>0</a:t>
                      </a:r>
                      <a:endParaRPr lang="en-US" sz="1600" kern="1200" dirty="0">
                        <a:solidFill>
                          <a:schemeClr val="tx1"/>
                        </a:solidFill>
                        <a:latin typeface="IBM Plex Sans Arabic" panose="020B0503050203000203" pitchFamily="34" charset="-78"/>
                        <a:ea typeface="+mn-ea"/>
                        <a:cs typeface="IBM Plex Sans Arabic" panose="020B0503050203000203" pitchFamily="34" charset="-78"/>
                      </a:endParaRPr>
                    </a:p>
                  </a:txBody>
                  <a:tcPr>
                    <a:solidFill>
                      <a:srgbClr val="CFD6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56698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SA" sz="1600" dirty="0">
                          <a:solidFill>
                            <a:schemeClr val="tx1"/>
                          </a:solidFill>
                          <a:latin typeface="IBM Plex Sans Arabic" panose="020B0503050203000203" pitchFamily="34" charset="-78"/>
                          <a:cs typeface="IBM Plex Sans Arabic" panose="020B0503050203000203" pitchFamily="34" charset="-78"/>
                        </a:rPr>
                        <a:t>11</a:t>
                      </a:r>
                      <a:endParaRPr lang="en-US" sz="1600" dirty="0">
                        <a:solidFill>
                          <a:schemeClr val="tx1"/>
                        </a:solidFill>
                        <a:latin typeface="IBM Plex Sans Arabic" panose="020B0503050203000203" pitchFamily="34" charset="-78"/>
                        <a:cs typeface="IBM Plex Sans Arabic" panose="020B0503050203000203" pitchFamily="34" charset="-7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ar-SA" sz="1600" dirty="0">
                          <a:solidFill>
                            <a:schemeClr val="tx1"/>
                          </a:solidFill>
                          <a:latin typeface="IBM Plex Sans Arabic" panose="020B0503050203000203" pitchFamily="34" charset="-78"/>
                          <a:cs typeface="IBM Plex Sans Arabic" panose="020B0503050203000203" pitchFamily="34" charset="-78"/>
                        </a:rPr>
                        <a:t>0</a:t>
                      </a:r>
                      <a:endParaRPr lang="en-US" sz="1600" dirty="0">
                        <a:solidFill>
                          <a:schemeClr val="tx1"/>
                        </a:solidFill>
                        <a:latin typeface="IBM Plex Sans Arabic" panose="020B0503050203000203" pitchFamily="34" charset="-78"/>
                        <a:cs typeface="IBM Plex Sans Arabic" panose="020B0503050203000203" pitchFamily="34" charset="-7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ar-SA" sz="1600" dirty="0">
                          <a:solidFill>
                            <a:schemeClr val="bg1"/>
                          </a:solidFill>
                          <a:latin typeface="IBM Plex Sans Arabic" panose="020B0503050203000203" pitchFamily="34" charset="-78"/>
                          <a:cs typeface="IBM Plex Sans Arabic" panose="020B0503050203000203" pitchFamily="34" charset="-78"/>
                        </a:rPr>
                        <a:t>عدد الدورات</a:t>
                      </a:r>
                      <a:endParaRPr lang="en-US" sz="1600" dirty="0">
                        <a:solidFill>
                          <a:schemeClr val="bg1"/>
                        </a:solidFill>
                        <a:latin typeface="IBM Plex Sans Arabic" panose="020B0503050203000203" pitchFamily="34" charset="-78"/>
                        <a:cs typeface="IBM Plex Sans Arabic" panose="020B0503050203000203" pitchFamily="34" charset="-78"/>
                      </a:endParaRPr>
                    </a:p>
                  </a:txBody>
                  <a:tcPr anchor="ctr"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12249062"/>
                  </a:ext>
                </a:extLst>
              </a:tr>
              <a:tr h="214665">
                <a:tc>
                  <a:txBody>
                    <a:bodyPr/>
                    <a:lstStyle/>
                    <a:p>
                      <a:pPr marL="0" algn="ctr" defTabSz="566987" rtl="0" eaLnBrk="1" latinLnBrk="0" hangingPunct="1"/>
                      <a:endParaRPr lang="en-US" sz="1600" b="1" kern="1200" dirty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  <a:latin typeface="IBM Plex Sans Arabic" panose="020B0503050203000203" pitchFamily="34" charset="-78"/>
                        <a:ea typeface="+mn-ea"/>
                        <a:cs typeface="IBM Plex Sans Arabic" panose="020B0503050203000203" pitchFamily="34" charset="-7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566987" rtl="0" eaLnBrk="1" latinLnBrk="0" hangingPunct="1"/>
                      <a:r>
                        <a:rPr lang="ar-SA" sz="1600" b="1" kern="1200" dirty="0">
                          <a:solidFill>
                            <a:schemeClr val="tx1"/>
                          </a:solidFill>
                          <a:latin typeface="IBM Plex Sans Arabic" panose="020B0503050203000203" pitchFamily="34" charset="-78"/>
                          <a:ea typeface="+mn-ea"/>
                          <a:cs typeface="IBM Plex Sans Arabic" panose="020B0503050203000203" pitchFamily="34" charset="-78"/>
                        </a:rPr>
                        <a:t>0</a:t>
                      </a:r>
                      <a:endParaRPr lang="en-US" sz="1600" b="1" kern="1200" dirty="0">
                        <a:solidFill>
                          <a:schemeClr val="tx1"/>
                        </a:solidFill>
                        <a:latin typeface="IBM Plex Sans Arabic" panose="020B0503050203000203" pitchFamily="34" charset="-78"/>
                        <a:ea typeface="+mn-ea"/>
                        <a:cs typeface="IBM Plex Sans Arabic" panose="020B0503050203000203" pitchFamily="34" charset="-7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566987" rtl="0" eaLnBrk="1" latinLnBrk="0" hangingPunct="1"/>
                      <a:r>
                        <a:rPr lang="ar-SA" sz="1600" dirty="0">
                          <a:solidFill>
                            <a:schemeClr val="tx1"/>
                          </a:solidFill>
                          <a:latin typeface="IBM Plex Sans Arabic" panose="020B0503050203000203" pitchFamily="34" charset="-78"/>
                          <a:cs typeface="IBM Plex Sans Arabic" panose="020B0503050203000203" pitchFamily="34" charset="-78"/>
                        </a:rPr>
                        <a:t>0</a:t>
                      </a:r>
                      <a:endParaRPr lang="en-US" sz="1600" dirty="0">
                        <a:solidFill>
                          <a:schemeClr val="tx1"/>
                        </a:solidFill>
                        <a:latin typeface="IBM Plex Sans Arabic" panose="020B0503050203000203" pitchFamily="34" charset="-78"/>
                        <a:cs typeface="IBM Plex Sans Arabic" panose="020B0503050203000203" pitchFamily="34" charset="-78"/>
                      </a:endParaRPr>
                    </a:p>
                  </a:txBody>
                  <a:tcPr>
                    <a:solidFill>
                      <a:srgbClr val="E7E9F3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566987" rtl="0" eaLnBrk="1" latinLnBrk="0" hangingPunct="1"/>
                      <a:r>
                        <a:rPr lang="ar-SA" sz="1600" dirty="0">
                          <a:solidFill>
                            <a:schemeClr val="tx1"/>
                          </a:solidFill>
                          <a:latin typeface="IBM Plex Sans Arabic" panose="020B0503050203000203" pitchFamily="34" charset="-78"/>
                          <a:cs typeface="IBM Plex Sans Arabic" panose="020B0503050203000203" pitchFamily="34" charset="-78"/>
                        </a:rPr>
                        <a:t>0</a:t>
                      </a:r>
                      <a:endParaRPr lang="en-US" sz="1600" dirty="0">
                        <a:solidFill>
                          <a:schemeClr val="tx1"/>
                        </a:solidFill>
                        <a:latin typeface="IBM Plex Sans Arabic" panose="020B0503050203000203" pitchFamily="34" charset="-78"/>
                        <a:cs typeface="IBM Plex Sans Arabic" panose="020B0503050203000203" pitchFamily="34" charset="-78"/>
                      </a:endParaRPr>
                    </a:p>
                  </a:txBody>
                  <a:tcPr>
                    <a:solidFill>
                      <a:srgbClr val="E7E9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56698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SA" sz="1600" kern="1200" dirty="0">
                          <a:solidFill>
                            <a:schemeClr val="tx1"/>
                          </a:solidFill>
                          <a:latin typeface="IBM Plex Sans Arabic" panose="020B0503050203000203" pitchFamily="34" charset="-78"/>
                          <a:ea typeface="+mn-ea"/>
                          <a:cs typeface="IBM Plex Sans Arabic" panose="020B0503050203000203" pitchFamily="34" charset="-78"/>
                        </a:rPr>
                        <a:t>147</a:t>
                      </a:r>
                      <a:endParaRPr lang="en-US" sz="1600" kern="1200" dirty="0">
                        <a:solidFill>
                          <a:schemeClr val="tx1"/>
                        </a:solidFill>
                        <a:latin typeface="IBM Plex Sans Arabic" panose="020B0503050203000203" pitchFamily="34" charset="-78"/>
                        <a:ea typeface="+mn-ea"/>
                        <a:cs typeface="IBM Plex Sans Arabic" panose="020B0503050203000203" pitchFamily="34" charset="-7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566987" rtl="1" eaLnBrk="1" latinLnBrk="0" hangingPunct="1"/>
                      <a:r>
                        <a:rPr lang="ar-SA" sz="1600" dirty="0">
                          <a:solidFill>
                            <a:schemeClr val="tx1"/>
                          </a:solidFill>
                          <a:latin typeface="IBM Plex Sans Arabic" panose="020B0503050203000203" pitchFamily="34" charset="-78"/>
                          <a:cs typeface="IBM Plex Sans Arabic" panose="020B0503050203000203" pitchFamily="34" charset="-78"/>
                        </a:rPr>
                        <a:t>0</a:t>
                      </a:r>
                      <a:endParaRPr lang="en-US" sz="1600" dirty="0">
                        <a:solidFill>
                          <a:schemeClr val="tx1"/>
                        </a:solidFill>
                        <a:latin typeface="IBM Plex Sans Arabic" panose="020B0503050203000203" pitchFamily="34" charset="-78"/>
                        <a:cs typeface="IBM Plex Sans Arabic" panose="020B0503050203000203" pitchFamily="34" charset="-7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566987" rtl="1" eaLnBrk="1" latinLnBrk="0" hangingPunct="1"/>
                      <a:r>
                        <a:rPr lang="ar-SA" sz="1600" dirty="0">
                          <a:solidFill>
                            <a:schemeClr val="bg1"/>
                          </a:solidFill>
                          <a:latin typeface="IBM Plex Sans Arabic" panose="020B0503050203000203" pitchFamily="34" charset="-78"/>
                          <a:cs typeface="IBM Plex Sans Arabic" panose="020B0503050203000203" pitchFamily="34" charset="-78"/>
                        </a:rPr>
                        <a:t>عدد المتدربين</a:t>
                      </a:r>
                      <a:endParaRPr lang="en-US" sz="1600" dirty="0">
                        <a:solidFill>
                          <a:schemeClr val="bg1"/>
                        </a:solidFill>
                        <a:latin typeface="IBM Plex Sans Arabic" panose="020B0503050203000203" pitchFamily="34" charset="-78"/>
                        <a:cs typeface="IBM Plex Sans Arabic" panose="020B0503050203000203" pitchFamily="34" charset="-78"/>
                      </a:endParaRPr>
                    </a:p>
                  </a:txBody>
                  <a:tcPr anchor="ctr"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44575242"/>
                  </a:ext>
                </a:extLst>
              </a:tr>
            </a:tbl>
          </a:graphicData>
        </a:graphic>
      </p:graphicFrame>
      <p:graphicFrame>
        <p:nvGraphicFramePr>
          <p:cNvPr id="57" name="Table 56">
            <a:extLst>
              <a:ext uri="{FF2B5EF4-FFF2-40B4-BE49-F238E27FC236}">
                <a16:creationId xmlns:a16="http://schemas.microsoft.com/office/drawing/2014/main" id="{663878AE-1BB0-49DE-A40C-D2DC01A90B0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11100771"/>
              </p:ext>
            </p:extLst>
          </p:nvPr>
        </p:nvGraphicFramePr>
        <p:xfrm>
          <a:off x="185773" y="8208314"/>
          <a:ext cx="7144189" cy="265830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66977">
                  <a:extLst>
                    <a:ext uri="{9D8B030D-6E8A-4147-A177-3AD203B41FA5}">
                      <a16:colId xmlns:a16="http://schemas.microsoft.com/office/drawing/2014/main" val="1355934814"/>
                    </a:ext>
                  </a:extLst>
                </a:gridCol>
                <a:gridCol w="700322">
                  <a:extLst>
                    <a:ext uri="{9D8B030D-6E8A-4147-A177-3AD203B41FA5}">
                      <a16:colId xmlns:a16="http://schemas.microsoft.com/office/drawing/2014/main" val="2062052948"/>
                    </a:ext>
                  </a:extLst>
                </a:gridCol>
                <a:gridCol w="2922909">
                  <a:extLst>
                    <a:ext uri="{9D8B030D-6E8A-4147-A177-3AD203B41FA5}">
                      <a16:colId xmlns:a16="http://schemas.microsoft.com/office/drawing/2014/main" val="3850417023"/>
                    </a:ext>
                  </a:extLst>
                </a:gridCol>
                <a:gridCol w="2253981">
                  <a:extLst>
                    <a:ext uri="{9D8B030D-6E8A-4147-A177-3AD203B41FA5}">
                      <a16:colId xmlns:a16="http://schemas.microsoft.com/office/drawing/2014/main" val="883918250"/>
                    </a:ext>
                  </a:extLst>
                </a:gridCol>
              </a:tblGrid>
              <a:tr h="463742">
                <a:tc>
                  <a:txBody>
                    <a:bodyPr/>
                    <a:lstStyle/>
                    <a:p>
                      <a:pPr marL="0" marR="0" lvl="0" indent="0" algn="ctr" defTabSz="566987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SA" sz="1000" b="0" i="0" kern="1200" dirty="0">
                          <a:solidFill>
                            <a:schemeClr val="bg1"/>
                          </a:solidFill>
                          <a:latin typeface="IBM Plex Sans Arabic Medium" panose="020B0503050203000203" pitchFamily="34" charset="-78"/>
                          <a:ea typeface="+mn-ea"/>
                          <a:cs typeface="IBM Plex Sans Arabic Medium" panose="020B0503050203000203" pitchFamily="34" charset="-78"/>
                        </a:rPr>
                        <a:t>عدد المتدربين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566987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SA" sz="1050" b="0" i="0" kern="1200" dirty="0">
                          <a:solidFill>
                            <a:schemeClr val="bg1"/>
                          </a:solidFill>
                          <a:latin typeface="IBM Plex Sans Arabic Medium" panose="020B0503050203000203" pitchFamily="34" charset="-78"/>
                          <a:ea typeface="+mn-ea"/>
                          <a:cs typeface="IBM Plex Sans Arabic Medium" panose="020B0503050203000203" pitchFamily="34" charset="-78"/>
                        </a:rPr>
                        <a:t>عدد البرامج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566987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SA" sz="1600" b="0" i="0" kern="1200" dirty="0">
                          <a:solidFill>
                            <a:schemeClr val="bg1"/>
                          </a:solidFill>
                          <a:latin typeface="IBM Plex Sans Arabic Medium" panose="020B0503050203000203" pitchFamily="34" charset="-78"/>
                          <a:ea typeface="+mn-ea"/>
                          <a:cs typeface="IBM Plex Sans Arabic Medium" panose="020B0503050203000203" pitchFamily="34" charset="-78"/>
                        </a:rPr>
                        <a:t>الجهات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566987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SA" sz="1600" b="0" i="0" kern="1200" dirty="0">
                          <a:solidFill>
                            <a:schemeClr val="bg1"/>
                          </a:solidFill>
                          <a:latin typeface="IBM Plex Sans Arabic Medium" panose="020B0503050203000203" pitchFamily="34" charset="-78"/>
                          <a:ea typeface="+mn-ea"/>
                          <a:cs typeface="IBM Plex Sans Arabic Medium" panose="020B0503050203000203" pitchFamily="34" charset="-78"/>
                        </a:rPr>
                        <a:t>القطاعات – دورات تطويرية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44208094"/>
                  </a:ext>
                </a:extLst>
              </a:tr>
              <a:tr h="209336">
                <a:tc>
                  <a:txBody>
                    <a:bodyPr/>
                    <a:lstStyle/>
                    <a:p>
                      <a:pPr marL="0" algn="ctr" defTabSz="566987" rtl="0" eaLnBrk="1" latinLnBrk="0" hangingPunct="1"/>
                      <a:endParaRPr lang="ar-SA" sz="1000" b="0" i="0" kern="1200" dirty="0">
                        <a:solidFill>
                          <a:srgbClr val="000000"/>
                        </a:solidFill>
                        <a:latin typeface="IBM Plex Sans Arabic Medium" panose="020B0503050203000203" pitchFamily="34" charset="-78"/>
                        <a:ea typeface="+mn-ea"/>
                        <a:cs typeface="IBM Plex Sans Arabic Medium" panose="020B0503050203000203" pitchFamily="34" charset="-7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566987" rtl="1" eaLnBrk="1" latinLnBrk="0" hangingPunct="1"/>
                      <a:endParaRPr lang="ar-SA" sz="1000" b="0" i="0" kern="1200" dirty="0">
                        <a:solidFill>
                          <a:srgbClr val="000000"/>
                        </a:solidFill>
                        <a:latin typeface="IBM Plex Sans Arabic Medium" panose="020B0503050203000203" pitchFamily="34" charset="-78"/>
                        <a:ea typeface="+mn-ea"/>
                        <a:cs typeface="IBM Plex Sans Arabic Medium" panose="020B0503050203000203" pitchFamily="34" charset="-7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566987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ar-SA" sz="1000" b="0" i="0" kern="1200" dirty="0">
                        <a:solidFill>
                          <a:srgbClr val="000000"/>
                        </a:solidFill>
                        <a:latin typeface="IBM Plex Sans Arabic Medium" panose="020B0503050203000203" pitchFamily="34" charset="-78"/>
                        <a:ea typeface="+mn-ea"/>
                        <a:cs typeface="IBM Plex Sans Arabic Medium" panose="020B0503050203000203" pitchFamily="34" charset="-7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566987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SA" sz="1000" b="1" i="0" kern="1200" dirty="0">
                          <a:solidFill>
                            <a:srgbClr val="000000"/>
                          </a:solidFill>
                          <a:latin typeface="IBM Plex Sans Arabic Medium" panose="020B0503050203000203" pitchFamily="34" charset="-78"/>
                          <a:ea typeface="+mn-ea"/>
                          <a:cs typeface="IBM Plex Sans Arabic Medium" panose="020B0503050203000203" pitchFamily="34" charset="-78"/>
                        </a:rPr>
                        <a:t>الهيئة – </a:t>
                      </a:r>
                      <a:r>
                        <a:rPr lang="en-US" sz="1000" b="1" i="0" kern="1200" dirty="0">
                          <a:solidFill>
                            <a:srgbClr val="000000"/>
                          </a:solidFill>
                          <a:latin typeface="IBM Plex Sans Arabic Medium" panose="020B0503050203000203" pitchFamily="34" charset="-78"/>
                          <a:ea typeface="+mn-ea"/>
                          <a:cs typeface="IBM Plex Sans Arabic Medium" panose="020B0503050203000203" pitchFamily="34" charset="-78"/>
                        </a:rPr>
                        <a:t>on line </a:t>
                      </a:r>
                      <a:endParaRPr lang="ar-SA" sz="1000" b="1" i="0" kern="1200" dirty="0">
                        <a:solidFill>
                          <a:srgbClr val="000000"/>
                        </a:solidFill>
                        <a:latin typeface="IBM Plex Sans Arabic Medium" panose="020B0503050203000203" pitchFamily="34" charset="-78"/>
                        <a:ea typeface="+mn-ea"/>
                        <a:cs typeface="IBM Plex Sans Arabic Medium" panose="020B0503050203000203" pitchFamily="34" charset="-78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03433795"/>
                  </a:ext>
                </a:extLst>
              </a:tr>
              <a:tr h="209336">
                <a:tc>
                  <a:txBody>
                    <a:bodyPr/>
                    <a:lstStyle/>
                    <a:p>
                      <a:pPr marL="0" algn="ctr" defTabSz="566987" rtl="0" eaLnBrk="1" latinLnBrk="0" hangingPunct="1"/>
                      <a:r>
                        <a:rPr lang="ar-SA" sz="1000" b="0" i="0" kern="1200" dirty="0">
                          <a:solidFill>
                            <a:srgbClr val="000000"/>
                          </a:solidFill>
                          <a:latin typeface="IBM Plex Sans Arabic Medium" panose="020B0503050203000203" pitchFamily="34" charset="-78"/>
                          <a:ea typeface="+mn-ea"/>
                          <a:cs typeface="IBM Plex Sans Arabic Medium" panose="020B0503050203000203" pitchFamily="34" charset="-78"/>
                        </a:rPr>
                        <a:t>45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566987" rtl="1" eaLnBrk="1" latinLnBrk="0" hangingPunct="1"/>
                      <a:r>
                        <a:rPr lang="ar-SA" sz="1000" b="0" i="0" kern="1200" dirty="0">
                          <a:solidFill>
                            <a:srgbClr val="000000"/>
                          </a:solidFill>
                          <a:latin typeface="IBM Plex Sans Arabic Medium" panose="020B0503050203000203" pitchFamily="34" charset="-78"/>
                          <a:ea typeface="+mn-ea"/>
                          <a:cs typeface="IBM Plex Sans Arabic Medium" panose="020B0503050203000203" pitchFamily="34" charset="-78"/>
                        </a:rPr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1" fontAlgn="ctr"/>
                      <a:r>
                        <a:rPr lang="ar-SA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IBM Plex Sans Arabic" panose="020B0503050203000203" pitchFamily="34" charset="-78"/>
                          <a:cs typeface="IBM Plex Sans Arabic" panose="020B0503050203000203" pitchFamily="34" charset="-78"/>
                        </a:rPr>
                        <a:t>ارواء</a:t>
                      </a:r>
                    </a:p>
                  </a:txBody>
                  <a:tcPr marL="0" marR="0" marT="0" marB="0" anchor="ctr"/>
                </a:tc>
                <a:tc rowSpan="6">
                  <a:txBody>
                    <a:bodyPr/>
                    <a:lstStyle/>
                    <a:p>
                      <a:pPr marL="0" marR="0" lvl="0" indent="0" algn="ctr" defTabSz="566987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SA" sz="1000" b="1" dirty="0">
                          <a:solidFill>
                            <a:srgbClr val="000000"/>
                          </a:solidFill>
                          <a:latin typeface="IBM Plex Sans Arabic" panose="020B0503050203000203" pitchFamily="34" charset="-78"/>
                          <a:cs typeface="IBM Plex Sans Arabic" panose="020B0503050203000203" pitchFamily="34" charset="-78"/>
                        </a:rPr>
                        <a:t>الشركات</a:t>
                      </a:r>
                      <a:endParaRPr lang="en-US" sz="1000" b="1" dirty="0">
                        <a:solidFill>
                          <a:srgbClr val="000000"/>
                        </a:solidFill>
                        <a:latin typeface="IBM Plex Sans Arabic" panose="020B0503050203000203" pitchFamily="34" charset="-78"/>
                        <a:cs typeface="IBM Plex Sans Arabic" panose="020B0503050203000203" pitchFamily="34" charset="-78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17319448"/>
                  </a:ext>
                </a:extLst>
              </a:tr>
              <a:tr h="209336">
                <a:tc>
                  <a:txBody>
                    <a:bodyPr/>
                    <a:lstStyle/>
                    <a:p>
                      <a:pPr marL="0" algn="ctr" defTabSz="566987" rtl="0" eaLnBrk="1" latinLnBrk="0" hangingPunct="1"/>
                      <a:r>
                        <a:rPr lang="ar-SA" sz="1000" b="0" i="0" kern="1200" dirty="0">
                          <a:solidFill>
                            <a:srgbClr val="000000"/>
                          </a:solidFill>
                          <a:latin typeface="IBM Plex Sans Arabic Medium" panose="020B0503050203000203" pitchFamily="34" charset="-78"/>
                          <a:ea typeface="+mn-ea"/>
                          <a:cs typeface="IBM Plex Sans Arabic Medium" panose="020B0503050203000203" pitchFamily="34" charset="-78"/>
                        </a:rPr>
                        <a:t>25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566987" rtl="1" eaLnBrk="1" latinLnBrk="0" hangingPunct="1"/>
                      <a:r>
                        <a:rPr lang="ar-SA" sz="1000" b="0" i="0" kern="1200" dirty="0">
                          <a:solidFill>
                            <a:srgbClr val="000000"/>
                          </a:solidFill>
                          <a:latin typeface="IBM Plex Sans Arabic Medium" panose="020B0503050203000203" pitchFamily="34" charset="-78"/>
                          <a:ea typeface="+mn-ea"/>
                          <a:cs typeface="IBM Plex Sans Arabic Medium" panose="020B0503050203000203" pitchFamily="34" charset="-78"/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1" fontAlgn="ctr"/>
                      <a:r>
                        <a:rPr lang="ar-SA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IBM Plex Sans Arabic" panose="020B0503050203000203" pitchFamily="34" charset="-78"/>
                          <a:cs typeface="IBM Plex Sans Arabic" panose="020B0503050203000203" pitchFamily="34" charset="-78"/>
                        </a:rPr>
                        <a:t>شركة المياه الوطنية - </a:t>
                      </a: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IBM Plex Sans Arabic" panose="020B0503050203000203" pitchFamily="34" charset="-78"/>
                          <a:cs typeface="IBM Plex Sans Arabic" panose="020B0503050203000203" pitchFamily="34" charset="-78"/>
                        </a:rPr>
                        <a:t>MOMC-NC</a:t>
                      </a:r>
                    </a:p>
                  </a:txBody>
                  <a:tcPr marL="0" marR="0" marT="0" marB="0" anchor="ctr"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18345205"/>
                  </a:ext>
                </a:extLst>
              </a:tr>
              <a:tr h="209336">
                <a:tc>
                  <a:txBody>
                    <a:bodyPr/>
                    <a:lstStyle/>
                    <a:p>
                      <a:pPr marL="0" algn="ctr" defTabSz="566987" rtl="0" eaLnBrk="1" latinLnBrk="0" hangingPunct="1"/>
                      <a:r>
                        <a:rPr lang="ar-SA" sz="1000" b="0" i="0" kern="1200" dirty="0">
                          <a:solidFill>
                            <a:srgbClr val="000000"/>
                          </a:solidFill>
                          <a:latin typeface="IBM Plex Sans Arabic Medium" panose="020B0503050203000203" pitchFamily="34" charset="-78"/>
                          <a:ea typeface="+mn-ea"/>
                          <a:cs typeface="IBM Plex Sans Arabic Medium" panose="020B0503050203000203" pitchFamily="34" charset="-78"/>
                        </a:rPr>
                        <a:t>17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566987" rtl="1" eaLnBrk="1" latinLnBrk="0" hangingPunct="1"/>
                      <a:r>
                        <a:rPr lang="ar-SA" sz="1000" b="0" i="0" kern="1200" dirty="0">
                          <a:solidFill>
                            <a:srgbClr val="000000"/>
                          </a:solidFill>
                          <a:latin typeface="IBM Plex Sans Arabic Medium" panose="020B0503050203000203" pitchFamily="34" charset="-78"/>
                          <a:ea typeface="+mn-ea"/>
                          <a:cs typeface="IBM Plex Sans Arabic Medium" panose="020B0503050203000203" pitchFamily="34" charset="-78"/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1" fontAlgn="ctr"/>
                      <a:r>
                        <a:rPr lang="ar-SA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IBM Plex Sans Arabic" panose="020B0503050203000203" pitchFamily="34" charset="-78"/>
                          <a:cs typeface="IBM Plex Sans Arabic" panose="020B0503050203000203" pitchFamily="34" charset="-78"/>
                        </a:rPr>
                        <a:t>شركة المياه الوطنية-</a:t>
                      </a: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IBM Plex Sans Arabic" panose="020B0503050203000203" pitchFamily="34" charset="-78"/>
                          <a:cs typeface="IBM Plex Sans Arabic" panose="020B0503050203000203" pitchFamily="34" charset="-78"/>
                        </a:rPr>
                        <a:t>NWC - </a:t>
                      </a:r>
                      <a:r>
                        <a:rPr lang="ar-SA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IBM Plex Sans Arabic" panose="020B0503050203000203" pitchFamily="34" charset="-78"/>
                          <a:cs typeface="IBM Plex Sans Arabic" panose="020B0503050203000203" pitchFamily="34" charset="-78"/>
                        </a:rPr>
                        <a:t>برامج السلامة</a:t>
                      </a:r>
                    </a:p>
                  </a:txBody>
                  <a:tcPr marL="0" marR="0" marT="0" marB="0" anchor="ctr"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86696438"/>
                  </a:ext>
                </a:extLst>
              </a:tr>
              <a:tr h="209336">
                <a:tc>
                  <a:txBody>
                    <a:bodyPr/>
                    <a:lstStyle/>
                    <a:p>
                      <a:pPr algn="ctr"/>
                      <a:r>
                        <a:rPr lang="ar-SA" sz="1000" dirty="0">
                          <a:solidFill>
                            <a:srgbClr val="000000"/>
                          </a:solidFill>
                        </a:rPr>
                        <a:t>19</a:t>
                      </a:r>
                      <a:endParaRPr lang="en-US" sz="1000" dirty="0">
                        <a:solidFill>
                          <a:srgbClr val="00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ar-SA" sz="1000" dirty="0">
                          <a:solidFill>
                            <a:srgbClr val="000000"/>
                          </a:solidFill>
                        </a:rPr>
                        <a:t>1</a:t>
                      </a:r>
                      <a:endParaRPr lang="en-US" sz="1000" dirty="0">
                        <a:solidFill>
                          <a:srgbClr val="00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ar-SA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IBM Plex Sans Arabic" panose="020B0503050203000203" pitchFamily="34" charset="-78"/>
                          <a:ea typeface="+mn-ea"/>
                          <a:cs typeface="IBM Plex Sans Arabic" panose="020B0503050203000203" pitchFamily="34" charset="-78"/>
                        </a:rPr>
                        <a:t>شركة المياه الوطنية القطاع الشمالي (</a:t>
                      </a:r>
                      <a:r>
                        <a:rPr 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IBM Plex Sans Arabic" panose="020B0503050203000203" pitchFamily="34" charset="-78"/>
                          <a:ea typeface="+mn-ea"/>
                          <a:cs typeface="IBM Plex Sans Arabic" panose="020B0503050203000203" pitchFamily="34" charset="-78"/>
                        </a:rPr>
                        <a:t>IWP)</a:t>
                      </a:r>
                    </a:p>
                  </a:txBody>
                  <a:tcPr marL="0" marR="0" marT="0" marB="0" anchor="ctr"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36173897"/>
                  </a:ext>
                </a:extLst>
              </a:tr>
              <a:tr h="209336">
                <a:tc>
                  <a:txBody>
                    <a:bodyPr/>
                    <a:lstStyle/>
                    <a:p>
                      <a:pPr algn="ctr"/>
                      <a:r>
                        <a:rPr lang="ar-SA" sz="1000" dirty="0">
                          <a:solidFill>
                            <a:srgbClr val="000000"/>
                          </a:solidFill>
                        </a:rPr>
                        <a:t>13</a:t>
                      </a:r>
                      <a:endParaRPr lang="en-US" sz="1000" dirty="0">
                        <a:solidFill>
                          <a:srgbClr val="00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ar-SA" sz="1000" dirty="0">
                          <a:solidFill>
                            <a:srgbClr val="000000"/>
                          </a:solidFill>
                        </a:rPr>
                        <a:t>1</a:t>
                      </a:r>
                      <a:endParaRPr lang="en-US" sz="1000" dirty="0">
                        <a:solidFill>
                          <a:srgbClr val="00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ar-SA" sz="1000" b="0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IBM Plex Sans Arabic" panose="020B0503050203000203" pitchFamily="34" charset="-78"/>
                          <a:ea typeface="+mn-ea"/>
                          <a:cs typeface="IBM Plex Sans Arabic" panose="020B0503050203000203" pitchFamily="34" charset="-78"/>
                        </a:rPr>
                        <a:t>شوتكو</a:t>
                      </a:r>
                      <a:endParaRPr lang="ar-SA" sz="1000" b="0" i="0" u="none" strike="noStrike" kern="1200" dirty="0">
                        <a:solidFill>
                          <a:srgbClr val="000000"/>
                        </a:solidFill>
                        <a:effectLst/>
                        <a:latin typeface="IBM Plex Sans Arabic" panose="020B0503050203000203" pitchFamily="34" charset="-78"/>
                        <a:ea typeface="+mn-ea"/>
                        <a:cs typeface="IBM Plex Sans Arabic" panose="020B0503050203000203" pitchFamily="34" charset="-78"/>
                      </a:endParaRPr>
                    </a:p>
                  </a:txBody>
                  <a:tcPr marL="0" marR="0" marT="0" marB="0" anchor="ctr"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91309047"/>
                  </a:ext>
                </a:extLst>
              </a:tr>
              <a:tr h="209336">
                <a:tc>
                  <a:txBody>
                    <a:bodyPr/>
                    <a:lstStyle/>
                    <a:p>
                      <a:pPr algn="ctr"/>
                      <a:r>
                        <a:rPr lang="ar-SA" sz="1000" dirty="0">
                          <a:solidFill>
                            <a:srgbClr val="000000"/>
                          </a:solidFill>
                        </a:rPr>
                        <a:t>28</a:t>
                      </a:r>
                      <a:endParaRPr lang="en-US" sz="1000" dirty="0">
                        <a:solidFill>
                          <a:srgbClr val="00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ar-SA" sz="1000" dirty="0">
                          <a:solidFill>
                            <a:srgbClr val="000000"/>
                          </a:solidFill>
                        </a:rPr>
                        <a:t>2</a:t>
                      </a:r>
                      <a:endParaRPr lang="en-US" sz="1000" dirty="0">
                        <a:solidFill>
                          <a:srgbClr val="00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ar-SA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IBM Plex Sans Arabic" panose="020B0503050203000203" pitchFamily="34" charset="-78"/>
                          <a:ea typeface="+mn-ea"/>
                          <a:cs typeface="IBM Plex Sans Arabic" panose="020B0503050203000203" pitchFamily="34" charset="-78"/>
                        </a:rPr>
                        <a:t>شركة الخريف</a:t>
                      </a:r>
                    </a:p>
                  </a:txBody>
                  <a:tcPr marL="0" marR="0" marT="0" marB="0" anchor="ctr"/>
                </a:tc>
                <a:tc vMerge="1">
                  <a:txBody>
                    <a:bodyPr/>
                    <a:lstStyle/>
                    <a:p>
                      <a:pPr marL="0" marR="0" lvl="0" indent="0" algn="ctr" defTabSz="566987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b="1" dirty="0">
                        <a:solidFill>
                          <a:schemeClr val="accent6">
                            <a:lumMod val="10000"/>
                          </a:schemeClr>
                        </a:solidFill>
                        <a:latin typeface="IBM Plex Sans Arabic" panose="020B0503050203000203" pitchFamily="34" charset="-78"/>
                        <a:cs typeface="IBM Plex Sans Arabic" panose="020B0503050203000203" pitchFamily="34" charset="-78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67293222"/>
                  </a:ext>
                </a:extLst>
              </a:tr>
              <a:tr h="209336">
                <a:tc>
                  <a:txBody>
                    <a:bodyPr/>
                    <a:lstStyle/>
                    <a:p>
                      <a:pPr marL="0" algn="ctr" defTabSz="566987" rtl="0" eaLnBrk="1" latinLnBrk="0" hangingPunct="1"/>
                      <a:endParaRPr lang="ar-SA" sz="1000" b="0" i="0" kern="1200" dirty="0">
                        <a:solidFill>
                          <a:srgbClr val="000000"/>
                        </a:solidFill>
                        <a:latin typeface="IBM Plex Sans Arabic Medium" panose="020B0503050203000203" pitchFamily="34" charset="-78"/>
                        <a:ea typeface="+mn-ea"/>
                        <a:cs typeface="IBM Plex Sans Arabic Medium" panose="020B0503050203000203" pitchFamily="34" charset="-7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566987" rtl="1" eaLnBrk="1" latinLnBrk="0" hangingPunct="1"/>
                      <a:endParaRPr lang="ar-SA" sz="1000" b="0" i="0" kern="1200" dirty="0">
                        <a:solidFill>
                          <a:srgbClr val="000000"/>
                        </a:solidFill>
                        <a:latin typeface="IBM Plex Sans Arabic Medium" panose="020B0503050203000203" pitchFamily="34" charset="-78"/>
                        <a:ea typeface="+mn-ea"/>
                        <a:cs typeface="IBM Plex Sans Arabic Medium" panose="020B0503050203000203" pitchFamily="34" charset="-7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1" fontAlgn="ctr"/>
                      <a:endParaRPr lang="ar-SA" sz="1000" b="0" i="0" u="none" strike="noStrike" dirty="0">
                        <a:solidFill>
                          <a:srgbClr val="000000"/>
                        </a:solidFill>
                        <a:effectLst/>
                        <a:latin typeface="IBM Plex Sans Arabic" panose="020B0503050203000203" pitchFamily="34" charset="-78"/>
                        <a:cs typeface="IBM Plex Sans Arabic" panose="020B0503050203000203" pitchFamily="34" charset="-78"/>
                      </a:endParaRPr>
                    </a:p>
                  </a:txBody>
                  <a:tcPr marL="0" marR="0" marT="0" marB="0" anchor="ctr"/>
                </a:tc>
                <a:tc rowSpan="2">
                  <a:txBody>
                    <a:bodyPr/>
                    <a:lstStyle/>
                    <a:p>
                      <a:pPr marL="0" marR="0" lvl="0" indent="0" algn="ctr" defTabSz="566987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SA" sz="1000" b="1" i="0" kern="1200" dirty="0">
                          <a:solidFill>
                            <a:srgbClr val="000000"/>
                          </a:solidFill>
                          <a:latin typeface="IBM Plex Sans Arabic Medium" panose="020B0503050203000203" pitchFamily="34" charset="-78"/>
                          <a:ea typeface="+mn-ea"/>
                          <a:cs typeface="IBM Plex Sans Arabic Medium" panose="020B0503050203000203" pitchFamily="34" charset="-78"/>
                        </a:rPr>
                        <a:t>الحكومي -العسكري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42902229"/>
                  </a:ext>
                </a:extLst>
              </a:tr>
              <a:tr h="209336">
                <a:tc>
                  <a:txBody>
                    <a:bodyPr/>
                    <a:lstStyle/>
                    <a:p>
                      <a:pPr marL="0" algn="ctr" defTabSz="566987" rtl="0" eaLnBrk="1" latinLnBrk="0" hangingPunct="1"/>
                      <a:endParaRPr lang="ar-SA" sz="1000" b="0" i="0" kern="1200" dirty="0">
                        <a:solidFill>
                          <a:srgbClr val="000000"/>
                        </a:solidFill>
                        <a:latin typeface="IBM Plex Sans Arabic Medium" panose="020B0503050203000203" pitchFamily="34" charset="-78"/>
                        <a:ea typeface="+mn-ea"/>
                        <a:cs typeface="IBM Plex Sans Arabic Medium" panose="020B0503050203000203" pitchFamily="34" charset="-7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566987" rtl="1" eaLnBrk="1" latinLnBrk="0" hangingPunct="1"/>
                      <a:endParaRPr lang="ar-SA" sz="1000" b="0" i="0" kern="1200" dirty="0">
                        <a:solidFill>
                          <a:srgbClr val="000000"/>
                        </a:solidFill>
                        <a:latin typeface="IBM Plex Sans Arabic Medium" panose="020B0503050203000203" pitchFamily="34" charset="-78"/>
                        <a:ea typeface="+mn-ea"/>
                        <a:cs typeface="IBM Plex Sans Arabic Medium" panose="020B0503050203000203" pitchFamily="34" charset="-7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1" fontAlgn="ctr"/>
                      <a:endParaRPr lang="ar-SA" sz="1000" b="0" i="0" u="none" strike="noStrike" dirty="0">
                        <a:solidFill>
                          <a:srgbClr val="000000"/>
                        </a:solidFill>
                        <a:effectLst/>
                        <a:latin typeface="IBM Plex Sans Arabic" panose="020B0503050203000203" pitchFamily="34" charset="-78"/>
                        <a:cs typeface="IBM Plex Sans Arabic" panose="020B0503050203000203" pitchFamily="34" charset="-78"/>
                      </a:endParaRPr>
                    </a:p>
                  </a:txBody>
                  <a:tcPr marL="0" marR="0" marT="0" marB="0" anchor="ctr"/>
                </a:tc>
                <a:tc vMerge="1">
                  <a:txBody>
                    <a:bodyPr/>
                    <a:lstStyle/>
                    <a:p>
                      <a:pPr marL="0" marR="0" lvl="0" indent="0" algn="ctr" defTabSz="566987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ar-SA" sz="1100" b="1" i="0" kern="1200" dirty="0">
                        <a:solidFill>
                          <a:schemeClr val="accent6">
                            <a:lumMod val="10000"/>
                          </a:schemeClr>
                        </a:solidFill>
                        <a:latin typeface="IBM Plex Sans Arabic Medium" panose="020B0503050203000203" pitchFamily="34" charset="-78"/>
                        <a:ea typeface="+mn-ea"/>
                        <a:cs typeface="IBM Plex Sans Arabic Medium" panose="020B0503050203000203" pitchFamily="34" charset="-78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6802293"/>
                  </a:ext>
                </a:extLst>
              </a:tr>
            </a:tbl>
          </a:graphicData>
        </a:graphic>
      </p:graphicFrame>
      <p:sp>
        <p:nvSpPr>
          <p:cNvPr id="7" name="BJPseudoFooter">
            <a:extLst>
              <a:ext uri="{FF2B5EF4-FFF2-40B4-BE49-F238E27FC236}">
                <a16:creationId xmlns:a16="http://schemas.microsoft.com/office/drawing/2014/main" id="{63774A77-123B-CA49-2FBC-5549B97FAA6B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3386140" y="10445592"/>
            <a:ext cx="787395" cy="246221"/>
          </a:xfrm>
          <a:prstGeom prst="rect">
            <a:avLst/>
          </a:prstGeom>
          <a:noFill/>
        </p:spPr>
        <p:txBody>
          <a:bodyPr vert="horz" wrap="none" rtlCol="0">
            <a:spAutoFit/>
          </a:bodyPr>
          <a:lstStyle/>
          <a:p>
            <a:pPr algn="ctr"/>
            <a:r>
              <a:rPr lang="en-US" sz="1000">
                <a:solidFill>
                  <a:srgbClr val="000000"/>
                </a:solidFill>
                <a:latin typeface="Times New Roman" panose="02020603050405020304" pitchFamily="18" charset="0"/>
              </a:rPr>
              <a:t>Public    </a:t>
            </a:r>
            <a:r>
              <a:rPr lang="ar-SA" sz="1000">
                <a:solidFill>
                  <a:srgbClr val="000000"/>
                </a:solidFill>
                <a:latin typeface="Times New Roman" panose="02020603050405020304" pitchFamily="18" charset="0"/>
              </a:rPr>
              <a:t>عام</a:t>
            </a:r>
            <a:endParaRPr lang="en-US" sz="10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119486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مستطيل 51">
            <a:extLst>
              <a:ext uri="{FF2B5EF4-FFF2-40B4-BE49-F238E27FC236}">
                <a16:creationId xmlns:a16="http://schemas.microsoft.com/office/drawing/2014/main" id="{9F2F6816-7A73-9AF0-99F3-20988FE311B1}"/>
              </a:ext>
            </a:extLst>
          </p:cNvPr>
          <p:cNvSpPr/>
          <p:nvPr/>
        </p:nvSpPr>
        <p:spPr>
          <a:xfrm>
            <a:off x="142874" y="425649"/>
            <a:ext cx="7205347" cy="383753"/>
          </a:xfrm>
          <a:prstGeom prst="rect">
            <a:avLst/>
          </a:prstGeom>
          <a:solidFill>
            <a:srgbClr val="6049AC"/>
          </a:solidFill>
          <a:ln>
            <a:solidFill>
              <a:srgbClr val="F8F8F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marL="0" algn="ctr" defTabSz="914400" rtl="1" eaLnBrk="1" latinLnBrk="0" hangingPunct="1"/>
            <a:endParaRPr lang="ar-SA" dirty="0"/>
          </a:p>
        </p:txBody>
      </p:sp>
      <p:sp>
        <p:nvSpPr>
          <p:cNvPr id="12" name="عنصر نائب للنص 2">
            <a:extLst>
              <a:ext uri="{FF2B5EF4-FFF2-40B4-BE49-F238E27FC236}">
                <a16:creationId xmlns:a16="http://schemas.microsoft.com/office/drawing/2014/main" id="{58828141-DA3A-1451-CFF1-9DBEFAE316DE}"/>
              </a:ext>
            </a:extLst>
          </p:cNvPr>
          <p:cNvSpPr txBox="1">
            <a:spLocks/>
          </p:cNvSpPr>
          <p:nvPr/>
        </p:nvSpPr>
        <p:spPr>
          <a:xfrm>
            <a:off x="1691605" y="481822"/>
            <a:ext cx="5651672" cy="287135"/>
          </a:xfrm>
          <a:prstGeom prst="rect">
            <a:avLst/>
          </a:prstGeom>
        </p:spPr>
        <p:txBody>
          <a:bodyPr anchor="ctr"/>
          <a:lstStyle>
            <a:lvl1pPr marL="0" indent="-141747" algn="r" defTabSz="567019" rtl="1" eaLnBrk="1" latinLnBrk="0" hangingPunct="1">
              <a:lnSpc>
                <a:spcPct val="90000"/>
              </a:lnSpc>
              <a:spcBef>
                <a:spcPts val="620"/>
              </a:spcBef>
              <a:buFont typeface="Arial" panose="020B0604020202020204" pitchFamily="34" charset="0"/>
              <a:buChar char="•"/>
              <a:defRPr sz="1736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25240" indent="-141747" algn="r" defTabSz="566987" rtl="1" eaLnBrk="1" latinLnBrk="0" hangingPunct="1">
              <a:lnSpc>
                <a:spcPct val="90000"/>
              </a:lnSpc>
              <a:spcBef>
                <a:spcPts val="310"/>
              </a:spcBef>
              <a:buFont typeface="Arial" panose="020B0604020202020204" pitchFamily="34" charset="0"/>
              <a:buChar char="•"/>
              <a:defRPr sz="14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08733" indent="-141747" algn="r" defTabSz="566987" rtl="1" eaLnBrk="1" latinLnBrk="0" hangingPunct="1">
              <a:lnSpc>
                <a:spcPct val="90000"/>
              </a:lnSpc>
              <a:spcBef>
                <a:spcPts val="310"/>
              </a:spcBef>
              <a:buFont typeface="Arial" panose="020B0604020202020204" pitchFamily="34" charset="0"/>
              <a:buChar char="•"/>
              <a:defRPr sz="12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50480" indent="0" algn="r" defTabSz="566987" rtl="1" eaLnBrk="1" latinLnBrk="0" hangingPunct="1">
              <a:lnSpc>
                <a:spcPct val="90000"/>
              </a:lnSpc>
              <a:spcBef>
                <a:spcPts val="310"/>
              </a:spcBef>
              <a:buFont typeface="Arial" panose="020B0604020202020204" pitchFamily="34" charset="0"/>
              <a:buNone/>
              <a:defRPr sz="111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33974" indent="0" algn="r" defTabSz="566987" rtl="1" eaLnBrk="1" latinLnBrk="0" hangingPunct="1">
              <a:lnSpc>
                <a:spcPct val="90000"/>
              </a:lnSpc>
              <a:spcBef>
                <a:spcPts val="310"/>
              </a:spcBef>
              <a:buFont typeface="Arial" panose="020B0604020202020204" pitchFamily="34" charset="0"/>
              <a:buNone/>
              <a:defRPr sz="111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59214" indent="-141747" algn="r" defTabSz="566987" rtl="1" eaLnBrk="1" latinLnBrk="0" hangingPunct="1">
              <a:lnSpc>
                <a:spcPct val="90000"/>
              </a:lnSpc>
              <a:spcBef>
                <a:spcPts val="310"/>
              </a:spcBef>
              <a:buFont typeface="Arial" panose="020B0604020202020204" pitchFamily="34" charset="0"/>
              <a:buChar char="•"/>
              <a:defRPr sz="111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42707" indent="-141747" algn="r" defTabSz="566987" rtl="1" eaLnBrk="1" latinLnBrk="0" hangingPunct="1">
              <a:lnSpc>
                <a:spcPct val="90000"/>
              </a:lnSpc>
              <a:spcBef>
                <a:spcPts val="310"/>
              </a:spcBef>
              <a:buFont typeface="Arial" panose="020B0604020202020204" pitchFamily="34" charset="0"/>
              <a:buChar char="•"/>
              <a:defRPr sz="111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26201" indent="-141747" algn="r" defTabSz="566987" rtl="1" eaLnBrk="1" latinLnBrk="0" hangingPunct="1">
              <a:lnSpc>
                <a:spcPct val="90000"/>
              </a:lnSpc>
              <a:spcBef>
                <a:spcPts val="310"/>
              </a:spcBef>
              <a:buFont typeface="Arial" panose="020B0604020202020204" pitchFamily="34" charset="0"/>
              <a:buChar char="•"/>
              <a:defRPr sz="111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09694" indent="-141747" algn="r" defTabSz="566987" rtl="1" eaLnBrk="1" latinLnBrk="0" hangingPunct="1">
              <a:lnSpc>
                <a:spcPct val="90000"/>
              </a:lnSpc>
              <a:spcBef>
                <a:spcPts val="310"/>
              </a:spcBef>
              <a:buFont typeface="Arial" panose="020B0604020202020204" pitchFamily="34" charset="0"/>
              <a:buChar char="•"/>
              <a:defRPr sz="111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0">
              <a:buNone/>
            </a:pPr>
            <a:r>
              <a:rPr lang="ar-SA" b="1" dirty="0">
                <a:solidFill>
                  <a:schemeClr val="bg1"/>
                </a:solidFill>
                <a:latin typeface="IBM Plex Sans Arabic" panose="020B0503050203000203" pitchFamily="34" charset="-78"/>
                <a:cs typeface="IBM Plex Sans Arabic" panose="020B0503050203000203" pitchFamily="34" charset="-78"/>
              </a:rPr>
              <a:t>الـــــــبــــــــــــــــــــــرامــــــــــــج الــــــــــتــــــــــــدريـــــــــــبـــــــيـــــــــــــــــة المـــنــــــــجـــــــــــزة</a:t>
            </a:r>
          </a:p>
        </p:txBody>
      </p:sp>
      <p:sp>
        <p:nvSpPr>
          <p:cNvPr id="53" name="عنصر نائب للنص 2">
            <a:extLst>
              <a:ext uri="{FF2B5EF4-FFF2-40B4-BE49-F238E27FC236}">
                <a16:creationId xmlns:a16="http://schemas.microsoft.com/office/drawing/2014/main" id="{0018721A-3DA9-9EC3-FFA8-FDBBD6597EFA}"/>
              </a:ext>
            </a:extLst>
          </p:cNvPr>
          <p:cNvSpPr txBox="1">
            <a:spLocks/>
          </p:cNvSpPr>
          <p:nvPr/>
        </p:nvSpPr>
        <p:spPr>
          <a:xfrm>
            <a:off x="3635821" y="514462"/>
            <a:ext cx="3707457" cy="252000"/>
          </a:xfrm>
          <a:prstGeom prst="rect">
            <a:avLst/>
          </a:prstGeom>
        </p:spPr>
        <p:txBody>
          <a:bodyPr anchor="ctr"/>
          <a:lstStyle>
            <a:lvl1pPr marL="0" indent="-141747" algn="r" defTabSz="567019" rtl="1" eaLnBrk="1" latinLnBrk="0" hangingPunct="1">
              <a:lnSpc>
                <a:spcPct val="90000"/>
              </a:lnSpc>
              <a:spcBef>
                <a:spcPts val="620"/>
              </a:spcBef>
              <a:buFont typeface="Arial" panose="020B0604020202020204" pitchFamily="34" charset="0"/>
              <a:buChar char="•"/>
              <a:defRPr sz="1736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25240" indent="-141747" algn="r" defTabSz="566987" rtl="1" eaLnBrk="1" latinLnBrk="0" hangingPunct="1">
              <a:lnSpc>
                <a:spcPct val="90000"/>
              </a:lnSpc>
              <a:spcBef>
                <a:spcPts val="310"/>
              </a:spcBef>
              <a:buFont typeface="Arial" panose="020B0604020202020204" pitchFamily="34" charset="0"/>
              <a:buChar char="•"/>
              <a:defRPr sz="14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08733" indent="-141747" algn="r" defTabSz="566987" rtl="1" eaLnBrk="1" latinLnBrk="0" hangingPunct="1">
              <a:lnSpc>
                <a:spcPct val="90000"/>
              </a:lnSpc>
              <a:spcBef>
                <a:spcPts val="310"/>
              </a:spcBef>
              <a:buFont typeface="Arial" panose="020B0604020202020204" pitchFamily="34" charset="0"/>
              <a:buChar char="•"/>
              <a:defRPr sz="12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50480" indent="0" algn="r" defTabSz="566987" rtl="1" eaLnBrk="1" latinLnBrk="0" hangingPunct="1">
              <a:lnSpc>
                <a:spcPct val="90000"/>
              </a:lnSpc>
              <a:spcBef>
                <a:spcPts val="310"/>
              </a:spcBef>
              <a:buFont typeface="Arial" panose="020B0604020202020204" pitchFamily="34" charset="0"/>
              <a:buNone/>
              <a:defRPr sz="111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33974" indent="0" algn="r" defTabSz="566987" rtl="1" eaLnBrk="1" latinLnBrk="0" hangingPunct="1">
              <a:lnSpc>
                <a:spcPct val="90000"/>
              </a:lnSpc>
              <a:spcBef>
                <a:spcPts val="310"/>
              </a:spcBef>
              <a:buFont typeface="Arial" panose="020B0604020202020204" pitchFamily="34" charset="0"/>
              <a:buNone/>
              <a:defRPr sz="111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59214" indent="-141747" algn="r" defTabSz="566987" rtl="1" eaLnBrk="1" latinLnBrk="0" hangingPunct="1">
              <a:lnSpc>
                <a:spcPct val="90000"/>
              </a:lnSpc>
              <a:spcBef>
                <a:spcPts val="310"/>
              </a:spcBef>
              <a:buFont typeface="Arial" panose="020B0604020202020204" pitchFamily="34" charset="0"/>
              <a:buChar char="•"/>
              <a:defRPr sz="111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42707" indent="-141747" algn="r" defTabSz="566987" rtl="1" eaLnBrk="1" latinLnBrk="0" hangingPunct="1">
              <a:lnSpc>
                <a:spcPct val="90000"/>
              </a:lnSpc>
              <a:spcBef>
                <a:spcPts val="310"/>
              </a:spcBef>
              <a:buFont typeface="Arial" panose="020B0604020202020204" pitchFamily="34" charset="0"/>
              <a:buChar char="•"/>
              <a:defRPr sz="111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26201" indent="-141747" algn="r" defTabSz="566987" rtl="1" eaLnBrk="1" latinLnBrk="0" hangingPunct="1">
              <a:lnSpc>
                <a:spcPct val="90000"/>
              </a:lnSpc>
              <a:spcBef>
                <a:spcPts val="310"/>
              </a:spcBef>
              <a:buFont typeface="Arial" panose="020B0604020202020204" pitchFamily="34" charset="0"/>
              <a:buChar char="•"/>
              <a:defRPr sz="111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09694" indent="-141747" algn="r" defTabSz="566987" rtl="1" eaLnBrk="1" latinLnBrk="0" hangingPunct="1">
              <a:lnSpc>
                <a:spcPct val="90000"/>
              </a:lnSpc>
              <a:spcBef>
                <a:spcPts val="310"/>
              </a:spcBef>
              <a:buFont typeface="Arial" panose="020B0604020202020204" pitchFamily="34" charset="0"/>
              <a:buChar char="•"/>
              <a:defRPr sz="111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0">
              <a:buFont typeface="Arial" panose="020B0604020202020204" pitchFamily="34" charset="0"/>
              <a:buNone/>
            </a:pPr>
            <a:endParaRPr lang="ar-SA" b="1" dirty="0">
              <a:solidFill>
                <a:schemeClr val="bg1"/>
              </a:solidFill>
              <a:latin typeface="IBM Plex Sans Arabic" panose="020B0503050203000203" pitchFamily="34" charset="-78"/>
              <a:cs typeface="IBM Plex Sans Arabic" panose="020B0503050203000203" pitchFamily="34" charset="-78"/>
            </a:endParaRPr>
          </a:p>
        </p:txBody>
      </p:sp>
      <p:sp>
        <p:nvSpPr>
          <p:cNvPr id="2" name="مستطيل 51">
            <a:extLst>
              <a:ext uri="{FF2B5EF4-FFF2-40B4-BE49-F238E27FC236}">
                <a16:creationId xmlns:a16="http://schemas.microsoft.com/office/drawing/2014/main" id="{8880AA97-BD58-902B-D1E2-A059E2D6F114}"/>
              </a:ext>
            </a:extLst>
          </p:cNvPr>
          <p:cNvSpPr/>
          <p:nvPr/>
        </p:nvSpPr>
        <p:spPr>
          <a:xfrm>
            <a:off x="23240533" y="8001073"/>
            <a:ext cx="6606200" cy="275807"/>
          </a:xfrm>
          <a:prstGeom prst="rect">
            <a:avLst/>
          </a:prstGeom>
          <a:solidFill>
            <a:srgbClr val="0070C0"/>
          </a:solidFill>
          <a:ln>
            <a:solidFill>
              <a:srgbClr val="006EB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r" rtl="1"/>
            <a:r>
              <a:rPr lang="ar-SA" dirty="0">
                <a:latin typeface="IBM Plex Sans Arabic Medium" panose="020B0503050203000203" pitchFamily="34" charset="-78"/>
                <a:cs typeface="IBM Plex Sans Arabic Medium" panose="020B0503050203000203" pitchFamily="34" charset="-78"/>
              </a:rPr>
              <a:t>الدورات والبرامج المنجزة خلال فترة</a:t>
            </a:r>
            <a:r>
              <a:rPr lang="en-US" dirty="0">
                <a:latin typeface="IBM Plex Sans Arabic Medium" panose="020B0503050203000203" pitchFamily="34" charset="-78"/>
                <a:cs typeface="IBM Plex Sans Arabic Medium" panose="020B0503050203000203" pitchFamily="34" charset="-78"/>
              </a:rPr>
              <a:t> </a:t>
            </a:r>
            <a:r>
              <a:rPr lang="ar-SA" dirty="0">
                <a:latin typeface="IBM Plex Sans Arabic Medium" panose="020B0503050203000203" pitchFamily="34" charset="-78"/>
                <a:cs typeface="IBM Plex Sans Arabic Medium" panose="020B0503050203000203" pitchFamily="34" charset="-78"/>
              </a:rPr>
              <a:t>2024 (تراكمي)</a:t>
            </a:r>
          </a:p>
        </p:txBody>
      </p:sp>
      <p:graphicFrame>
        <p:nvGraphicFramePr>
          <p:cNvPr id="26" name="Chart 25">
            <a:extLst>
              <a:ext uri="{FF2B5EF4-FFF2-40B4-BE49-F238E27FC236}">
                <a16:creationId xmlns:a16="http://schemas.microsoft.com/office/drawing/2014/main" id="{A3F7A35A-7EDA-C8A2-5284-A05C0CC87B4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-8188401" y="8395399"/>
          <a:ext cx="7544805" cy="335985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27" name="Rectangle 26">
            <a:extLst>
              <a:ext uri="{FF2B5EF4-FFF2-40B4-BE49-F238E27FC236}">
                <a16:creationId xmlns:a16="http://schemas.microsoft.com/office/drawing/2014/main" id="{B89C1F17-A01C-E022-FB61-D4467A38AC7D}"/>
              </a:ext>
            </a:extLst>
          </p:cNvPr>
          <p:cNvSpPr/>
          <p:nvPr/>
        </p:nvSpPr>
        <p:spPr>
          <a:xfrm>
            <a:off x="-7476233" y="-797389"/>
            <a:ext cx="7465743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52400" indent="-152400" algn="r" rtl="1">
              <a:buFont typeface="Wingdings" pitchFamily="2" charset="2"/>
              <a:buChar char="ü"/>
            </a:pPr>
            <a:r>
              <a:rPr lang="ar-SA" sz="1600" dirty="0">
                <a:solidFill>
                  <a:srgbClr val="005B85"/>
                </a:solidFill>
                <a:latin typeface="IBM Plex Sans Arabic Medium" panose="020B0503050203000203" pitchFamily="34" charset="-78"/>
                <a:cs typeface="IBM Plex Sans Arabic Medium" panose="020B0503050203000203" pitchFamily="34" charset="-78"/>
              </a:rPr>
              <a:t>الدورة التطويرية: </a:t>
            </a:r>
            <a:r>
              <a:rPr lang="ar-SA" sz="1500" dirty="0">
                <a:solidFill>
                  <a:srgbClr val="005B85"/>
                </a:solidFill>
                <a:latin typeface="IBM Plex Sans Arabic Medium" panose="020B0503050203000203" pitchFamily="34" charset="-78"/>
                <a:cs typeface="IBM Plex Sans Arabic Medium" panose="020B0503050203000203" pitchFamily="34" charset="-78"/>
              </a:rPr>
              <a:t>برنامج تدريبي مدته لا تزيد عن شهر واحد وعدد ساعاته التدريبية لا تزيد عن ستين ساعة.​</a:t>
            </a:r>
          </a:p>
          <a:p>
            <a:pPr marL="152400" indent="-152400" algn="r" rtl="1">
              <a:buFont typeface="Wingdings" pitchFamily="2" charset="2"/>
              <a:buChar char="ü"/>
            </a:pPr>
            <a:r>
              <a:rPr lang="ar-SA" sz="1600" dirty="0">
                <a:solidFill>
                  <a:srgbClr val="005B85"/>
                </a:solidFill>
                <a:latin typeface="IBM Plex Sans Arabic Medium" panose="020B0503050203000203" pitchFamily="34" charset="-78"/>
                <a:cs typeface="IBM Plex Sans Arabic Medium" panose="020B0503050203000203" pitchFamily="34" charset="-78"/>
              </a:rPr>
              <a:t>الدورة التأهيلية: </a:t>
            </a:r>
            <a:r>
              <a:rPr lang="ar-SA" sz="1500" dirty="0">
                <a:solidFill>
                  <a:srgbClr val="005B85"/>
                </a:solidFill>
                <a:latin typeface="IBM Plex Sans Arabic Medium" panose="020B0503050203000203" pitchFamily="34" charset="-78"/>
                <a:cs typeface="IBM Plex Sans Arabic Medium" panose="020B0503050203000203" pitchFamily="34" charset="-78"/>
              </a:rPr>
              <a:t>برنامج تدريبي مدته أكثر من شهر إلى أقل من سنة وعدد ساعاته التدريبية أكثر من (60) ستين ساعة.</a:t>
            </a:r>
          </a:p>
          <a:p>
            <a:pPr marL="152400" indent="-152400" algn="r" rtl="1">
              <a:buFont typeface="Wingdings" pitchFamily="2" charset="2"/>
              <a:buChar char="ü"/>
            </a:pPr>
            <a:r>
              <a:rPr lang="ar-SA" sz="1400" dirty="0">
                <a:solidFill>
                  <a:srgbClr val="005B85"/>
                </a:solidFill>
                <a:highlight>
                  <a:srgbClr val="FFFF00"/>
                </a:highlight>
                <a:latin typeface="IBM Plex Sans Arabic Medium" panose="020B0503050203000203" pitchFamily="34" charset="-78"/>
                <a:cs typeface="IBM Plex Sans Arabic Medium" panose="020B0503050203000203" pitchFamily="34" charset="-78"/>
              </a:rPr>
              <a:t>الديبلوم المساعد: برنامج تدريبي مدته أقل من سنة.</a:t>
            </a:r>
            <a:endParaRPr lang="en-US" sz="1400" dirty="0">
              <a:solidFill>
                <a:srgbClr val="005B85"/>
              </a:solidFill>
              <a:latin typeface="IBM Plex Sans Arabic Medium" panose="020B0503050203000203" pitchFamily="34" charset="-78"/>
              <a:cs typeface="IBM Plex Sans Arabic Medium" panose="020B0503050203000203" pitchFamily="34" charset="-78"/>
            </a:endParaRPr>
          </a:p>
          <a:p>
            <a:pPr marL="152400" indent="-152400" algn="r" rtl="1">
              <a:buFont typeface="Wingdings" pitchFamily="2" charset="2"/>
              <a:buChar char="ü"/>
            </a:pPr>
            <a:r>
              <a:rPr lang="ar-SA" sz="1600" dirty="0">
                <a:solidFill>
                  <a:srgbClr val="005B85"/>
                </a:solidFill>
                <a:latin typeface="IBM Plex Sans Arabic Medium" panose="020B0503050203000203" pitchFamily="34" charset="-78"/>
                <a:cs typeface="IBM Plex Sans Arabic Medium" panose="020B0503050203000203" pitchFamily="34" charset="-78"/>
              </a:rPr>
              <a:t>البرنامج التأهيلي: برنامج تدريبي مدته من سنة إلى أقل من سنتين.</a:t>
            </a:r>
            <a:endParaRPr lang="en-US" sz="1600" dirty="0">
              <a:solidFill>
                <a:srgbClr val="005B85"/>
              </a:solidFill>
              <a:latin typeface="IBM Plex Sans Arabic Medium" panose="020B0503050203000203" pitchFamily="34" charset="-78"/>
              <a:cs typeface="IBM Plex Sans Arabic Medium" panose="020B0503050203000203" pitchFamily="34" charset="-78"/>
            </a:endParaRPr>
          </a:p>
          <a:p>
            <a:pPr marL="152400" indent="-152400" algn="r" rtl="1">
              <a:buFont typeface="Wingdings" pitchFamily="2" charset="2"/>
              <a:buChar char="ü"/>
            </a:pPr>
            <a:r>
              <a:rPr lang="ar-SA" sz="1600" dirty="0">
                <a:solidFill>
                  <a:srgbClr val="005B85"/>
                </a:solidFill>
                <a:latin typeface="IBM Plex Sans Arabic Medium" panose="020B0503050203000203" pitchFamily="34" charset="-78"/>
                <a:cs typeface="IBM Plex Sans Arabic Medium" panose="020B0503050203000203" pitchFamily="34" charset="-78"/>
              </a:rPr>
              <a:t>الديبلوم التدريبي: برنامج تدريبي مدته من سنتين إلى ثلاث سنوات.</a:t>
            </a:r>
            <a:endParaRPr lang="ar-SA" sz="1400" dirty="0">
              <a:solidFill>
                <a:srgbClr val="005B85"/>
              </a:solidFill>
              <a:latin typeface="IBM Plex Sans Arabic Medium" panose="020B0503050203000203" pitchFamily="34" charset="-78"/>
              <a:cs typeface="IBM Plex Sans Arabic Medium" panose="020B0503050203000203" pitchFamily="34" charset="-78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B2B0315-876A-5EF7-319E-2C50FFD881EC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10090191" y="-1129766"/>
            <a:ext cx="495300" cy="1041400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5A8FC79E-F1EB-B91C-DF7D-A979267C7598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10601402" y="-672566"/>
            <a:ext cx="355600" cy="584200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00B0938B-04D5-1E12-1DF6-72963328070C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 flipH="1">
            <a:off x="11032765" y="-672566"/>
            <a:ext cx="353570" cy="584200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151D3AC6-85D0-5CD6-DEBE-7AD1708C77D2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11499275" y="-642939"/>
            <a:ext cx="406400" cy="584200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AA309819-CE18-16BA-EFFA-2E89E1DDD677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11944519" y="-494175"/>
            <a:ext cx="304800" cy="393700"/>
          </a:xfrm>
          <a:prstGeom prst="rect">
            <a:avLst/>
          </a:prstGeom>
        </p:spPr>
      </p:pic>
      <p:sp>
        <p:nvSpPr>
          <p:cNvPr id="67" name="TextBox 66">
            <a:extLst>
              <a:ext uri="{FF2B5EF4-FFF2-40B4-BE49-F238E27FC236}">
                <a16:creationId xmlns:a16="http://schemas.microsoft.com/office/drawing/2014/main" id="{0D0E7602-46DD-B72F-BAA0-9AABD57EA90B}"/>
              </a:ext>
            </a:extLst>
          </p:cNvPr>
          <p:cNvSpPr txBox="1"/>
          <p:nvPr/>
        </p:nvSpPr>
        <p:spPr>
          <a:xfrm>
            <a:off x="7573739" y="148303"/>
            <a:ext cx="838002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SA" dirty="0">
                <a:latin typeface="IBM Plex Sans Arabic" panose="020B0503050203000203" pitchFamily="34" charset="-78"/>
                <a:cs typeface="IBM Plex Sans Arabic" panose="020B0503050203000203" pitchFamily="34" charset="-78"/>
              </a:rPr>
              <a:t>عدد الدورات والبرامج المنجزة </a:t>
            </a:r>
          </a:p>
          <a:p>
            <a:r>
              <a:rPr lang="en-SA" dirty="0">
                <a:latin typeface="IBM Plex Sans Arabic" panose="020B0503050203000203" pitchFamily="34" charset="-78"/>
                <a:cs typeface="IBM Plex Sans Arabic" panose="020B0503050203000203" pitchFamily="34" charset="-78"/>
              </a:rPr>
              <a:t>من 12-05-2024 الي 16-05-2024-16</a:t>
            </a:r>
          </a:p>
        </p:txBody>
      </p:sp>
      <p:sp>
        <p:nvSpPr>
          <p:cNvPr id="17" name="مستطيل 51">
            <a:extLst>
              <a:ext uri="{FF2B5EF4-FFF2-40B4-BE49-F238E27FC236}">
                <a16:creationId xmlns:a16="http://schemas.microsoft.com/office/drawing/2014/main" id="{5561F947-0E31-3B4F-9B43-6EED6A346CA3}"/>
              </a:ext>
            </a:extLst>
          </p:cNvPr>
          <p:cNvSpPr/>
          <p:nvPr/>
        </p:nvSpPr>
        <p:spPr>
          <a:xfrm>
            <a:off x="142874" y="425649"/>
            <a:ext cx="7205347" cy="383753"/>
          </a:xfrm>
          <a:prstGeom prst="rect">
            <a:avLst/>
          </a:prstGeom>
          <a:solidFill>
            <a:srgbClr val="00349C"/>
          </a:solidFill>
          <a:ln>
            <a:solidFill>
              <a:srgbClr val="F8F8F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ar-SA" dirty="0"/>
          </a:p>
        </p:txBody>
      </p:sp>
      <p:sp>
        <p:nvSpPr>
          <p:cNvPr id="18" name="عنصر نائب للنص 2">
            <a:extLst>
              <a:ext uri="{FF2B5EF4-FFF2-40B4-BE49-F238E27FC236}">
                <a16:creationId xmlns:a16="http://schemas.microsoft.com/office/drawing/2014/main" id="{CA4420E8-4D94-1A42-B1DC-E1341804A32D}"/>
              </a:ext>
            </a:extLst>
          </p:cNvPr>
          <p:cNvSpPr txBox="1">
            <a:spLocks/>
          </p:cNvSpPr>
          <p:nvPr/>
        </p:nvSpPr>
        <p:spPr>
          <a:xfrm>
            <a:off x="1907630" y="471469"/>
            <a:ext cx="5450084" cy="287135"/>
          </a:xfrm>
          <a:prstGeom prst="rect">
            <a:avLst/>
          </a:prstGeom>
        </p:spPr>
        <p:txBody>
          <a:bodyPr anchor="ctr"/>
          <a:lstStyle>
            <a:lvl1pPr marL="0" indent="-141747" algn="r" defTabSz="567019" rtl="1" eaLnBrk="1" latinLnBrk="0" hangingPunct="1">
              <a:lnSpc>
                <a:spcPct val="90000"/>
              </a:lnSpc>
              <a:spcBef>
                <a:spcPts val="620"/>
              </a:spcBef>
              <a:buFont typeface="Arial" panose="020B0604020202020204" pitchFamily="34" charset="0"/>
              <a:buChar char="•"/>
              <a:defRPr sz="1736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25240" indent="-141747" algn="r" defTabSz="566987" rtl="1" eaLnBrk="1" latinLnBrk="0" hangingPunct="1">
              <a:lnSpc>
                <a:spcPct val="90000"/>
              </a:lnSpc>
              <a:spcBef>
                <a:spcPts val="310"/>
              </a:spcBef>
              <a:buFont typeface="Arial" panose="020B0604020202020204" pitchFamily="34" charset="0"/>
              <a:buChar char="•"/>
              <a:defRPr sz="14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08733" indent="-141747" algn="r" defTabSz="566987" rtl="1" eaLnBrk="1" latinLnBrk="0" hangingPunct="1">
              <a:lnSpc>
                <a:spcPct val="90000"/>
              </a:lnSpc>
              <a:spcBef>
                <a:spcPts val="310"/>
              </a:spcBef>
              <a:buFont typeface="Arial" panose="020B0604020202020204" pitchFamily="34" charset="0"/>
              <a:buChar char="•"/>
              <a:defRPr sz="12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50480" indent="0" algn="r" defTabSz="566987" rtl="1" eaLnBrk="1" latinLnBrk="0" hangingPunct="1">
              <a:lnSpc>
                <a:spcPct val="90000"/>
              </a:lnSpc>
              <a:spcBef>
                <a:spcPts val="310"/>
              </a:spcBef>
              <a:buFont typeface="Arial" panose="020B0604020202020204" pitchFamily="34" charset="0"/>
              <a:buNone/>
              <a:defRPr sz="111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33974" indent="0" algn="r" defTabSz="566987" rtl="1" eaLnBrk="1" latinLnBrk="0" hangingPunct="1">
              <a:lnSpc>
                <a:spcPct val="90000"/>
              </a:lnSpc>
              <a:spcBef>
                <a:spcPts val="310"/>
              </a:spcBef>
              <a:buFont typeface="Arial" panose="020B0604020202020204" pitchFamily="34" charset="0"/>
              <a:buNone/>
              <a:defRPr sz="111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59214" indent="-141747" algn="r" defTabSz="566987" rtl="1" eaLnBrk="1" latinLnBrk="0" hangingPunct="1">
              <a:lnSpc>
                <a:spcPct val="90000"/>
              </a:lnSpc>
              <a:spcBef>
                <a:spcPts val="310"/>
              </a:spcBef>
              <a:buFont typeface="Arial" panose="020B0604020202020204" pitchFamily="34" charset="0"/>
              <a:buChar char="•"/>
              <a:defRPr sz="111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42707" indent="-141747" algn="r" defTabSz="566987" rtl="1" eaLnBrk="1" latinLnBrk="0" hangingPunct="1">
              <a:lnSpc>
                <a:spcPct val="90000"/>
              </a:lnSpc>
              <a:spcBef>
                <a:spcPts val="310"/>
              </a:spcBef>
              <a:buFont typeface="Arial" panose="020B0604020202020204" pitchFamily="34" charset="0"/>
              <a:buChar char="•"/>
              <a:defRPr sz="111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26201" indent="-141747" algn="r" defTabSz="566987" rtl="1" eaLnBrk="1" latinLnBrk="0" hangingPunct="1">
              <a:lnSpc>
                <a:spcPct val="90000"/>
              </a:lnSpc>
              <a:spcBef>
                <a:spcPts val="310"/>
              </a:spcBef>
              <a:buFont typeface="Arial" panose="020B0604020202020204" pitchFamily="34" charset="0"/>
              <a:buChar char="•"/>
              <a:defRPr sz="111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09694" indent="-141747" algn="r" defTabSz="566987" rtl="1" eaLnBrk="1" latinLnBrk="0" hangingPunct="1">
              <a:lnSpc>
                <a:spcPct val="90000"/>
              </a:lnSpc>
              <a:spcBef>
                <a:spcPts val="310"/>
              </a:spcBef>
              <a:buFont typeface="Arial" panose="020B0604020202020204" pitchFamily="34" charset="0"/>
              <a:buChar char="•"/>
              <a:defRPr sz="111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0">
              <a:buFont typeface="Arial" panose="020B0604020202020204" pitchFamily="34" charset="0"/>
              <a:buNone/>
            </a:pPr>
            <a:r>
              <a:rPr lang="ar-SA" b="1" dirty="0">
                <a:solidFill>
                  <a:schemeClr val="bg1"/>
                </a:solidFill>
                <a:latin typeface="IBM Plex Sans Arabic" panose="020B0503050203000203" pitchFamily="34" charset="-78"/>
                <a:cs typeface="IBM Plex Sans Arabic" panose="020B0503050203000203" pitchFamily="34" charset="-78"/>
              </a:rPr>
              <a:t>الـــــــبــــــــــــــــــــــرامــــــــــــج الــــــــــتــــــــــــدريـــــــــــبـــــــيـــــــــــــــــة المـــنــــــــجـــــــــــزة</a:t>
            </a:r>
          </a:p>
        </p:txBody>
      </p:sp>
      <p:graphicFrame>
        <p:nvGraphicFramePr>
          <p:cNvPr id="35" name="Chart 34">
            <a:extLst>
              <a:ext uri="{FF2B5EF4-FFF2-40B4-BE49-F238E27FC236}">
                <a16:creationId xmlns:a16="http://schemas.microsoft.com/office/drawing/2014/main" id="{420AF95D-4993-5561-4EB6-F847E323A8BA}"/>
              </a:ext>
            </a:extLst>
          </p:cNvPr>
          <p:cNvGraphicFramePr/>
          <p:nvPr/>
        </p:nvGraphicFramePr>
        <p:xfrm>
          <a:off x="9301930" y="-3099565"/>
          <a:ext cx="3715177" cy="389854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CD6FD3E3-48DC-42BF-CB0A-0D1A8E7113EF}"/>
              </a:ext>
            </a:extLst>
          </p:cNvPr>
          <p:cNvGraphicFramePr/>
          <p:nvPr/>
        </p:nvGraphicFramePr>
        <p:xfrm>
          <a:off x="7928465" y="7443534"/>
          <a:ext cx="7134105" cy="285797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sp>
        <p:nvSpPr>
          <p:cNvPr id="10" name="مستطيل 51">
            <a:extLst>
              <a:ext uri="{FF2B5EF4-FFF2-40B4-BE49-F238E27FC236}">
                <a16:creationId xmlns:a16="http://schemas.microsoft.com/office/drawing/2014/main" id="{AF633A52-EA8D-38FE-3D0D-8B9C5C8D9D0C}"/>
              </a:ext>
            </a:extLst>
          </p:cNvPr>
          <p:cNvSpPr/>
          <p:nvPr/>
        </p:nvSpPr>
        <p:spPr>
          <a:xfrm>
            <a:off x="156355" y="825899"/>
            <a:ext cx="7186922" cy="330597"/>
          </a:xfrm>
          <a:prstGeom prst="rect">
            <a:avLst/>
          </a:prstGeom>
          <a:solidFill>
            <a:srgbClr val="2163CB"/>
          </a:solidFill>
          <a:ln>
            <a:solidFill>
              <a:srgbClr val="006EB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r" rtl="1"/>
            <a:r>
              <a:rPr lang="ar-SA" b="1" dirty="0">
                <a:latin typeface="IBM Plex Sans Arabic SemiBold" panose="020B0503050203000203" pitchFamily="34" charset="-78"/>
                <a:cs typeface="IBM Plex Sans Arabic SemiBold" panose="020B0503050203000203" pitchFamily="34" charset="-78"/>
              </a:rPr>
              <a:t>الـــــدورات والـــبرامــــج المــــنــــــجـــــــــــــــزة في </a:t>
            </a:r>
            <a:r>
              <a:rPr lang="en-GB" b="1" dirty="0">
                <a:latin typeface="IBM Plex Sans Arabic SemiBold" panose="020B0503050203000203" pitchFamily="34" charset="-78"/>
                <a:cs typeface="IBM Plex Sans Arabic SemiBold" panose="020B0503050203000203" pitchFamily="34" charset="-78"/>
              </a:rPr>
              <a:t>202</a:t>
            </a:r>
            <a:r>
              <a:rPr lang="en-US" b="1" dirty="0">
                <a:latin typeface="IBM Plex Sans Arabic SemiBold" panose="020B0503050203000203" pitchFamily="34" charset="-78"/>
                <a:cs typeface="IBM Plex Sans Arabic SemiBold" panose="020B0503050203000203" pitchFamily="34" charset="-78"/>
              </a:rPr>
              <a:t>6</a:t>
            </a:r>
            <a:r>
              <a:rPr lang="ar-SA" b="1" dirty="0">
                <a:latin typeface="IBM Plex Sans Arabic SemiBold" panose="020B0503050203000203" pitchFamily="34" charset="-78"/>
                <a:cs typeface="IBM Plex Sans Arabic SemiBold" panose="020B0503050203000203" pitchFamily="34" charset="-78"/>
              </a:rPr>
              <a:t> (تراكـــــمــــــــي)</a:t>
            </a:r>
          </a:p>
        </p:txBody>
      </p:sp>
      <p:graphicFrame>
        <p:nvGraphicFramePr>
          <p:cNvPr id="13" name="Chart 12">
            <a:extLst>
              <a:ext uri="{FF2B5EF4-FFF2-40B4-BE49-F238E27FC236}">
                <a16:creationId xmlns:a16="http://schemas.microsoft.com/office/drawing/2014/main" id="{182367B4-6007-90AD-C974-7ABA82849DF2}"/>
              </a:ext>
            </a:extLst>
          </p:cNvPr>
          <p:cNvGraphicFramePr/>
          <p:nvPr/>
        </p:nvGraphicFramePr>
        <p:xfrm>
          <a:off x="7732929" y="2753618"/>
          <a:ext cx="3741578" cy="241666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8"/>
          </a:graphicData>
        </a:graphic>
      </p:graphicFrame>
      <p:graphicFrame>
        <p:nvGraphicFramePr>
          <p:cNvPr id="14" name="Chart 13">
            <a:extLst>
              <a:ext uri="{FF2B5EF4-FFF2-40B4-BE49-F238E27FC236}">
                <a16:creationId xmlns:a16="http://schemas.microsoft.com/office/drawing/2014/main" id="{BAE708ED-FEAD-F028-5AAD-9D9166CD2821}"/>
              </a:ext>
            </a:extLst>
          </p:cNvPr>
          <p:cNvGraphicFramePr/>
          <p:nvPr/>
        </p:nvGraphicFramePr>
        <p:xfrm>
          <a:off x="11509849" y="5211506"/>
          <a:ext cx="3719260" cy="216278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9"/>
          </a:graphicData>
        </a:graphic>
      </p:graphicFrame>
      <p:graphicFrame>
        <p:nvGraphicFramePr>
          <p:cNvPr id="15" name="Chart 14">
            <a:extLst>
              <a:ext uri="{FF2B5EF4-FFF2-40B4-BE49-F238E27FC236}">
                <a16:creationId xmlns:a16="http://schemas.microsoft.com/office/drawing/2014/main" id="{6F17CF66-4733-9C7F-E8D1-BF94C15EE0D7}"/>
              </a:ext>
            </a:extLst>
          </p:cNvPr>
          <p:cNvGraphicFramePr/>
          <p:nvPr/>
        </p:nvGraphicFramePr>
        <p:xfrm>
          <a:off x="7731988" y="5211506"/>
          <a:ext cx="3742519" cy="216278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0"/>
          </a:graphicData>
        </a:graphic>
      </p:graphicFrame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C71C54A2-68AB-49F3-6A55-FE83156653F5}"/>
              </a:ext>
            </a:extLst>
          </p:cNvPr>
          <p:cNvCxnSpPr>
            <a:cxnSpLocks/>
          </p:cNvCxnSpPr>
          <p:nvPr/>
        </p:nvCxnSpPr>
        <p:spPr>
          <a:xfrm flipH="1" flipV="1">
            <a:off x="7812284" y="5173440"/>
            <a:ext cx="7309370" cy="28450"/>
          </a:xfrm>
          <a:prstGeom prst="line">
            <a:avLst/>
          </a:prstGeom>
          <a:ln cmpd="sng">
            <a:solidFill>
              <a:schemeClr val="tx2">
                <a:lumMod val="50000"/>
              </a:schemeClr>
            </a:solidFill>
            <a:prstDash val="sysDot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297FB5EF-8FD6-7744-5BA2-78D3D2E3D237}"/>
              </a:ext>
            </a:extLst>
          </p:cNvPr>
          <p:cNvSpPr txBox="1"/>
          <p:nvPr/>
        </p:nvSpPr>
        <p:spPr>
          <a:xfrm>
            <a:off x="11583044" y="5201890"/>
            <a:ext cx="356832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ar-SA" sz="20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035FB2"/>
                </a:solidFill>
                <a:effectLst>
                  <a:outerShdw blurRad="12700" sx="1000" sy="1000" algn="tl" rotWithShape="0">
                    <a:schemeClr val="bg1">
                      <a:lumMod val="50000"/>
                    </a:schemeClr>
                  </a:outerShdw>
                </a:effectLst>
                <a:latin typeface="IBM Plex Sans Arabic" panose="020B0503050203000203" pitchFamily="34" charset="-78"/>
                <a:cs typeface="IBM Plex Sans Arabic" panose="020B0503050203000203" pitchFamily="34" charset="-78"/>
              </a:rPr>
              <a:t>البـــــرامـــــــج المنجـــــزة حسب القطاع</a:t>
            </a:r>
          </a:p>
        </p:txBody>
      </p:sp>
      <p:graphicFrame>
        <p:nvGraphicFramePr>
          <p:cNvPr id="21" name="Chart 20">
            <a:extLst>
              <a:ext uri="{FF2B5EF4-FFF2-40B4-BE49-F238E27FC236}">
                <a16:creationId xmlns:a16="http://schemas.microsoft.com/office/drawing/2014/main" id="{EEC3B073-4424-4A8A-0671-DF2AA65B2588}"/>
              </a:ext>
            </a:extLst>
          </p:cNvPr>
          <p:cNvGraphicFramePr/>
          <p:nvPr/>
        </p:nvGraphicFramePr>
        <p:xfrm>
          <a:off x="11513930" y="2775932"/>
          <a:ext cx="3715178" cy="238789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1"/>
          </a:graphicData>
        </a:graphic>
      </p:graphicFrame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611EF1B3-5CBA-9D25-D7D0-098B78EB27C6}"/>
              </a:ext>
            </a:extLst>
          </p:cNvPr>
          <p:cNvCxnSpPr>
            <a:cxnSpLocks/>
          </p:cNvCxnSpPr>
          <p:nvPr/>
        </p:nvCxnSpPr>
        <p:spPr>
          <a:xfrm>
            <a:off x="11494878" y="2753618"/>
            <a:ext cx="0" cy="2971725"/>
          </a:xfrm>
          <a:prstGeom prst="line">
            <a:avLst/>
          </a:prstGeom>
          <a:ln cmpd="sng">
            <a:solidFill>
              <a:schemeClr val="tx2">
                <a:lumMod val="50000"/>
              </a:schemeClr>
            </a:solidFill>
            <a:prstDash val="sysDot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07EAEEF8-63D3-B321-DD72-716EDA9010CD}"/>
              </a:ext>
            </a:extLst>
          </p:cNvPr>
          <p:cNvCxnSpPr>
            <a:cxnSpLocks/>
          </p:cNvCxnSpPr>
          <p:nvPr/>
        </p:nvCxnSpPr>
        <p:spPr>
          <a:xfrm>
            <a:off x="11484693" y="5103512"/>
            <a:ext cx="7484" cy="2308712"/>
          </a:xfrm>
          <a:prstGeom prst="line">
            <a:avLst/>
          </a:prstGeom>
          <a:ln cmpd="sng">
            <a:solidFill>
              <a:schemeClr val="tx2">
                <a:lumMod val="50000"/>
              </a:schemeClr>
            </a:solidFill>
            <a:prstDash val="sysDot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177B62EB-0249-BBEB-67E4-05F3A63F71FB}"/>
              </a:ext>
            </a:extLst>
          </p:cNvPr>
          <p:cNvCxnSpPr>
            <a:cxnSpLocks/>
          </p:cNvCxnSpPr>
          <p:nvPr/>
        </p:nvCxnSpPr>
        <p:spPr>
          <a:xfrm>
            <a:off x="8028309" y="8586266"/>
            <a:ext cx="6979040" cy="0"/>
          </a:xfrm>
          <a:prstGeom prst="line">
            <a:avLst/>
          </a:prstGeom>
          <a:ln w="22225" cap="flat" cmpd="sng" algn="ctr">
            <a:solidFill>
              <a:srgbClr val="C00000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graphicFrame>
        <p:nvGraphicFramePr>
          <p:cNvPr id="61" name="Table 60">
            <a:extLst>
              <a:ext uri="{FF2B5EF4-FFF2-40B4-BE49-F238E27FC236}">
                <a16:creationId xmlns:a16="http://schemas.microsoft.com/office/drawing/2014/main" id="{46973F52-B601-4036-9D3A-46147A8E940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22778393"/>
              </p:ext>
            </p:extLst>
          </p:nvPr>
        </p:nvGraphicFramePr>
        <p:xfrm>
          <a:off x="330821" y="4226740"/>
          <a:ext cx="2750201" cy="608240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1289">
                  <a:extLst>
                    <a:ext uri="{9D8B030D-6E8A-4147-A177-3AD203B41FA5}">
                      <a16:colId xmlns:a16="http://schemas.microsoft.com/office/drawing/2014/main" val="2433974314"/>
                    </a:ext>
                  </a:extLst>
                </a:gridCol>
                <a:gridCol w="476316">
                  <a:extLst>
                    <a:ext uri="{9D8B030D-6E8A-4147-A177-3AD203B41FA5}">
                      <a16:colId xmlns:a16="http://schemas.microsoft.com/office/drawing/2014/main" val="3697632127"/>
                    </a:ext>
                  </a:extLst>
                </a:gridCol>
                <a:gridCol w="612406">
                  <a:extLst>
                    <a:ext uri="{9D8B030D-6E8A-4147-A177-3AD203B41FA5}">
                      <a16:colId xmlns:a16="http://schemas.microsoft.com/office/drawing/2014/main" val="895864530"/>
                    </a:ext>
                  </a:extLst>
                </a:gridCol>
                <a:gridCol w="572451">
                  <a:extLst>
                    <a:ext uri="{9D8B030D-6E8A-4147-A177-3AD203B41FA5}">
                      <a16:colId xmlns:a16="http://schemas.microsoft.com/office/drawing/2014/main" val="2849059671"/>
                    </a:ext>
                  </a:extLst>
                </a:gridCol>
                <a:gridCol w="527739">
                  <a:extLst>
                    <a:ext uri="{9D8B030D-6E8A-4147-A177-3AD203B41FA5}">
                      <a16:colId xmlns:a16="http://schemas.microsoft.com/office/drawing/2014/main" val="3833580804"/>
                    </a:ext>
                  </a:extLst>
                </a:gridCol>
              </a:tblGrid>
              <a:tr h="502837">
                <a:tc gridSpan="2">
                  <a:txBody>
                    <a:bodyPr/>
                    <a:lstStyle/>
                    <a:p>
                      <a:pPr algn="ctr" rtl="1" fontAlgn="ctr"/>
                      <a:r>
                        <a:rPr lang="ar-SA" sz="1600" u="none" strike="noStrike" dirty="0">
                          <a:effectLst>
                            <a:outerShdw blurRad="50800" dist="38100" algn="tr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IBM Plex Sans Arabic" panose="020B0503050203000203" pitchFamily="34" charset="-78"/>
                          <a:cs typeface="IBM Plex Sans Arabic" panose="020B0503050203000203" pitchFamily="34" charset="-78"/>
                        </a:rPr>
                        <a:t>تراكمي</a:t>
                      </a:r>
                      <a:endParaRPr lang="ar-SA" sz="1600" b="1" i="0" u="none" strike="noStrike" dirty="0">
                        <a:solidFill>
                          <a:srgbClr val="FFFFFF"/>
                        </a:solidFill>
                        <a:effectLst>
                          <a:outerShdw blurRad="50800" dist="38100" algn="tr" rotWithShape="0">
                            <a:prstClr val="black">
                              <a:alpha val="40000"/>
                            </a:prstClr>
                          </a:outerShdw>
                        </a:effectLst>
                        <a:latin typeface="IBM Plex Sans Arabic" panose="020B0503050203000203" pitchFamily="34" charset="-78"/>
                        <a:cs typeface="IBM Plex Sans Arabic" panose="020B0503050203000203" pitchFamily="34" charset="-78"/>
                      </a:endParaRPr>
                    </a:p>
                  </a:txBody>
                  <a:tcPr marL="9525" marR="9525" marT="9525" marB="0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rtl="1" fontAlgn="ctr"/>
                      <a:r>
                        <a:rPr lang="ar-SA" sz="1600" u="none" strike="noStrike" dirty="0">
                          <a:effectLst>
                            <a:outerShdw blurRad="50800" dist="38100" algn="tr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IBM Plex Sans Arabic" panose="020B0503050203000203" pitchFamily="34" charset="-78"/>
                          <a:cs typeface="IBM Plex Sans Arabic" panose="020B0503050203000203" pitchFamily="34" charset="-78"/>
                        </a:rPr>
                        <a:t>تأهيلي/ تطويري/دبلوم</a:t>
                      </a:r>
                      <a:endParaRPr lang="ar-SA" sz="1600" b="1" i="0" u="none" strike="noStrike" dirty="0">
                        <a:solidFill>
                          <a:srgbClr val="FFFFFF"/>
                        </a:solidFill>
                        <a:effectLst>
                          <a:outerShdw blurRad="50800" dist="38100" algn="tr" rotWithShape="0">
                            <a:prstClr val="black">
                              <a:alpha val="40000"/>
                            </a:prstClr>
                          </a:outerShdw>
                        </a:effectLst>
                        <a:latin typeface="IBM Plex Sans Arabic" panose="020B0503050203000203" pitchFamily="34" charset="-78"/>
                        <a:cs typeface="IBM Plex Sans Arabic" panose="020B0503050203000203" pitchFamily="34" charset="-78"/>
                      </a:endParaRPr>
                    </a:p>
                  </a:txBody>
                  <a:tcPr marL="9525" marR="9525" marT="9525" marB="0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 fontAlgn="ctr"/>
                      <a:r>
                        <a:rPr lang="ar-SA" sz="1600" u="none" strike="noStrike" dirty="0">
                          <a:effectLst>
                            <a:outerShdw blurRad="50800" dist="38100" algn="tr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IBM Plex Sans Arabic" panose="020B0503050203000203" pitchFamily="34" charset="-78"/>
                          <a:cs typeface="IBM Plex Sans Arabic" panose="020B0503050203000203" pitchFamily="34" charset="-78"/>
                        </a:rPr>
                        <a:t>الأشهر</a:t>
                      </a:r>
                      <a:endParaRPr lang="ar-SA" sz="1600" b="1" i="0" u="none" strike="noStrike" dirty="0">
                        <a:solidFill>
                          <a:srgbClr val="FFFFFF"/>
                        </a:solidFill>
                        <a:effectLst>
                          <a:outerShdw blurRad="50800" dist="38100" algn="tr" rotWithShape="0">
                            <a:prstClr val="black">
                              <a:alpha val="40000"/>
                            </a:prstClr>
                          </a:outerShdw>
                        </a:effectLst>
                        <a:latin typeface="IBM Plex Sans Arabic" panose="020B0503050203000203" pitchFamily="34" charset="-78"/>
                        <a:cs typeface="IBM Plex Sans Arabic" panose="020B0503050203000203" pitchFamily="34" charset="-78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205863178"/>
                  </a:ext>
                </a:extLst>
              </a:tr>
              <a:tr h="428610">
                <a:tc>
                  <a:txBody>
                    <a:bodyPr/>
                    <a:lstStyle/>
                    <a:p>
                      <a:pPr algn="ctr" rtl="1" fontAlgn="ctr"/>
                      <a:r>
                        <a:rPr lang="ar-SA" sz="1120" b="0" i="0" u="none" strike="noStrike" dirty="0">
                          <a:solidFill>
                            <a:srgbClr val="0070C0"/>
                          </a:solidFill>
                          <a:effectLst/>
                          <a:latin typeface="IBM Plex Sans Arabic" panose="020B0503050203000203" pitchFamily="34" charset="-78"/>
                          <a:cs typeface="IBM Plex Sans Arabic" panose="020B0503050203000203" pitchFamily="34" charset="-78"/>
                        </a:rPr>
                        <a:t>المتدربين</a:t>
                      </a:r>
                      <a:endParaRPr lang="en-US" sz="1120" b="0" i="0" u="none" strike="noStrike" dirty="0">
                        <a:solidFill>
                          <a:srgbClr val="0070C0"/>
                        </a:solidFill>
                        <a:effectLst/>
                        <a:latin typeface="IBM Plex Sans Arabic" panose="020B0503050203000203" pitchFamily="34" charset="-78"/>
                        <a:cs typeface="IBM Plex Sans Arabic" panose="020B0503050203000203" pitchFamily="34" charset="-78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1" fontAlgn="ctr"/>
                      <a:r>
                        <a:rPr lang="ar-SA" sz="1120" b="0" i="0" u="none" strike="noStrike" dirty="0">
                          <a:solidFill>
                            <a:srgbClr val="0070C0"/>
                          </a:solidFill>
                          <a:effectLst/>
                          <a:latin typeface="IBM Plex Sans Arabic" panose="020B0503050203000203" pitchFamily="34" charset="-78"/>
                          <a:cs typeface="IBM Plex Sans Arabic" panose="020B0503050203000203" pitchFamily="34" charset="-78"/>
                        </a:rPr>
                        <a:t>البرامج</a:t>
                      </a:r>
                      <a:endParaRPr lang="en-US" sz="1120" b="0" i="0" u="none" strike="noStrike" dirty="0">
                        <a:solidFill>
                          <a:srgbClr val="0070C0"/>
                        </a:solidFill>
                        <a:effectLst/>
                        <a:latin typeface="IBM Plex Sans Arabic" panose="020B0503050203000203" pitchFamily="34" charset="-78"/>
                        <a:cs typeface="IBM Plex Sans Arabic" panose="020B0503050203000203" pitchFamily="34" charset="-78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1" fontAlgn="ctr"/>
                      <a:r>
                        <a:rPr lang="ar-SA" sz="1120" b="0" i="0" u="none" strike="noStrike" dirty="0">
                          <a:solidFill>
                            <a:srgbClr val="0070C0"/>
                          </a:solidFill>
                          <a:effectLst/>
                          <a:latin typeface="IBM Plex Sans Arabic" panose="020B0503050203000203" pitchFamily="34" charset="-78"/>
                          <a:cs typeface="IBM Plex Sans Arabic" panose="020B0503050203000203" pitchFamily="34" charset="-78"/>
                        </a:rPr>
                        <a:t>المتدربين</a:t>
                      </a:r>
                      <a:endParaRPr lang="en-US" sz="1120" b="0" i="0" u="none" strike="noStrike" dirty="0">
                        <a:solidFill>
                          <a:srgbClr val="0070C0"/>
                        </a:solidFill>
                        <a:effectLst/>
                        <a:latin typeface="IBM Plex Sans Arabic" panose="020B0503050203000203" pitchFamily="34" charset="-78"/>
                        <a:cs typeface="IBM Plex Sans Arabic" panose="020B0503050203000203" pitchFamily="34" charset="-78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1" fontAlgn="ctr"/>
                      <a:r>
                        <a:rPr lang="ar-SA" sz="1120" b="0" i="0" u="none" strike="noStrike" dirty="0">
                          <a:solidFill>
                            <a:srgbClr val="0070C0"/>
                          </a:solidFill>
                          <a:effectLst/>
                          <a:latin typeface="IBM Plex Sans Arabic" panose="020B0503050203000203" pitchFamily="34" charset="-78"/>
                          <a:cs typeface="IBM Plex Sans Arabic" panose="020B0503050203000203" pitchFamily="34" charset="-78"/>
                        </a:rPr>
                        <a:t>البرامج</a:t>
                      </a:r>
                      <a:endParaRPr lang="en-US" sz="1120" b="0" i="0" u="none" strike="noStrike" dirty="0">
                        <a:solidFill>
                          <a:srgbClr val="0070C0"/>
                        </a:solidFill>
                        <a:effectLst/>
                        <a:latin typeface="IBM Plex Sans Arabic" panose="020B0503050203000203" pitchFamily="34" charset="-78"/>
                        <a:cs typeface="IBM Plex Sans Arabic" panose="020B0503050203000203" pitchFamily="34" charset="-78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1" fontAlgn="ctr"/>
                      <a:endParaRPr lang="ar-SA" sz="1400" b="0" i="0" u="none" strike="noStrike" dirty="0">
                        <a:solidFill>
                          <a:srgbClr val="0070C0"/>
                        </a:solidFill>
                        <a:effectLst/>
                        <a:latin typeface="IBM Plex Sans Arabic" panose="020B0503050203000203" pitchFamily="34" charset="-78"/>
                        <a:cs typeface="IBM Plex Sans Arabic" panose="020B0503050203000203" pitchFamily="34" charset="-78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689168742"/>
                  </a:ext>
                </a:extLst>
              </a:tr>
              <a:tr h="428610">
                <a:tc>
                  <a:txBody>
                    <a:bodyPr/>
                    <a:lstStyle/>
                    <a:p>
                      <a:pPr algn="ctr" rtl="1" fontAlgn="ctr"/>
                      <a:endParaRPr lang="en-US" sz="1200" b="1" i="0" u="none" strike="noStrike" dirty="0">
                        <a:solidFill>
                          <a:srgbClr val="0070C0"/>
                        </a:solidFill>
                        <a:effectLst/>
                        <a:latin typeface="IBM Plex Sans Arabic" panose="020B0503050203000203" pitchFamily="34" charset="-78"/>
                        <a:cs typeface="IBM Plex Sans Arabic" panose="020B0503050203000203" pitchFamily="34" charset="-78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1" fontAlgn="ctr"/>
                      <a:endParaRPr lang="en-US" sz="1200" b="1" i="0" u="none" strike="noStrike" dirty="0">
                        <a:solidFill>
                          <a:srgbClr val="0070C0"/>
                        </a:solidFill>
                        <a:effectLst/>
                        <a:latin typeface="IBM Plex Sans Arabic" panose="020B0503050203000203" pitchFamily="34" charset="-78"/>
                        <a:cs typeface="IBM Plex Sans Arabic" panose="020B0503050203000203" pitchFamily="34" charset="-78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1" fontAlgn="ctr"/>
                      <a:endParaRPr lang="en-US" sz="1120" b="0" i="0" u="none" strike="noStrike" dirty="0">
                        <a:solidFill>
                          <a:srgbClr val="0070C0"/>
                        </a:solidFill>
                        <a:effectLst/>
                        <a:latin typeface="IBM Plex Sans Arabic" panose="020B0503050203000203" pitchFamily="34" charset="-78"/>
                        <a:cs typeface="IBM Plex Sans Arabic" panose="020B0503050203000203" pitchFamily="34" charset="-78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1" fontAlgn="ctr"/>
                      <a:endParaRPr lang="en-US" sz="1120" b="0" i="0" u="none" strike="noStrike" dirty="0">
                        <a:solidFill>
                          <a:srgbClr val="0070C0"/>
                        </a:solidFill>
                        <a:effectLst/>
                        <a:latin typeface="IBM Plex Sans Arabic" panose="020B0503050203000203" pitchFamily="34" charset="-78"/>
                        <a:cs typeface="IBM Plex Sans Arabic" panose="020B0503050203000203" pitchFamily="34" charset="-78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1" fontAlgn="ctr"/>
                      <a:r>
                        <a:rPr lang="ar-SA" sz="1400" b="0" i="0" u="none" strike="noStrike" dirty="0">
                          <a:solidFill>
                            <a:srgbClr val="0070C0"/>
                          </a:solidFill>
                          <a:effectLst/>
                          <a:latin typeface="IBM Plex Sans Arabic" panose="020B0503050203000203" pitchFamily="34" charset="-78"/>
                          <a:cs typeface="IBM Plex Sans Arabic" panose="020B0503050203000203" pitchFamily="34" charset="-78"/>
                        </a:rPr>
                        <a:t>يناير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31226247"/>
                  </a:ext>
                </a:extLst>
              </a:tr>
              <a:tr h="428610">
                <a:tc>
                  <a:txBody>
                    <a:bodyPr/>
                    <a:lstStyle/>
                    <a:p>
                      <a:pPr algn="ctr" rtl="1" fontAlgn="ctr"/>
                      <a:endParaRPr lang="en-US" sz="1200" b="1" i="0" u="none" strike="noStrike" dirty="0">
                        <a:solidFill>
                          <a:srgbClr val="0070C0"/>
                        </a:solidFill>
                        <a:effectLst/>
                        <a:latin typeface="IBM Plex Sans Arabic" panose="020B0503050203000203" pitchFamily="34" charset="-78"/>
                        <a:cs typeface="IBM Plex Sans Arabic" panose="020B0503050203000203" pitchFamily="34" charset="-78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1" fontAlgn="ctr"/>
                      <a:endParaRPr lang="en-US" sz="1200" b="1" i="0" u="none" strike="noStrike" dirty="0">
                        <a:solidFill>
                          <a:srgbClr val="0070C0"/>
                        </a:solidFill>
                        <a:effectLst/>
                        <a:latin typeface="IBM Plex Sans Arabic" panose="020B0503050203000203" pitchFamily="34" charset="-78"/>
                        <a:cs typeface="IBM Plex Sans Arabic" panose="020B0503050203000203" pitchFamily="34" charset="-78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1" fontAlgn="ctr"/>
                      <a:endParaRPr lang="en-US" sz="1120" b="0" i="0" u="none" strike="noStrike" dirty="0">
                        <a:solidFill>
                          <a:srgbClr val="0070C0"/>
                        </a:solidFill>
                        <a:effectLst/>
                        <a:latin typeface="IBM Plex Sans Arabic" panose="020B0503050203000203" pitchFamily="34" charset="-78"/>
                        <a:cs typeface="IBM Plex Sans Arabic" panose="020B0503050203000203" pitchFamily="34" charset="-78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1" fontAlgn="ctr"/>
                      <a:endParaRPr lang="en-US" sz="1120" b="0" i="0" u="none" strike="noStrike" dirty="0">
                        <a:solidFill>
                          <a:srgbClr val="0070C0"/>
                        </a:solidFill>
                        <a:effectLst/>
                        <a:latin typeface="IBM Plex Sans Arabic" panose="020B0503050203000203" pitchFamily="34" charset="-78"/>
                        <a:cs typeface="IBM Plex Sans Arabic" panose="020B0503050203000203" pitchFamily="34" charset="-78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1" fontAlgn="ctr"/>
                      <a:r>
                        <a:rPr lang="ar-SA" sz="1400" b="0" i="0" u="none" strike="noStrike" dirty="0">
                          <a:solidFill>
                            <a:srgbClr val="0070C0"/>
                          </a:solidFill>
                          <a:effectLst/>
                          <a:latin typeface="IBM Plex Sans Arabic" panose="020B0503050203000203" pitchFamily="34" charset="-78"/>
                          <a:cs typeface="IBM Plex Sans Arabic" panose="020B0503050203000203" pitchFamily="34" charset="-78"/>
                        </a:rPr>
                        <a:t>فبراير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557118966"/>
                  </a:ext>
                </a:extLst>
              </a:tr>
              <a:tr h="428610">
                <a:tc>
                  <a:txBody>
                    <a:bodyPr/>
                    <a:lstStyle/>
                    <a:p>
                      <a:pPr algn="ctr" rtl="1" fontAlgn="ctr"/>
                      <a:endParaRPr lang="en-US" sz="1200" b="1" i="0" u="none" strike="noStrike" dirty="0">
                        <a:solidFill>
                          <a:srgbClr val="0070C0"/>
                        </a:solidFill>
                        <a:effectLst/>
                        <a:latin typeface="IBM Plex Sans Arabic" panose="020B0503050203000203" pitchFamily="34" charset="-78"/>
                        <a:cs typeface="IBM Plex Sans Arabic" panose="020B0503050203000203" pitchFamily="34" charset="-78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1" fontAlgn="ctr"/>
                      <a:endParaRPr lang="en-US" sz="1200" b="1" i="0" u="none" strike="noStrike" dirty="0">
                        <a:solidFill>
                          <a:srgbClr val="0070C0"/>
                        </a:solidFill>
                        <a:effectLst/>
                        <a:latin typeface="IBM Plex Sans Arabic" panose="020B0503050203000203" pitchFamily="34" charset="-78"/>
                        <a:cs typeface="IBM Plex Sans Arabic" panose="020B0503050203000203" pitchFamily="34" charset="-78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1" fontAlgn="ctr"/>
                      <a:endParaRPr lang="en-US" sz="1120" b="0" i="0" u="none" strike="noStrike" dirty="0">
                        <a:solidFill>
                          <a:srgbClr val="0070C0"/>
                        </a:solidFill>
                        <a:effectLst/>
                        <a:latin typeface="IBM Plex Sans Arabic" panose="020B0503050203000203" pitchFamily="34" charset="-78"/>
                        <a:cs typeface="IBM Plex Sans Arabic" panose="020B0503050203000203" pitchFamily="34" charset="-78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1" fontAlgn="ctr"/>
                      <a:endParaRPr lang="en-US" sz="1120" b="0" i="0" u="none" strike="noStrike" dirty="0">
                        <a:solidFill>
                          <a:srgbClr val="0070C0"/>
                        </a:solidFill>
                        <a:effectLst/>
                        <a:latin typeface="IBM Plex Sans Arabic" panose="020B0503050203000203" pitchFamily="34" charset="-78"/>
                        <a:cs typeface="IBM Plex Sans Arabic" panose="020B0503050203000203" pitchFamily="34" charset="-78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1" fontAlgn="ctr"/>
                      <a:r>
                        <a:rPr lang="ar-SA" sz="1400" u="none" strike="noStrike" dirty="0">
                          <a:effectLst/>
                          <a:latin typeface="IBM Plex Sans Arabic" panose="020B0503050203000203" pitchFamily="34" charset="-78"/>
                          <a:cs typeface="IBM Plex Sans Arabic" panose="020B0503050203000203" pitchFamily="34" charset="-78"/>
                        </a:rPr>
                        <a:t>مارس</a:t>
                      </a:r>
                      <a:endParaRPr lang="ar-SA" sz="1400" b="0" i="0" u="none" strike="noStrike" dirty="0">
                        <a:solidFill>
                          <a:srgbClr val="0070C0"/>
                        </a:solidFill>
                        <a:effectLst/>
                        <a:latin typeface="IBM Plex Sans Arabic" panose="020B0503050203000203" pitchFamily="34" charset="-78"/>
                        <a:cs typeface="IBM Plex Sans Arabic" panose="020B0503050203000203" pitchFamily="34" charset="-78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965885996"/>
                  </a:ext>
                </a:extLst>
              </a:tr>
              <a:tr h="428610">
                <a:tc>
                  <a:txBody>
                    <a:bodyPr/>
                    <a:lstStyle/>
                    <a:p>
                      <a:pPr algn="ctr" rtl="1" fontAlgn="ctr"/>
                      <a:endParaRPr lang="en-US" sz="1200" b="1" i="0" u="none" strike="noStrike" dirty="0">
                        <a:solidFill>
                          <a:srgbClr val="0070C0"/>
                        </a:solidFill>
                        <a:effectLst/>
                        <a:latin typeface="IBM Plex Sans Arabic" panose="020B0503050203000203" pitchFamily="34" charset="-78"/>
                        <a:cs typeface="IBM Plex Sans Arabic" panose="020B0503050203000203" pitchFamily="34" charset="-78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1" fontAlgn="ctr"/>
                      <a:endParaRPr lang="en-US" sz="1200" b="1" i="0" u="none" strike="noStrike" dirty="0">
                        <a:solidFill>
                          <a:srgbClr val="0070C0"/>
                        </a:solidFill>
                        <a:effectLst/>
                        <a:latin typeface="IBM Plex Sans Arabic" panose="020B0503050203000203" pitchFamily="34" charset="-78"/>
                        <a:cs typeface="IBM Plex Sans Arabic" panose="020B0503050203000203" pitchFamily="34" charset="-78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1" fontAlgn="ctr"/>
                      <a:endParaRPr lang="en-US" sz="1120" b="0" i="0" u="none" strike="noStrike" dirty="0">
                        <a:solidFill>
                          <a:srgbClr val="0070C0"/>
                        </a:solidFill>
                        <a:effectLst/>
                        <a:latin typeface="IBM Plex Sans Arabic" panose="020B0503050203000203" pitchFamily="34" charset="-78"/>
                        <a:cs typeface="IBM Plex Sans Arabic" panose="020B0503050203000203" pitchFamily="34" charset="-78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1" fontAlgn="ctr"/>
                      <a:endParaRPr lang="en-US" sz="1120" b="0" i="0" u="none" strike="noStrike" dirty="0">
                        <a:solidFill>
                          <a:srgbClr val="0070C0"/>
                        </a:solidFill>
                        <a:effectLst/>
                        <a:latin typeface="IBM Plex Sans Arabic" panose="020B0503050203000203" pitchFamily="34" charset="-78"/>
                        <a:cs typeface="IBM Plex Sans Arabic" panose="020B0503050203000203" pitchFamily="34" charset="-78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1" fontAlgn="ctr"/>
                      <a:r>
                        <a:rPr lang="ar-SA" sz="1400" u="none" strike="noStrike" dirty="0">
                          <a:effectLst/>
                          <a:latin typeface="IBM Plex Sans Arabic" panose="020B0503050203000203" pitchFamily="34" charset="-78"/>
                          <a:cs typeface="IBM Plex Sans Arabic" panose="020B0503050203000203" pitchFamily="34" charset="-78"/>
                        </a:rPr>
                        <a:t>أبريل</a:t>
                      </a:r>
                      <a:endParaRPr lang="ar-SA" sz="1400" b="0" i="0" u="none" strike="noStrike" dirty="0">
                        <a:solidFill>
                          <a:srgbClr val="0070C0"/>
                        </a:solidFill>
                        <a:effectLst/>
                        <a:latin typeface="IBM Plex Sans Arabic" panose="020B0503050203000203" pitchFamily="34" charset="-78"/>
                        <a:cs typeface="IBM Plex Sans Arabic" panose="020B0503050203000203" pitchFamily="34" charset="-78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614138426"/>
                  </a:ext>
                </a:extLst>
              </a:tr>
              <a:tr h="428610">
                <a:tc>
                  <a:txBody>
                    <a:bodyPr/>
                    <a:lstStyle/>
                    <a:p>
                      <a:pPr algn="ctr" rtl="1" fontAlgn="ctr"/>
                      <a:endParaRPr lang="en-US" sz="1200" b="1" i="0" u="none" strike="noStrike" dirty="0">
                        <a:solidFill>
                          <a:srgbClr val="0070C0"/>
                        </a:solidFill>
                        <a:effectLst/>
                        <a:latin typeface="IBM Plex Sans Arabic" panose="020B0503050203000203" pitchFamily="34" charset="-78"/>
                        <a:cs typeface="IBM Plex Sans Arabic" panose="020B0503050203000203" pitchFamily="34" charset="-78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1" fontAlgn="ctr"/>
                      <a:endParaRPr lang="en-US" sz="1200" b="1" i="0" u="none" strike="noStrike" dirty="0">
                        <a:solidFill>
                          <a:srgbClr val="0070C0"/>
                        </a:solidFill>
                        <a:effectLst/>
                        <a:latin typeface="IBM Plex Sans Arabic" panose="020B0503050203000203" pitchFamily="34" charset="-78"/>
                        <a:cs typeface="IBM Plex Sans Arabic" panose="020B0503050203000203" pitchFamily="34" charset="-78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1" fontAlgn="ctr"/>
                      <a:endParaRPr lang="en-US" sz="1120" b="0" i="0" u="none" strike="noStrike" dirty="0">
                        <a:solidFill>
                          <a:srgbClr val="0070C0"/>
                        </a:solidFill>
                        <a:effectLst/>
                        <a:latin typeface="IBM Plex Sans Arabic" panose="020B0503050203000203" pitchFamily="34" charset="-78"/>
                        <a:cs typeface="IBM Plex Sans Arabic" panose="020B0503050203000203" pitchFamily="34" charset="-78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1" fontAlgn="ctr"/>
                      <a:endParaRPr lang="en-US" sz="1120" b="0" i="0" u="none" strike="noStrike" dirty="0">
                        <a:solidFill>
                          <a:srgbClr val="0070C0"/>
                        </a:solidFill>
                        <a:effectLst/>
                        <a:latin typeface="IBM Plex Sans Arabic" panose="020B0503050203000203" pitchFamily="34" charset="-78"/>
                        <a:cs typeface="IBM Plex Sans Arabic" panose="020B0503050203000203" pitchFamily="34" charset="-78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1" fontAlgn="ctr"/>
                      <a:r>
                        <a:rPr lang="ar-SA" sz="1400" u="none" strike="noStrike" dirty="0">
                          <a:effectLst/>
                          <a:latin typeface="IBM Plex Sans Arabic" panose="020B0503050203000203" pitchFamily="34" charset="-78"/>
                          <a:cs typeface="IBM Plex Sans Arabic" panose="020B0503050203000203" pitchFamily="34" charset="-78"/>
                        </a:rPr>
                        <a:t>مايو</a:t>
                      </a:r>
                      <a:endParaRPr lang="ar-SA" sz="1400" b="0" i="0" u="none" strike="noStrike" dirty="0">
                        <a:solidFill>
                          <a:srgbClr val="0070C0"/>
                        </a:solidFill>
                        <a:effectLst/>
                        <a:latin typeface="IBM Plex Sans Arabic" panose="020B0503050203000203" pitchFamily="34" charset="-78"/>
                        <a:cs typeface="IBM Plex Sans Arabic" panose="020B0503050203000203" pitchFamily="34" charset="-78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279226050"/>
                  </a:ext>
                </a:extLst>
              </a:tr>
              <a:tr h="428610">
                <a:tc>
                  <a:txBody>
                    <a:bodyPr/>
                    <a:lstStyle/>
                    <a:p>
                      <a:pPr algn="ctr" rtl="1" fontAlgn="ctr"/>
                      <a:endParaRPr lang="en-US" sz="1200" b="1" i="0" u="none" strike="noStrike" dirty="0">
                        <a:solidFill>
                          <a:srgbClr val="0070C0"/>
                        </a:solidFill>
                        <a:effectLst/>
                        <a:latin typeface="IBM Plex Sans Arabic" panose="020B0503050203000203" pitchFamily="34" charset="-78"/>
                        <a:cs typeface="IBM Plex Sans Arabic" panose="020B0503050203000203" pitchFamily="34" charset="-78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1" fontAlgn="ctr"/>
                      <a:endParaRPr lang="en-US" sz="1200" b="1" i="0" u="none" strike="noStrike" dirty="0">
                        <a:solidFill>
                          <a:srgbClr val="0070C0"/>
                        </a:solidFill>
                        <a:effectLst/>
                        <a:latin typeface="IBM Plex Sans Arabic" panose="020B0503050203000203" pitchFamily="34" charset="-78"/>
                        <a:cs typeface="IBM Plex Sans Arabic" panose="020B0503050203000203" pitchFamily="34" charset="-78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1" fontAlgn="ctr"/>
                      <a:endParaRPr lang="en-US" sz="1120" b="0" i="0" u="none" strike="noStrike" dirty="0">
                        <a:solidFill>
                          <a:srgbClr val="0070C0"/>
                        </a:solidFill>
                        <a:effectLst/>
                        <a:latin typeface="IBM Plex Sans Arabic" panose="020B0503050203000203" pitchFamily="34" charset="-78"/>
                        <a:cs typeface="IBM Plex Sans Arabic" panose="020B0503050203000203" pitchFamily="34" charset="-78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1" fontAlgn="ctr"/>
                      <a:endParaRPr lang="en-US" sz="1120" b="0" i="0" u="none" strike="noStrike" dirty="0">
                        <a:solidFill>
                          <a:srgbClr val="0070C0"/>
                        </a:solidFill>
                        <a:effectLst/>
                        <a:latin typeface="IBM Plex Sans Arabic" panose="020B0503050203000203" pitchFamily="34" charset="-78"/>
                        <a:cs typeface="IBM Plex Sans Arabic" panose="020B0503050203000203" pitchFamily="34" charset="-78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1" fontAlgn="ctr"/>
                      <a:r>
                        <a:rPr lang="ar-SA" sz="1400" b="0" i="0" u="none" strike="noStrike" dirty="0">
                          <a:solidFill>
                            <a:srgbClr val="0070C0"/>
                          </a:solidFill>
                          <a:effectLst/>
                          <a:latin typeface="IBM Plex Sans Arabic" panose="020B0503050203000203" pitchFamily="34" charset="-78"/>
                          <a:cs typeface="IBM Plex Sans Arabic" panose="020B0503050203000203" pitchFamily="34" charset="-78"/>
                        </a:rPr>
                        <a:t>يونيو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4168594625"/>
                  </a:ext>
                </a:extLst>
              </a:tr>
              <a:tr h="428610">
                <a:tc>
                  <a:txBody>
                    <a:bodyPr/>
                    <a:lstStyle/>
                    <a:p>
                      <a:pPr algn="ctr" rtl="1" fontAlgn="ctr"/>
                      <a:endParaRPr lang="en-US" sz="1200" b="1" i="0" u="none" strike="noStrike" dirty="0">
                        <a:solidFill>
                          <a:srgbClr val="0070C0"/>
                        </a:solidFill>
                        <a:effectLst/>
                        <a:latin typeface="IBM Plex Sans Arabic" panose="020B0503050203000203" pitchFamily="34" charset="-78"/>
                        <a:cs typeface="IBM Plex Sans Arabic" panose="020B0503050203000203" pitchFamily="34" charset="-78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1" fontAlgn="ctr"/>
                      <a:endParaRPr lang="en-US" sz="1200" b="1" i="0" u="none" strike="noStrike" dirty="0">
                        <a:solidFill>
                          <a:srgbClr val="0070C0"/>
                        </a:solidFill>
                        <a:effectLst/>
                        <a:latin typeface="IBM Plex Sans Arabic" panose="020B0503050203000203" pitchFamily="34" charset="-78"/>
                        <a:cs typeface="IBM Plex Sans Arabic" panose="020B0503050203000203" pitchFamily="34" charset="-78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1" fontAlgn="ctr"/>
                      <a:endParaRPr lang="en-US" sz="1120" b="0" i="0" u="none" strike="noStrike" dirty="0">
                        <a:solidFill>
                          <a:srgbClr val="0070C0"/>
                        </a:solidFill>
                        <a:effectLst/>
                        <a:latin typeface="IBM Plex Sans Arabic" panose="020B0503050203000203" pitchFamily="34" charset="-78"/>
                        <a:cs typeface="IBM Plex Sans Arabic" panose="020B0503050203000203" pitchFamily="34" charset="-78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1" fontAlgn="ctr"/>
                      <a:endParaRPr lang="en-US" sz="1120" b="0" i="0" u="none" strike="noStrike" dirty="0">
                        <a:solidFill>
                          <a:srgbClr val="0070C0"/>
                        </a:solidFill>
                        <a:effectLst/>
                        <a:latin typeface="IBM Plex Sans Arabic" panose="020B0503050203000203" pitchFamily="34" charset="-78"/>
                        <a:cs typeface="IBM Plex Sans Arabic" panose="020B0503050203000203" pitchFamily="34" charset="-78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1" fontAlgn="ctr"/>
                      <a:r>
                        <a:rPr lang="ar-SA" sz="1400" b="0" i="0" u="none" strike="noStrike" dirty="0">
                          <a:solidFill>
                            <a:srgbClr val="0070C0"/>
                          </a:solidFill>
                          <a:effectLst/>
                          <a:latin typeface="IBM Plex Sans Arabic" panose="020B0503050203000203" pitchFamily="34" charset="-78"/>
                          <a:cs typeface="IBM Plex Sans Arabic" panose="020B0503050203000203" pitchFamily="34" charset="-78"/>
                        </a:rPr>
                        <a:t>يوليو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257542679"/>
                  </a:ext>
                </a:extLst>
              </a:tr>
              <a:tr h="428610">
                <a:tc>
                  <a:txBody>
                    <a:bodyPr/>
                    <a:lstStyle/>
                    <a:p>
                      <a:pPr algn="ctr" rtl="1" fontAlgn="ctr"/>
                      <a:endParaRPr lang="en-US" sz="1200" b="1" i="0" u="none" strike="noStrike" dirty="0">
                        <a:solidFill>
                          <a:srgbClr val="0070C0"/>
                        </a:solidFill>
                        <a:effectLst/>
                        <a:latin typeface="IBM Plex Sans Arabic" panose="020B0503050203000203" pitchFamily="34" charset="-78"/>
                        <a:cs typeface="IBM Plex Sans Arabic" panose="020B0503050203000203" pitchFamily="34" charset="-78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1" fontAlgn="ctr"/>
                      <a:endParaRPr lang="en-US" sz="1200" b="1" i="0" u="none" strike="noStrike" dirty="0">
                        <a:solidFill>
                          <a:srgbClr val="0070C0"/>
                        </a:solidFill>
                        <a:effectLst/>
                        <a:latin typeface="IBM Plex Sans Arabic" panose="020B0503050203000203" pitchFamily="34" charset="-78"/>
                        <a:cs typeface="IBM Plex Sans Arabic" panose="020B0503050203000203" pitchFamily="34" charset="-78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1" fontAlgn="ctr"/>
                      <a:endParaRPr lang="en-US" sz="1120" b="0" i="0" u="none" strike="noStrike" dirty="0">
                        <a:solidFill>
                          <a:srgbClr val="0070C0"/>
                        </a:solidFill>
                        <a:effectLst/>
                        <a:latin typeface="IBM Plex Sans Arabic" panose="020B0503050203000203" pitchFamily="34" charset="-78"/>
                        <a:cs typeface="IBM Plex Sans Arabic" panose="020B0503050203000203" pitchFamily="34" charset="-78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1" fontAlgn="ctr"/>
                      <a:endParaRPr lang="en-US" sz="1120" b="0" i="0" u="none" strike="noStrike" dirty="0">
                        <a:solidFill>
                          <a:srgbClr val="0070C0"/>
                        </a:solidFill>
                        <a:effectLst/>
                        <a:latin typeface="IBM Plex Sans Arabic" panose="020B0503050203000203" pitchFamily="34" charset="-78"/>
                        <a:cs typeface="IBM Plex Sans Arabic" panose="020B0503050203000203" pitchFamily="34" charset="-78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1" fontAlgn="ctr"/>
                      <a:r>
                        <a:rPr lang="ar-SA" sz="1400" b="0" i="0" u="none" strike="noStrike" dirty="0">
                          <a:solidFill>
                            <a:srgbClr val="0070C0"/>
                          </a:solidFill>
                          <a:effectLst/>
                          <a:latin typeface="IBM Plex Sans Arabic" panose="020B0503050203000203" pitchFamily="34" charset="-78"/>
                          <a:cs typeface="IBM Plex Sans Arabic" panose="020B0503050203000203" pitchFamily="34" charset="-78"/>
                        </a:rPr>
                        <a:t>اغسطس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641885207"/>
                  </a:ext>
                </a:extLst>
              </a:tr>
              <a:tr h="428610">
                <a:tc>
                  <a:txBody>
                    <a:bodyPr/>
                    <a:lstStyle/>
                    <a:p>
                      <a:pPr algn="ctr" rtl="1" fontAlgn="ctr"/>
                      <a:endParaRPr lang="en-US" sz="1200" b="1" i="0" u="none" strike="noStrike" dirty="0">
                        <a:solidFill>
                          <a:srgbClr val="0070C0"/>
                        </a:solidFill>
                        <a:effectLst/>
                        <a:latin typeface="IBM Plex Sans Arabic" panose="020B0503050203000203" pitchFamily="34" charset="-78"/>
                        <a:cs typeface="IBM Plex Sans Arabic" panose="020B0503050203000203" pitchFamily="34" charset="-78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1" fontAlgn="ctr"/>
                      <a:endParaRPr lang="en-US" sz="1200" b="1" i="0" u="none" strike="noStrike" dirty="0">
                        <a:solidFill>
                          <a:srgbClr val="0070C0"/>
                        </a:solidFill>
                        <a:effectLst/>
                        <a:latin typeface="IBM Plex Sans Arabic" panose="020B0503050203000203" pitchFamily="34" charset="-78"/>
                        <a:cs typeface="IBM Plex Sans Arabic" panose="020B0503050203000203" pitchFamily="34" charset="-78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1" fontAlgn="ctr"/>
                      <a:endParaRPr lang="en-US" sz="1120" b="0" i="0" u="none" strike="noStrike" dirty="0">
                        <a:solidFill>
                          <a:srgbClr val="0070C0"/>
                        </a:solidFill>
                        <a:effectLst/>
                        <a:latin typeface="IBM Plex Sans Arabic" panose="020B0503050203000203" pitchFamily="34" charset="-78"/>
                        <a:cs typeface="IBM Plex Sans Arabic" panose="020B0503050203000203" pitchFamily="34" charset="-78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1" fontAlgn="ctr"/>
                      <a:endParaRPr lang="en-US" sz="1120" b="0" i="0" u="none" strike="noStrike" dirty="0">
                        <a:solidFill>
                          <a:srgbClr val="0070C0"/>
                        </a:solidFill>
                        <a:effectLst/>
                        <a:latin typeface="IBM Plex Sans Arabic" panose="020B0503050203000203" pitchFamily="34" charset="-78"/>
                        <a:cs typeface="IBM Plex Sans Arabic" panose="020B0503050203000203" pitchFamily="34" charset="-78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1" fontAlgn="ctr"/>
                      <a:r>
                        <a:rPr lang="ar-SA" sz="1400" b="0" i="0" u="none" strike="noStrike" dirty="0">
                          <a:solidFill>
                            <a:srgbClr val="0070C0"/>
                          </a:solidFill>
                          <a:effectLst/>
                          <a:latin typeface="IBM Plex Sans Arabic" panose="020B0503050203000203" pitchFamily="34" charset="-78"/>
                          <a:cs typeface="IBM Plex Sans Arabic" panose="020B0503050203000203" pitchFamily="34" charset="-78"/>
                        </a:rPr>
                        <a:t>سبتمبر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101819305"/>
                  </a:ext>
                </a:extLst>
              </a:tr>
              <a:tr h="428610">
                <a:tc>
                  <a:txBody>
                    <a:bodyPr/>
                    <a:lstStyle/>
                    <a:p>
                      <a:pPr algn="ctr" rtl="1" fontAlgn="ctr"/>
                      <a:endParaRPr lang="en-US" sz="1200" b="1" i="0" u="none" strike="noStrike" dirty="0">
                        <a:solidFill>
                          <a:srgbClr val="0070C0"/>
                        </a:solidFill>
                        <a:effectLst/>
                        <a:latin typeface="IBM Plex Sans Arabic" panose="020B0503050203000203" pitchFamily="34" charset="-78"/>
                        <a:cs typeface="IBM Plex Sans Arabic" panose="020B0503050203000203" pitchFamily="34" charset="-78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1" fontAlgn="ctr"/>
                      <a:endParaRPr lang="en-US" sz="1200" b="1" i="0" u="none" strike="noStrike" dirty="0">
                        <a:solidFill>
                          <a:srgbClr val="0070C0"/>
                        </a:solidFill>
                        <a:effectLst/>
                        <a:latin typeface="IBM Plex Sans Arabic" panose="020B0503050203000203" pitchFamily="34" charset="-78"/>
                        <a:cs typeface="IBM Plex Sans Arabic" panose="020B0503050203000203" pitchFamily="34" charset="-78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1" fontAlgn="ctr"/>
                      <a:endParaRPr lang="en-US" sz="1120" b="0" i="0" u="none" strike="noStrike" dirty="0">
                        <a:solidFill>
                          <a:srgbClr val="0070C0"/>
                        </a:solidFill>
                        <a:effectLst/>
                        <a:latin typeface="IBM Plex Sans Arabic" panose="020B0503050203000203" pitchFamily="34" charset="-78"/>
                        <a:cs typeface="IBM Plex Sans Arabic" panose="020B0503050203000203" pitchFamily="34" charset="-78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1" fontAlgn="ctr"/>
                      <a:endParaRPr lang="en-US" sz="1120" b="0" i="0" u="none" strike="noStrike" dirty="0">
                        <a:solidFill>
                          <a:srgbClr val="0070C0"/>
                        </a:solidFill>
                        <a:effectLst/>
                        <a:latin typeface="IBM Plex Sans Arabic" panose="020B0503050203000203" pitchFamily="34" charset="-78"/>
                        <a:cs typeface="IBM Plex Sans Arabic" panose="020B0503050203000203" pitchFamily="34" charset="-78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1" fontAlgn="ctr"/>
                      <a:r>
                        <a:rPr lang="ar-SA" sz="1400" b="0" i="0" u="none" strike="noStrike" dirty="0">
                          <a:solidFill>
                            <a:srgbClr val="0070C0"/>
                          </a:solidFill>
                          <a:effectLst/>
                          <a:latin typeface="IBM Plex Sans Arabic" panose="020B0503050203000203" pitchFamily="34" charset="-78"/>
                          <a:cs typeface="IBM Plex Sans Arabic" panose="020B0503050203000203" pitchFamily="34" charset="-78"/>
                        </a:rPr>
                        <a:t>أكتوبر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703790564"/>
                  </a:ext>
                </a:extLst>
              </a:tr>
              <a:tr h="428610">
                <a:tc>
                  <a:txBody>
                    <a:bodyPr/>
                    <a:lstStyle/>
                    <a:p>
                      <a:pPr algn="ctr" rtl="1" fontAlgn="ctr"/>
                      <a:endParaRPr lang="en-US" sz="1200" b="1" i="0" u="none" strike="noStrike" dirty="0">
                        <a:solidFill>
                          <a:srgbClr val="0070C0"/>
                        </a:solidFill>
                        <a:effectLst/>
                        <a:latin typeface="IBM Plex Sans Arabic" panose="020B0503050203000203" pitchFamily="34" charset="-78"/>
                        <a:cs typeface="IBM Plex Sans Arabic" panose="020B0503050203000203" pitchFamily="34" charset="-78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1" fontAlgn="ctr"/>
                      <a:endParaRPr lang="en-US" sz="1200" b="1" i="0" u="none" strike="noStrike" dirty="0">
                        <a:solidFill>
                          <a:srgbClr val="0070C0"/>
                        </a:solidFill>
                        <a:effectLst/>
                        <a:latin typeface="IBM Plex Sans Arabic" panose="020B0503050203000203" pitchFamily="34" charset="-78"/>
                        <a:cs typeface="IBM Plex Sans Arabic" panose="020B0503050203000203" pitchFamily="34" charset="-78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1" fontAlgn="ctr"/>
                      <a:endParaRPr lang="en-US" sz="1120" b="0" i="0" u="none" strike="noStrike" dirty="0">
                        <a:solidFill>
                          <a:srgbClr val="0070C0"/>
                        </a:solidFill>
                        <a:effectLst/>
                        <a:latin typeface="IBM Plex Sans Arabic" panose="020B0503050203000203" pitchFamily="34" charset="-78"/>
                        <a:cs typeface="IBM Plex Sans Arabic" panose="020B0503050203000203" pitchFamily="34" charset="-78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1" fontAlgn="ctr"/>
                      <a:endParaRPr lang="en-US" sz="1120" b="0" i="0" u="none" strike="noStrike" dirty="0">
                        <a:solidFill>
                          <a:srgbClr val="0070C0"/>
                        </a:solidFill>
                        <a:effectLst/>
                        <a:latin typeface="IBM Plex Sans Arabic" panose="020B0503050203000203" pitchFamily="34" charset="-78"/>
                        <a:cs typeface="IBM Plex Sans Arabic" panose="020B0503050203000203" pitchFamily="34" charset="-78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1" fontAlgn="ctr"/>
                      <a:r>
                        <a:rPr lang="ar-SA" sz="1400" b="0" i="0" u="none" strike="noStrike" dirty="0">
                          <a:solidFill>
                            <a:srgbClr val="0070C0"/>
                          </a:solidFill>
                          <a:effectLst/>
                          <a:latin typeface="IBM Plex Sans Arabic" panose="020B0503050203000203" pitchFamily="34" charset="-78"/>
                          <a:cs typeface="IBM Plex Sans Arabic" panose="020B0503050203000203" pitchFamily="34" charset="-78"/>
                        </a:rPr>
                        <a:t>نوفمبر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533438690"/>
                  </a:ext>
                </a:extLst>
              </a:tr>
              <a:tr h="428610">
                <a:tc>
                  <a:txBody>
                    <a:bodyPr/>
                    <a:lstStyle/>
                    <a:p>
                      <a:pPr algn="ctr" rtl="1" fontAlgn="ctr"/>
                      <a:endParaRPr lang="en-US" sz="1200" b="1" i="0" u="none" strike="noStrike" dirty="0">
                        <a:solidFill>
                          <a:srgbClr val="0070C0"/>
                        </a:solidFill>
                        <a:effectLst/>
                        <a:latin typeface="IBM Plex Sans Arabic" panose="020B0503050203000203" pitchFamily="34" charset="-78"/>
                        <a:cs typeface="IBM Plex Sans Arabic" panose="020B0503050203000203" pitchFamily="34" charset="-78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1" fontAlgn="ctr"/>
                      <a:endParaRPr lang="en-US" sz="1200" b="1" i="0" u="none" strike="noStrike" dirty="0">
                        <a:solidFill>
                          <a:srgbClr val="0070C0"/>
                        </a:solidFill>
                        <a:effectLst/>
                        <a:latin typeface="IBM Plex Sans Arabic" panose="020B0503050203000203" pitchFamily="34" charset="-78"/>
                        <a:cs typeface="IBM Plex Sans Arabic" panose="020B0503050203000203" pitchFamily="34" charset="-78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1" fontAlgn="ctr"/>
                      <a:endParaRPr lang="en-US" sz="1120" b="0" i="0" u="none" strike="noStrike" dirty="0">
                        <a:solidFill>
                          <a:srgbClr val="0070C0"/>
                        </a:solidFill>
                        <a:effectLst/>
                        <a:latin typeface="IBM Plex Sans Arabic" panose="020B0503050203000203" pitchFamily="34" charset="-78"/>
                        <a:cs typeface="IBM Plex Sans Arabic" panose="020B0503050203000203" pitchFamily="34" charset="-78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1" fontAlgn="ctr"/>
                      <a:endParaRPr lang="en-US" sz="1120" b="0" i="0" u="none" strike="noStrike" dirty="0">
                        <a:solidFill>
                          <a:srgbClr val="0070C0"/>
                        </a:solidFill>
                        <a:effectLst/>
                        <a:latin typeface="IBM Plex Sans Arabic" panose="020B0503050203000203" pitchFamily="34" charset="-78"/>
                        <a:cs typeface="IBM Plex Sans Arabic" panose="020B0503050203000203" pitchFamily="34" charset="-78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1" fontAlgn="ctr"/>
                      <a:r>
                        <a:rPr lang="ar-SA" sz="1400" b="0" i="0" u="none" strike="noStrike" dirty="0">
                          <a:solidFill>
                            <a:srgbClr val="0070C0"/>
                          </a:solidFill>
                          <a:effectLst/>
                          <a:latin typeface="IBM Plex Sans Arabic" panose="020B0503050203000203" pitchFamily="34" charset="-78"/>
                          <a:cs typeface="IBM Plex Sans Arabic" panose="020B0503050203000203" pitchFamily="34" charset="-78"/>
                        </a:rPr>
                        <a:t>ديسمبر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949923233"/>
                  </a:ext>
                </a:extLst>
              </a:tr>
            </a:tbl>
          </a:graphicData>
        </a:graphic>
      </p:graphicFrame>
      <p:graphicFrame>
        <p:nvGraphicFramePr>
          <p:cNvPr id="33" name="Table 32">
            <a:extLst>
              <a:ext uri="{FF2B5EF4-FFF2-40B4-BE49-F238E27FC236}">
                <a16:creationId xmlns:a16="http://schemas.microsoft.com/office/drawing/2014/main" id="{8D2F153D-D5DC-4459-9ADE-0F6B4899479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34794081"/>
              </p:ext>
            </p:extLst>
          </p:nvPr>
        </p:nvGraphicFramePr>
        <p:xfrm>
          <a:off x="209172" y="1242074"/>
          <a:ext cx="7186923" cy="1249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4441">
                  <a:extLst>
                    <a:ext uri="{9D8B030D-6E8A-4147-A177-3AD203B41FA5}">
                      <a16:colId xmlns:a16="http://schemas.microsoft.com/office/drawing/2014/main" val="3518472138"/>
                    </a:ext>
                  </a:extLst>
                </a:gridCol>
                <a:gridCol w="216024">
                  <a:extLst>
                    <a:ext uri="{9D8B030D-6E8A-4147-A177-3AD203B41FA5}">
                      <a16:colId xmlns:a16="http://schemas.microsoft.com/office/drawing/2014/main" val="1751093253"/>
                    </a:ext>
                  </a:extLst>
                </a:gridCol>
                <a:gridCol w="1368152">
                  <a:extLst>
                    <a:ext uri="{9D8B030D-6E8A-4147-A177-3AD203B41FA5}">
                      <a16:colId xmlns:a16="http://schemas.microsoft.com/office/drawing/2014/main" val="339331391"/>
                    </a:ext>
                  </a:extLst>
                </a:gridCol>
                <a:gridCol w="216024">
                  <a:extLst>
                    <a:ext uri="{9D8B030D-6E8A-4147-A177-3AD203B41FA5}">
                      <a16:colId xmlns:a16="http://schemas.microsoft.com/office/drawing/2014/main" val="3982229839"/>
                    </a:ext>
                  </a:extLst>
                </a:gridCol>
                <a:gridCol w="1656184">
                  <a:extLst>
                    <a:ext uri="{9D8B030D-6E8A-4147-A177-3AD203B41FA5}">
                      <a16:colId xmlns:a16="http://schemas.microsoft.com/office/drawing/2014/main" val="795891282"/>
                    </a:ext>
                  </a:extLst>
                </a:gridCol>
                <a:gridCol w="288032">
                  <a:extLst>
                    <a:ext uri="{9D8B030D-6E8A-4147-A177-3AD203B41FA5}">
                      <a16:colId xmlns:a16="http://schemas.microsoft.com/office/drawing/2014/main" val="1057709866"/>
                    </a:ext>
                  </a:extLst>
                </a:gridCol>
                <a:gridCol w="1888066">
                  <a:extLst>
                    <a:ext uri="{9D8B030D-6E8A-4147-A177-3AD203B41FA5}">
                      <a16:colId xmlns:a16="http://schemas.microsoft.com/office/drawing/2014/main" val="1451078690"/>
                    </a:ext>
                  </a:extLst>
                </a:gridCol>
              </a:tblGrid>
              <a:tr h="259450">
                <a:tc>
                  <a:txBody>
                    <a:bodyPr/>
                    <a:lstStyle/>
                    <a:p>
                      <a:pPr algn="ctr"/>
                      <a:r>
                        <a:rPr lang="ar-SA" sz="1600" b="1" kern="1200" dirty="0">
                          <a:solidFill>
                            <a:schemeClr val="bg1"/>
                          </a:solidFill>
                          <a:latin typeface="IBM Plex Sans Arabic" panose="020B0503050203000203" pitchFamily="34" charset="-78"/>
                          <a:ea typeface="+mn-ea"/>
                          <a:cs typeface="IBM Plex Sans Arabic" panose="020B0503050203000203" pitchFamily="34" charset="-78"/>
                        </a:rPr>
                        <a:t>دبلوم تدريبي</a:t>
                      </a:r>
                      <a:endParaRPr lang="en-US" sz="1600" b="1" kern="1200" dirty="0">
                        <a:solidFill>
                          <a:schemeClr val="bg1"/>
                        </a:solidFill>
                        <a:latin typeface="IBM Plex Sans Arabic" panose="020B0503050203000203" pitchFamily="34" charset="-78"/>
                        <a:ea typeface="+mn-ea"/>
                        <a:cs typeface="IBM Plex Sans Arabic" panose="020B0503050203000203" pitchFamily="34" charset="-7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566987" rtl="0" eaLnBrk="1" latinLnBrk="0" hangingPunct="1"/>
                      <a:endParaRPr lang="en-US" sz="1600" b="1" kern="1200" dirty="0">
                        <a:solidFill>
                          <a:schemeClr val="bg1"/>
                        </a:solidFill>
                        <a:latin typeface="IBM Plex Sans Arabic" panose="020B0503050203000203" pitchFamily="34" charset="-78"/>
                        <a:ea typeface="+mn-ea"/>
                        <a:cs typeface="IBM Plex Sans Arabic" panose="020B0503050203000203" pitchFamily="34" charset="-78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ar-SA" sz="1600" b="1" kern="1200" dirty="0">
                          <a:solidFill>
                            <a:schemeClr val="bg1"/>
                          </a:solidFill>
                          <a:latin typeface="IBM Plex Sans Arabic" panose="020B0503050203000203" pitchFamily="34" charset="-78"/>
                          <a:ea typeface="+mn-ea"/>
                          <a:cs typeface="IBM Plex Sans Arabic" panose="020B0503050203000203" pitchFamily="34" charset="-78"/>
                        </a:rPr>
                        <a:t>برنامج تأهيلي</a:t>
                      </a:r>
                      <a:endParaRPr lang="en-US" sz="1600" b="1" kern="1200" dirty="0">
                        <a:solidFill>
                          <a:schemeClr val="bg1"/>
                        </a:solidFill>
                        <a:latin typeface="IBM Plex Sans Arabic" panose="020B0503050203000203" pitchFamily="34" charset="-78"/>
                        <a:ea typeface="+mn-ea"/>
                        <a:cs typeface="IBM Plex Sans Arabic" panose="020B0503050203000203" pitchFamily="34" charset="-7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566987" rtl="0" eaLnBrk="1" latinLnBrk="0" hangingPunct="1"/>
                      <a:endParaRPr lang="en-US" sz="500" dirty="0">
                        <a:solidFill>
                          <a:schemeClr val="bg1"/>
                        </a:solidFill>
                        <a:latin typeface="IBM Plex Sans Arabic" panose="020B0503050203000203" pitchFamily="34" charset="-78"/>
                        <a:cs typeface="IBM Plex Sans Arabic" panose="020B0503050203000203" pitchFamily="34" charset="-78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ar-SA" sz="1600" b="1" dirty="0">
                          <a:solidFill>
                            <a:schemeClr val="bg1"/>
                          </a:solidFill>
                          <a:latin typeface="IBM Plex Sans Arabic" panose="020B0503050203000203" pitchFamily="34" charset="-78"/>
                          <a:cs typeface="IBM Plex Sans Arabic" panose="020B0503050203000203" pitchFamily="34" charset="-78"/>
                        </a:rPr>
                        <a:t>دورة</a:t>
                      </a:r>
                      <a:r>
                        <a:rPr lang="en-US" sz="1600" b="1" dirty="0">
                          <a:solidFill>
                            <a:schemeClr val="bg1"/>
                          </a:solidFill>
                          <a:latin typeface="IBM Plex Sans Arabic" panose="020B0503050203000203" pitchFamily="34" charset="-78"/>
                          <a:cs typeface="IBM Plex Sans Arabic" panose="020B0503050203000203" pitchFamily="34" charset="-78"/>
                        </a:rPr>
                        <a:t> </a:t>
                      </a:r>
                      <a:r>
                        <a:rPr lang="ar-SA" sz="1600" b="1" kern="1200" dirty="0">
                          <a:solidFill>
                            <a:schemeClr val="bg1"/>
                          </a:solidFill>
                          <a:latin typeface="IBM Plex Sans Arabic" panose="020B0503050203000203" pitchFamily="34" charset="-78"/>
                          <a:ea typeface="+mn-ea"/>
                          <a:cs typeface="IBM Plex Sans Arabic" panose="020B0503050203000203" pitchFamily="34" charset="-78"/>
                        </a:rPr>
                        <a:t>تأهيلية</a:t>
                      </a:r>
                      <a:endParaRPr lang="en-US" sz="1600" dirty="0">
                        <a:solidFill>
                          <a:schemeClr val="bg1"/>
                        </a:solidFill>
                        <a:latin typeface="IBM Plex Sans Arabic" panose="020B0503050203000203" pitchFamily="34" charset="-78"/>
                        <a:cs typeface="IBM Plex Sans Arabic" panose="020B0503050203000203" pitchFamily="34" charset="-78"/>
                      </a:endParaRP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566987" rtl="1" eaLnBrk="1" latinLnBrk="0" hangingPunct="1"/>
                      <a:endParaRPr lang="en-US" sz="500" dirty="0">
                        <a:solidFill>
                          <a:schemeClr val="bg1"/>
                        </a:solidFill>
                        <a:latin typeface="IBM Plex Sans Arabic" panose="020B0503050203000203" pitchFamily="34" charset="-78"/>
                        <a:cs typeface="IBM Plex Sans Arabic" panose="020B0503050203000203" pitchFamily="34" charset="-78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ar-SA" sz="1600" b="1" dirty="0">
                          <a:solidFill>
                            <a:schemeClr val="bg1"/>
                          </a:solidFill>
                          <a:latin typeface="IBM Plex Sans Arabic" panose="020B0503050203000203" pitchFamily="34" charset="-78"/>
                          <a:cs typeface="IBM Plex Sans Arabic" panose="020B0503050203000203" pitchFamily="34" charset="-78"/>
                        </a:rPr>
                        <a:t>دورة</a:t>
                      </a:r>
                      <a:r>
                        <a:rPr lang="en-US" sz="1600" b="1" dirty="0">
                          <a:solidFill>
                            <a:schemeClr val="bg1"/>
                          </a:solidFill>
                          <a:latin typeface="IBM Plex Sans Arabic" panose="020B0503050203000203" pitchFamily="34" charset="-78"/>
                          <a:cs typeface="IBM Plex Sans Arabic" panose="020B0503050203000203" pitchFamily="34" charset="-78"/>
                        </a:rPr>
                        <a:t> </a:t>
                      </a:r>
                      <a:r>
                        <a:rPr lang="ar-SA" sz="1600" b="1" dirty="0">
                          <a:solidFill>
                            <a:schemeClr val="bg1"/>
                          </a:solidFill>
                          <a:latin typeface="IBM Plex Sans Arabic" panose="020B0503050203000203" pitchFamily="34" charset="-78"/>
                          <a:cs typeface="IBM Plex Sans Arabic" panose="020B0503050203000203" pitchFamily="34" charset="-78"/>
                        </a:rPr>
                        <a:t>تطويرية</a:t>
                      </a:r>
                      <a:endParaRPr lang="en-US" sz="1600" dirty="0">
                        <a:solidFill>
                          <a:schemeClr val="bg1"/>
                        </a:solidFill>
                        <a:latin typeface="IBM Plex Sans Arabic" panose="020B0503050203000203" pitchFamily="34" charset="-78"/>
                        <a:cs typeface="IBM Plex Sans Arabic" panose="020B0503050203000203" pitchFamily="34" charset="-78"/>
                      </a:endParaRPr>
                    </a:p>
                  </a:txBody>
                  <a:tcPr>
                    <a:solidFill>
                      <a:srgbClr val="4472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46802017"/>
                  </a:ext>
                </a:extLst>
              </a:tr>
              <a:tr h="353795">
                <a:tc>
                  <a:txBody>
                    <a:bodyPr/>
                    <a:lstStyle/>
                    <a:p>
                      <a:pPr marL="0" marR="0" lvl="0" indent="0" algn="ctr" defTabSz="566987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SA" sz="2400" b="1" i="0" kern="1200" dirty="0">
                          <a:solidFill>
                            <a:srgbClr val="0070C0"/>
                          </a:solidFill>
                          <a:latin typeface="IBM Plex Sans Arabic" panose="020B0503050203000203" pitchFamily="34" charset="-78"/>
                          <a:ea typeface="+mn-ea"/>
                          <a:cs typeface="IBM Plex Sans Arabic" panose="020B0503050203000203" pitchFamily="34" charset="-78"/>
                        </a:rPr>
                        <a:t>10</a:t>
                      </a:r>
                      <a:r>
                        <a:rPr lang="ar-SA" sz="1400" b="1" i="0" kern="1200" dirty="0">
                          <a:solidFill>
                            <a:srgbClr val="0070C0"/>
                          </a:solidFill>
                          <a:latin typeface="IBM Plex Sans Arabic" panose="020B0503050203000203" pitchFamily="34" charset="-78"/>
                          <a:ea typeface="+mn-ea"/>
                          <a:cs typeface="IBM Plex Sans Arabic" panose="020B0503050203000203" pitchFamily="34" charset="-78"/>
                        </a:rPr>
                        <a:t> </a:t>
                      </a:r>
                      <a:r>
                        <a:rPr lang="ar-SA" sz="1400" b="1" i="0" dirty="0">
                          <a:solidFill>
                            <a:srgbClr val="0070C0"/>
                          </a:solidFill>
                          <a:latin typeface="IBM Plex Sans Arabic" panose="020B0503050203000203" pitchFamily="34" charset="-78"/>
                          <a:cs typeface="IBM Plex Sans Arabic" panose="020B0503050203000203" pitchFamily="34" charset="-78"/>
                        </a:rPr>
                        <a:t>دبلوم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n-US" sz="1400" b="1" i="0" kern="1200" dirty="0">
                        <a:solidFill>
                          <a:srgbClr val="0070C0"/>
                        </a:solidFill>
                        <a:latin typeface="IBM Plex Sans Arabic" panose="020B0503050203000203" pitchFamily="34" charset="-78"/>
                        <a:ea typeface="+mn-ea"/>
                        <a:cs typeface="IBM Plex Sans Arabic" panose="020B0503050203000203" pitchFamily="34" charset="-78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566987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1" i="0" dirty="0">
                          <a:solidFill>
                            <a:srgbClr val="0070C0"/>
                          </a:solidFill>
                          <a:latin typeface="IBM Plex Sans Arabic" panose="020B0503050203000203" pitchFamily="34" charset="-78"/>
                          <a:cs typeface="IBM Plex Sans Arabic" panose="020B0503050203000203" pitchFamily="34" charset="-78"/>
                        </a:rPr>
                        <a:t>0</a:t>
                      </a:r>
                      <a:r>
                        <a:rPr lang="ar-SA" sz="1400" b="1" i="0" kern="1200" dirty="0">
                          <a:solidFill>
                            <a:srgbClr val="0070C0"/>
                          </a:solidFill>
                          <a:latin typeface="IBM Plex Sans Arabic" panose="020B0503050203000203" pitchFamily="34" charset="-78"/>
                          <a:ea typeface="+mn-ea"/>
                          <a:cs typeface="IBM Plex Sans Arabic" panose="020B0503050203000203" pitchFamily="34" charset="-78"/>
                        </a:rPr>
                        <a:t> </a:t>
                      </a:r>
                      <a:r>
                        <a:rPr lang="ar-SA" sz="1400" b="1" i="0" dirty="0">
                          <a:solidFill>
                            <a:srgbClr val="0070C0"/>
                          </a:solidFill>
                          <a:latin typeface="IBM Plex Sans Arabic" panose="020B0503050203000203" pitchFamily="34" charset="-78"/>
                          <a:cs typeface="IBM Plex Sans Arabic" panose="020B0503050203000203" pitchFamily="34" charset="-78"/>
                        </a:rPr>
                        <a:t>برامج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n-US" sz="400" b="1" i="0" dirty="0">
                        <a:solidFill>
                          <a:srgbClr val="0070C0"/>
                        </a:solidFill>
                        <a:latin typeface="IBM Plex Sans Arabic" panose="020B0503050203000203" pitchFamily="34" charset="-78"/>
                        <a:cs typeface="IBM Plex Sans Arabic" panose="020B0503050203000203" pitchFamily="34" charset="-78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566987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SA" sz="2400" b="1" i="0" dirty="0">
                          <a:solidFill>
                            <a:srgbClr val="0070C0"/>
                          </a:solidFill>
                          <a:latin typeface="IBM Plex Sans Arabic" panose="020B0503050203000203" pitchFamily="34" charset="-78"/>
                          <a:cs typeface="IBM Plex Sans Arabic" panose="020B0503050203000203" pitchFamily="34" charset="-78"/>
                        </a:rPr>
                        <a:t>6</a:t>
                      </a:r>
                      <a:r>
                        <a:rPr lang="ar-SA" sz="1400" b="1" i="0" kern="1200" dirty="0">
                          <a:solidFill>
                            <a:srgbClr val="0070C0"/>
                          </a:solidFill>
                          <a:latin typeface="IBM Plex Sans Arabic" panose="020B0503050203000203" pitchFamily="34" charset="-78"/>
                          <a:ea typeface="+mn-ea"/>
                          <a:cs typeface="IBM Plex Sans Arabic" panose="020B0503050203000203" pitchFamily="34" charset="-78"/>
                        </a:rPr>
                        <a:t> </a:t>
                      </a:r>
                      <a:r>
                        <a:rPr lang="ar-SA" sz="1400" b="1" i="0" dirty="0">
                          <a:solidFill>
                            <a:srgbClr val="0070C0"/>
                          </a:solidFill>
                          <a:latin typeface="IBM Plex Sans Arabic" panose="020B0503050203000203" pitchFamily="34" charset="-78"/>
                          <a:cs typeface="IBM Plex Sans Arabic" panose="020B0503050203000203" pitchFamily="34" charset="-78"/>
                        </a:rPr>
                        <a:t>دورة</a:t>
                      </a:r>
                    </a:p>
                  </a:txBody>
                  <a:tcPr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US" sz="400" b="1" i="0" dirty="0">
                        <a:solidFill>
                          <a:schemeClr val="bg1"/>
                        </a:solidFill>
                        <a:latin typeface="IBM Plex Sans Arabic" panose="020B0503050203000203" pitchFamily="34" charset="-78"/>
                        <a:cs typeface="IBM Plex Sans Arabic" panose="020B0503050203000203" pitchFamily="34" charset="-78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566987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SA" sz="2400" b="1" i="0" kern="1200" dirty="0">
                          <a:solidFill>
                            <a:srgbClr val="0070C0"/>
                          </a:solidFill>
                          <a:latin typeface="IBM Plex Sans Arabic" panose="020B0503050203000203" pitchFamily="34" charset="-78"/>
                          <a:ea typeface="+mn-ea"/>
                          <a:cs typeface="IBM Plex Sans Arabic" panose="020B0503050203000203" pitchFamily="34" charset="-78"/>
                        </a:rPr>
                        <a:t>271 </a:t>
                      </a:r>
                      <a:r>
                        <a:rPr lang="ar-SA" sz="1400" b="1" i="0" kern="1200" dirty="0">
                          <a:solidFill>
                            <a:srgbClr val="0070C0"/>
                          </a:solidFill>
                          <a:latin typeface="IBM Plex Sans Arabic" panose="020B0503050203000203" pitchFamily="34" charset="-78"/>
                          <a:ea typeface="+mn-ea"/>
                          <a:cs typeface="IBM Plex Sans Arabic" panose="020B0503050203000203" pitchFamily="34" charset="-78"/>
                        </a:rPr>
                        <a:t>دورة</a:t>
                      </a:r>
                    </a:p>
                  </a:txBody>
                  <a:tcPr>
                    <a:solidFill>
                      <a:srgbClr val="CFD5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12249062"/>
                  </a:ext>
                </a:extLst>
              </a:tr>
              <a:tr h="353795">
                <a:tc>
                  <a:txBody>
                    <a:bodyPr/>
                    <a:lstStyle/>
                    <a:p>
                      <a:pPr marL="0" algn="ctr" defTabSz="566987" rtl="1" eaLnBrk="1" latinLnBrk="0" hangingPunct="1"/>
                      <a:r>
                        <a:rPr lang="ar-SA" sz="2400" b="1" i="0" dirty="0">
                          <a:solidFill>
                            <a:srgbClr val="0070C0"/>
                          </a:solidFill>
                          <a:latin typeface="IBM Plex Sans Arabic" panose="020B0503050203000203" pitchFamily="34" charset="-78"/>
                          <a:cs typeface="IBM Plex Sans Arabic" panose="020B0503050203000203" pitchFamily="34" charset="-78"/>
                        </a:rPr>
                        <a:t>154</a:t>
                      </a:r>
                      <a:r>
                        <a:rPr lang="ar-SA" sz="1400" b="1" i="0" dirty="0">
                          <a:solidFill>
                            <a:srgbClr val="0070C0"/>
                          </a:solidFill>
                          <a:latin typeface="IBM Plex Sans Arabic" panose="020B0503050203000203" pitchFamily="34" charset="-78"/>
                          <a:cs typeface="IBM Plex Sans Arabic" panose="020B0503050203000203" pitchFamily="34" charset="-78"/>
                        </a:rPr>
                        <a:t>  متدرب</a:t>
                      </a:r>
                      <a:endParaRPr lang="en-US" sz="1400" b="1" i="0" kern="1200" dirty="0">
                        <a:solidFill>
                          <a:srgbClr val="0070C0"/>
                        </a:solidFill>
                        <a:latin typeface="IBM Plex Sans Arabic" panose="020B0503050203000203" pitchFamily="34" charset="-78"/>
                        <a:ea typeface="+mn-ea"/>
                        <a:cs typeface="IBM Plex Sans Arabic" panose="020B0503050203000203" pitchFamily="34" charset="-7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566987" rtl="0" eaLnBrk="1" latinLnBrk="0" hangingPunct="1"/>
                      <a:endParaRPr lang="en-US" sz="1400" b="1" i="0" kern="1200" dirty="0">
                        <a:solidFill>
                          <a:srgbClr val="0070C0"/>
                        </a:solidFill>
                        <a:latin typeface="IBM Plex Sans Arabic" panose="020B0503050203000203" pitchFamily="34" charset="-78"/>
                        <a:ea typeface="+mn-ea"/>
                        <a:cs typeface="IBM Plex Sans Arabic" panose="020B0503050203000203" pitchFamily="34" charset="-78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566987" rtl="1" eaLnBrk="1" latinLnBrk="0" hangingPunct="1"/>
                      <a:r>
                        <a:rPr lang="en-US" sz="2400" b="1" i="0" dirty="0">
                          <a:solidFill>
                            <a:srgbClr val="0070C0"/>
                          </a:solidFill>
                          <a:latin typeface="IBM Plex Sans Arabic" panose="020B0503050203000203" pitchFamily="34" charset="-78"/>
                          <a:cs typeface="IBM Plex Sans Arabic" panose="020B0503050203000203" pitchFamily="34" charset="-78"/>
                        </a:rPr>
                        <a:t>0</a:t>
                      </a:r>
                      <a:r>
                        <a:rPr lang="ar-SA" sz="1400" b="1" i="0" dirty="0">
                          <a:solidFill>
                            <a:srgbClr val="0070C0"/>
                          </a:solidFill>
                          <a:latin typeface="IBM Plex Sans Arabic" panose="020B0503050203000203" pitchFamily="34" charset="-78"/>
                          <a:cs typeface="IBM Plex Sans Arabic" panose="020B0503050203000203" pitchFamily="34" charset="-78"/>
                        </a:rPr>
                        <a:t>  متدرب</a:t>
                      </a:r>
                      <a:endParaRPr lang="en-US" sz="1400" b="1" i="0" kern="1200" dirty="0">
                        <a:solidFill>
                          <a:srgbClr val="0070C0"/>
                        </a:solidFill>
                        <a:latin typeface="IBM Plex Sans Arabic" panose="020B0503050203000203" pitchFamily="34" charset="-78"/>
                        <a:ea typeface="+mn-ea"/>
                        <a:cs typeface="IBM Plex Sans Arabic" panose="020B0503050203000203" pitchFamily="34" charset="-7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566987" rtl="0" eaLnBrk="1" latinLnBrk="0" hangingPunct="1"/>
                      <a:endParaRPr lang="en-US" sz="400" b="1" i="0" dirty="0">
                        <a:solidFill>
                          <a:srgbClr val="0070C0"/>
                        </a:solidFill>
                        <a:latin typeface="IBM Plex Sans Arabic" panose="020B0503050203000203" pitchFamily="34" charset="-78"/>
                        <a:cs typeface="IBM Plex Sans Arabic" panose="020B0503050203000203" pitchFamily="34" charset="-78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566987" rtl="1" eaLnBrk="1" latinLnBrk="0" hangingPunct="1"/>
                      <a:r>
                        <a:rPr lang="ar-SA" sz="2400" b="1" i="0" dirty="0">
                          <a:solidFill>
                            <a:srgbClr val="0070C0"/>
                          </a:solidFill>
                          <a:latin typeface="IBM Plex Sans Arabic" panose="020B0503050203000203" pitchFamily="34" charset="-78"/>
                          <a:cs typeface="IBM Plex Sans Arabic" panose="020B0503050203000203" pitchFamily="34" charset="-78"/>
                        </a:rPr>
                        <a:t>125</a:t>
                      </a:r>
                      <a:r>
                        <a:rPr lang="ar-SA" sz="1400" b="1" i="0" dirty="0">
                          <a:solidFill>
                            <a:srgbClr val="0070C0"/>
                          </a:solidFill>
                          <a:latin typeface="IBM Plex Sans Arabic" panose="020B0503050203000203" pitchFamily="34" charset="-78"/>
                          <a:cs typeface="IBM Plex Sans Arabic" panose="020B0503050203000203" pitchFamily="34" charset="-78"/>
                        </a:rPr>
                        <a:t>  متدرب</a:t>
                      </a:r>
                      <a:endParaRPr lang="en-US" sz="1400" b="1" i="0" kern="1200" dirty="0">
                        <a:solidFill>
                          <a:srgbClr val="0070C0"/>
                        </a:solidFill>
                        <a:latin typeface="IBM Plex Sans Arabic" panose="020B0503050203000203" pitchFamily="34" charset="-78"/>
                        <a:ea typeface="+mn-ea"/>
                        <a:cs typeface="IBM Plex Sans Arabic" panose="020B0503050203000203" pitchFamily="34" charset="-78"/>
                      </a:endParaRPr>
                    </a:p>
                  </a:txBody>
                  <a:tcPr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566987" rtl="1" eaLnBrk="1" latinLnBrk="0" hangingPunct="1"/>
                      <a:endParaRPr lang="en-US" sz="400" b="1" i="0" dirty="0">
                        <a:solidFill>
                          <a:schemeClr val="bg1"/>
                        </a:solidFill>
                        <a:latin typeface="IBM Plex Sans Arabic" panose="020B0503050203000203" pitchFamily="34" charset="-78"/>
                        <a:cs typeface="IBM Plex Sans Arabic" panose="020B0503050203000203" pitchFamily="34" charset="-78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566987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1" i="0" kern="1200" dirty="0">
                          <a:solidFill>
                            <a:srgbClr val="0070C0"/>
                          </a:solidFill>
                          <a:latin typeface="IBM Plex Sans Arabic" panose="020B0503050203000203" pitchFamily="34" charset="-78"/>
                          <a:ea typeface="+mn-ea"/>
                          <a:cs typeface="IBM Plex Sans Arabic" panose="020B0503050203000203" pitchFamily="34" charset="-78"/>
                        </a:rPr>
                        <a:t> </a:t>
                      </a:r>
                      <a:r>
                        <a:rPr lang="ar-SA" sz="2400" b="1" i="0" kern="1200" dirty="0">
                          <a:solidFill>
                            <a:srgbClr val="0070C0"/>
                          </a:solidFill>
                          <a:latin typeface="IBM Plex Sans Arabic" panose="020B0503050203000203" pitchFamily="34" charset="-78"/>
                          <a:ea typeface="+mn-ea"/>
                          <a:cs typeface="IBM Plex Sans Arabic" panose="020B0503050203000203" pitchFamily="34" charset="-78"/>
                        </a:rPr>
                        <a:t>4130 </a:t>
                      </a:r>
                      <a:r>
                        <a:rPr lang="ar-SA" sz="1400" b="1" i="0" kern="1200" dirty="0">
                          <a:solidFill>
                            <a:srgbClr val="0070C0"/>
                          </a:solidFill>
                          <a:latin typeface="IBM Plex Sans Arabic" panose="020B0503050203000203" pitchFamily="34" charset="-78"/>
                          <a:ea typeface="+mn-ea"/>
                          <a:cs typeface="IBM Plex Sans Arabic" panose="020B0503050203000203" pitchFamily="34" charset="-78"/>
                        </a:rPr>
                        <a:t>متدرب</a:t>
                      </a:r>
                      <a:endParaRPr lang="en-US" sz="1400" b="1" i="0" kern="1200" dirty="0">
                        <a:solidFill>
                          <a:srgbClr val="0070C0"/>
                        </a:solidFill>
                        <a:latin typeface="IBM Plex Sans Arabic" panose="020B0503050203000203" pitchFamily="34" charset="-78"/>
                        <a:ea typeface="+mn-ea"/>
                        <a:cs typeface="IBM Plex Sans Arabic" panose="020B0503050203000203" pitchFamily="34" charset="-78"/>
                      </a:endParaRPr>
                    </a:p>
                  </a:txBody>
                  <a:tcPr>
                    <a:solidFill>
                      <a:srgbClr val="E9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44575242"/>
                  </a:ext>
                </a:extLst>
              </a:tr>
            </a:tbl>
          </a:graphicData>
        </a:graphic>
      </p:graphicFrame>
      <p:graphicFrame>
        <p:nvGraphicFramePr>
          <p:cNvPr id="34" name="Table 33">
            <a:extLst>
              <a:ext uri="{FF2B5EF4-FFF2-40B4-BE49-F238E27FC236}">
                <a16:creationId xmlns:a16="http://schemas.microsoft.com/office/drawing/2014/main" id="{C3365EF5-F9BF-4277-8238-C7BDC215948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80535605"/>
              </p:ext>
            </p:extLst>
          </p:nvPr>
        </p:nvGraphicFramePr>
        <p:xfrm>
          <a:off x="3199122" y="2848371"/>
          <a:ext cx="4127023" cy="3356221"/>
        </p:xfrm>
        <a:graphic>
          <a:graphicData uri="http://schemas.openxmlformats.org/drawingml/2006/table">
            <a:tbl>
              <a:tblPr rtl="1">
                <a:tableStyleId>{5C22544A-7EE6-4342-B048-85BDC9FD1C3A}</a:tableStyleId>
              </a:tblPr>
              <a:tblGrid>
                <a:gridCol w="2867229">
                  <a:extLst>
                    <a:ext uri="{9D8B030D-6E8A-4147-A177-3AD203B41FA5}">
                      <a16:colId xmlns:a16="http://schemas.microsoft.com/office/drawing/2014/main" val="63386874"/>
                    </a:ext>
                  </a:extLst>
                </a:gridCol>
                <a:gridCol w="537259">
                  <a:extLst>
                    <a:ext uri="{9D8B030D-6E8A-4147-A177-3AD203B41FA5}">
                      <a16:colId xmlns:a16="http://schemas.microsoft.com/office/drawing/2014/main" val="2244534173"/>
                    </a:ext>
                  </a:extLst>
                </a:gridCol>
                <a:gridCol w="722535">
                  <a:extLst>
                    <a:ext uri="{9D8B030D-6E8A-4147-A177-3AD203B41FA5}">
                      <a16:colId xmlns:a16="http://schemas.microsoft.com/office/drawing/2014/main" val="4125249127"/>
                    </a:ext>
                  </a:extLst>
                </a:gridCol>
              </a:tblGrid>
              <a:tr h="305111">
                <a:tc>
                  <a:txBody>
                    <a:bodyPr/>
                    <a:lstStyle/>
                    <a:p>
                      <a:pPr algn="r" rtl="1" fontAlgn="ctr"/>
                      <a:r>
                        <a:rPr lang="ar-SA" sz="1400" b="1" u="none" strike="noStrike" dirty="0">
                          <a:solidFill>
                            <a:schemeClr val="tx2">
                              <a:lumMod val="50000"/>
                            </a:schemeClr>
                          </a:solidFill>
                          <a:effectLst/>
                          <a:latin typeface="IBM Plex Sans Arabic Light" panose="020B0403050203000203" pitchFamily="34" charset="-78"/>
                          <a:cs typeface="IBM Plex Sans Arabic Light" panose="020B0403050203000203" pitchFamily="34" charset="-78"/>
                        </a:rPr>
                        <a:t>العملاء والجهات المستفيدة</a:t>
                      </a:r>
                      <a:endParaRPr lang="ar-SA" sz="1400" b="1" i="0" u="none" strike="noStrike" dirty="0">
                        <a:solidFill>
                          <a:schemeClr val="tx2">
                            <a:lumMod val="50000"/>
                          </a:schemeClr>
                        </a:solidFill>
                        <a:effectLst/>
                        <a:latin typeface="IBM Plex Sans Arabic Light" panose="020B0403050203000203" pitchFamily="34" charset="-78"/>
                        <a:cs typeface="IBM Plex Sans Arabic Light" panose="020B0403050203000203" pitchFamily="34" charset="-78"/>
                      </a:endParaRP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1" fontAlgn="ctr"/>
                      <a:r>
                        <a:rPr lang="ar-SA" sz="1400" b="1" u="none" strike="noStrike">
                          <a:solidFill>
                            <a:schemeClr val="tx2">
                              <a:lumMod val="50000"/>
                            </a:schemeClr>
                          </a:solidFill>
                          <a:effectLst/>
                          <a:latin typeface="IBM Plex Sans Arabic Light" panose="020B0403050203000203" pitchFamily="34" charset="-78"/>
                          <a:cs typeface="IBM Plex Sans Arabic Light" panose="020B0403050203000203" pitchFamily="34" charset="-78"/>
                        </a:rPr>
                        <a:t>البرامج</a:t>
                      </a:r>
                      <a:endParaRPr lang="ar-SA" sz="1400" b="1" i="0" u="none" strike="noStrike">
                        <a:solidFill>
                          <a:schemeClr val="tx2">
                            <a:lumMod val="50000"/>
                          </a:schemeClr>
                        </a:solidFill>
                        <a:effectLst/>
                        <a:latin typeface="IBM Plex Sans Arabic Light" panose="020B0403050203000203" pitchFamily="34" charset="-78"/>
                        <a:cs typeface="IBM Plex Sans Arabic Light" panose="020B0403050203000203" pitchFamily="34" charset="-78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1" fontAlgn="ctr"/>
                      <a:r>
                        <a:rPr lang="ar-SA" sz="1400" b="1" i="0" u="none" strike="noStrike" dirty="0">
                          <a:solidFill>
                            <a:schemeClr val="tx2">
                              <a:lumMod val="50000"/>
                            </a:schemeClr>
                          </a:solidFill>
                          <a:effectLst/>
                          <a:latin typeface="IBM Plex Sans Arabic Light" panose="020B0403050203000203" pitchFamily="34" charset="-78"/>
                          <a:cs typeface="IBM Plex Sans Arabic Light" panose="020B0403050203000203" pitchFamily="34" charset="-78"/>
                        </a:rPr>
                        <a:t>المتدربين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43654134"/>
                  </a:ext>
                </a:extLst>
              </a:tr>
              <a:tr h="305111">
                <a:tc>
                  <a:txBody>
                    <a:bodyPr/>
                    <a:lstStyle/>
                    <a:p>
                      <a:pPr algn="r" rtl="1" fontAlgn="ctr"/>
                      <a:r>
                        <a:rPr lang="ar-SA" sz="1100" u="none" strike="noStrike" dirty="0">
                          <a:effectLst/>
                          <a:latin typeface="IBM Plex Sans Arabic Light" panose="020B0403050203000203" pitchFamily="34" charset="-78"/>
                          <a:cs typeface="IBM Plex Sans Arabic Light" panose="020B0403050203000203" pitchFamily="34" charset="-78"/>
                        </a:rPr>
                        <a:t>الهيئة السعودية للمياه</a:t>
                      </a:r>
                      <a:endParaRPr lang="ar-SA" sz="1100" b="0" i="0" u="none" strike="noStrike" dirty="0">
                        <a:solidFill>
                          <a:srgbClr val="000000"/>
                        </a:solidFill>
                        <a:effectLst/>
                        <a:latin typeface="IBM Plex Sans Arabic Light" panose="020B0403050203000203" pitchFamily="34" charset="-78"/>
                        <a:cs typeface="IBM Plex Sans Arabic Light" panose="020B0403050203000203" pitchFamily="34" charset="-78"/>
                      </a:endParaRP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GB" sz="1100" u="none" strike="noStrike" kern="1200" dirty="0">
                        <a:solidFill>
                          <a:schemeClr val="dk1"/>
                        </a:solidFill>
                        <a:effectLst/>
                        <a:latin typeface="IBM Plex Sans Arabic Light" panose="020B0403050203000203" pitchFamily="34" charset="-78"/>
                        <a:ea typeface="+mn-ea"/>
                        <a:cs typeface="IBM Plex Sans Arabic Light" panose="020B0403050203000203" pitchFamily="34" charset="-78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GB" sz="1100" u="none" strike="noStrike" kern="1200" dirty="0">
                        <a:solidFill>
                          <a:schemeClr val="dk1"/>
                        </a:solidFill>
                        <a:effectLst/>
                        <a:latin typeface="IBM Plex Sans Arabic Light" panose="020B0403050203000203" pitchFamily="34" charset="-78"/>
                        <a:ea typeface="+mn-ea"/>
                        <a:cs typeface="IBM Plex Sans Arabic Light" panose="020B0403050203000203" pitchFamily="34" charset="-78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54869057"/>
                  </a:ext>
                </a:extLst>
              </a:tr>
              <a:tr h="305111">
                <a:tc>
                  <a:txBody>
                    <a:bodyPr/>
                    <a:lstStyle/>
                    <a:p>
                      <a:pPr algn="r" rtl="1" fontAlgn="ctr"/>
                      <a:r>
                        <a:rPr lang="ar-SA" sz="1100" u="none" strike="noStrike" dirty="0">
                          <a:effectLst/>
                          <a:latin typeface="IBM Plex Sans Arabic Light" panose="020B0403050203000203" pitchFamily="34" charset="-78"/>
                          <a:cs typeface="IBM Plex Sans Arabic Light" panose="020B0403050203000203" pitchFamily="34" charset="-78"/>
                        </a:rPr>
                        <a:t>أرواء </a:t>
                      </a:r>
                      <a:r>
                        <a:rPr lang="en-GB" sz="1100" u="none" strike="noStrike" dirty="0">
                          <a:effectLst/>
                          <a:latin typeface="IBM Plex Sans Arabic Light" panose="020B0403050203000203" pitchFamily="34" charset="-78"/>
                          <a:cs typeface="IBM Plex Sans Arabic Light" panose="020B0403050203000203" pitchFamily="34" charset="-78"/>
                        </a:rPr>
                        <a:t>E</a:t>
                      </a:r>
                      <a:r>
                        <a:rPr lang="en-GB" sz="1100" u="none" strike="noStrike" kern="1200" dirty="0">
                          <a:solidFill>
                            <a:schemeClr val="dk1"/>
                          </a:solidFill>
                          <a:effectLst/>
                          <a:latin typeface="IBM Plex Sans Arabic Light" panose="020B0403050203000203" pitchFamily="34" charset="-78"/>
                          <a:ea typeface="+mn-ea"/>
                          <a:cs typeface="IBM Plex Sans Arabic Light" panose="020B0403050203000203" pitchFamily="34" charset="-78"/>
                        </a:rPr>
                        <a:t>RW</a:t>
                      </a:r>
                      <a:r>
                        <a:rPr lang="en-GB" sz="1100" u="none" strike="noStrike" dirty="0">
                          <a:effectLst/>
                          <a:latin typeface="IBM Plex Sans Arabic Light" panose="020B0403050203000203" pitchFamily="34" charset="-78"/>
                          <a:cs typeface="IBM Plex Sans Arabic Light" panose="020B0403050203000203" pitchFamily="34" charset="-78"/>
                        </a:rPr>
                        <a:t>A</a:t>
                      </a:r>
                      <a:endParaRPr lang="en-GB" sz="1100" b="0" i="0" u="none" strike="noStrike" dirty="0">
                        <a:solidFill>
                          <a:srgbClr val="000000"/>
                        </a:solidFill>
                        <a:effectLst/>
                        <a:latin typeface="IBM Plex Sans Arabic Light" panose="020B0403050203000203" pitchFamily="34" charset="-78"/>
                        <a:cs typeface="IBM Plex Sans Arabic Light" panose="020B0403050203000203" pitchFamily="34" charset="-78"/>
                      </a:endParaRP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GB" sz="1100" u="none" strike="noStrike" kern="1200" dirty="0">
                        <a:solidFill>
                          <a:schemeClr val="dk1"/>
                        </a:solidFill>
                        <a:effectLst/>
                        <a:latin typeface="IBM Plex Sans Arabic Light" panose="020B0403050203000203" pitchFamily="34" charset="-78"/>
                        <a:ea typeface="+mn-ea"/>
                        <a:cs typeface="IBM Plex Sans Arabic Light" panose="020B0403050203000203" pitchFamily="34" charset="-78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GB" sz="1100" u="none" strike="noStrike" kern="1200" dirty="0">
                        <a:solidFill>
                          <a:schemeClr val="dk1"/>
                        </a:solidFill>
                        <a:effectLst/>
                        <a:latin typeface="IBM Plex Sans Arabic Light" panose="020B0403050203000203" pitchFamily="34" charset="-78"/>
                        <a:ea typeface="+mn-ea"/>
                        <a:cs typeface="IBM Plex Sans Arabic Light" panose="020B0403050203000203" pitchFamily="34" charset="-78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65300418"/>
                  </a:ext>
                </a:extLst>
              </a:tr>
              <a:tr h="305111">
                <a:tc>
                  <a:txBody>
                    <a:bodyPr/>
                    <a:lstStyle/>
                    <a:p>
                      <a:pPr algn="r" rtl="1" fontAlgn="ctr"/>
                      <a:r>
                        <a:rPr lang="en-GB" sz="1100" u="none" strike="noStrike" kern="1200" dirty="0">
                          <a:solidFill>
                            <a:schemeClr val="dk1"/>
                          </a:solidFill>
                          <a:effectLst/>
                          <a:latin typeface="IBM Plex Sans Arabic Light" panose="020B0403050203000203" pitchFamily="34" charset="-78"/>
                          <a:ea typeface="+mn-ea"/>
                          <a:cs typeface="IBM Plex Sans Arabic Light" panose="020B0403050203000203" pitchFamily="34" charset="-78"/>
                        </a:rPr>
                        <a:t>IWP</a:t>
                      </a: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GB" sz="1100" u="none" strike="noStrike" kern="1200" dirty="0">
                        <a:solidFill>
                          <a:schemeClr val="dk1"/>
                        </a:solidFill>
                        <a:effectLst/>
                        <a:latin typeface="IBM Plex Sans Arabic Light" panose="020B0403050203000203" pitchFamily="34" charset="-78"/>
                        <a:ea typeface="+mn-ea"/>
                        <a:cs typeface="IBM Plex Sans Arabic Light" panose="020B0403050203000203" pitchFamily="34" charset="-78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GB" sz="1100" u="none" strike="noStrike" kern="1200" dirty="0">
                        <a:solidFill>
                          <a:schemeClr val="dk1"/>
                        </a:solidFill>
                        <a:effectLst/>
                        <a:latin typeface="IBM Plex Sans Arabic Light" panose="020B0403050203000203" pitchFamily="34" charset="-78"/>
                        <a:ea typeface="+mn-ea"/>
                        <a:cs typeface="IBM Plex Sans Arabic Light" panose="020B0403050203000203" pitchFamily="34" charset="-78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47719715"/>
                  </a:ext>
                </a:extLst>
              </a:tr>
              <a:tr h="305111">
                <a:tc>
                  <a:txBody>
                    <a:bodyPr/>
                    <a:lstStyle/>
                    <a:p>
                      <a:pPr algn="r" rtl="1" fontAlgn="ctr"/>
                      <a:r>
                        <a:rPr lang="ar-SA" sz="1100" u="none" strike="noStrike" kern="1200" dirty="0">
                          <a:solidFill>
                            <a:schemeClr val="dk1"/>
                          </a:solidFill>
                          <a:effectLst/>
                          <a:latin typeface="IBM Plex Sans Arabic Light" panose="020B0403050203000203" pitchFamily="34" charset="-78"/>
                          <a:ea typeface="+mn-ea"/>
                          <a:cs typeface="IBM Plex Sans Arabic Light" panose="020B0403050203000203" pitchFamily="34" charset="-78"/>
                        </a:rPr>
                        <a:t>الخريف</a:t>
                      </a:r>
                      <a:endParaRPr lang="en-GB" sz="1100" u="none" strike="noStrike" kern="1200" dirty="0">
                        <a:solidFill>
                          <a:schemeClr val="dk1"/>
                        </a:solidFill>
                        <a:effectLst/>
                        <a:latin typeface="IBM Plex Sans Arabic Light" panose="020B0403050203000203" pitchFamily="34" charset="-78"/>
                        <a:ea typeface="+mn-ea"/>
                        <a:cs typeface="IBM Plex Sans Arabic Light" panose="020B0403050203000203" pitchFamily="34" charset="-78"/>
                      </a:endParaRP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GB" sz="1100" u="none" strike="noStrike" kern="1200" dirty="0">
                        <a:solidFill>
                          <a:schemeClr val="dk1"/>
                        </a:solidFill>
                        <a:effectLst/>
                        <a:latin typeface="IBM Plex Sans Arabic Light" panose="020B0403050203000203" pitchFamily="34" charset="-78"/>
                        <a:ea typeface="+mn-ea"/>
                        <a:cs typeface="IBM Plex Sans Arabic Light" panose="020B0403050203000203" pitchFamily="34" charset="-78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GB" sz="1100" u="none" strike="noStrike" kern="1200" dirty="0">
                        <a:solidFill>
                          <a:schemeClr val="dk1"/>
                        </a:solidFill>
                        <a:effectLst/>
                        <a:latin typeface="IBM Plex Sans Arabic Light" panose="020B0403050203000203" pitchFamily="34" charset="-78"/>
                        <a:ea typeface="+mn-ea"/>
                        <a:cs typeface="IBM Plex Sans Arabic Light" panose="020B0403050203000203" pitchFamily="34" charset="-78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94583930"/>
                  </a:ext>
                </a:extLst>
              </a:tr>
              <a:tr h="305111">
                <a:tc>
                  <a:txBody>
                    <a:bodyPr/>
                    <a:lstStyle/>
                    <a:p>
                      <a:pPr algn="r" rtl="1" fontAlgn="ctr"/>
                      <a:r>
                        <a:rPr lang="ar-SA" sz="1100" u="none" strike="noStrike" kern="1200" dirty="0">
                          <a:solidFill>
                            <a:schemeClr val="dk1"/>
                          </a:solidFill>
                          <a:effectLst/>
                          <a:latin typeface="IBM Plex Sans Arabic Light" panose="020B0403050203000203" pitchFamily="34" charset="-78"/>
                          <a:ea typeface="+mn-ea"/>
                          <a:cs typeface="IBM Plex Sans Arabic Light" panose="020B0403050203000203" pitchFamily="34" charset="-78"/>
                        </a:rPr>
                        <a:t>شركة مطلق </a:t>
                      </a:r>
                      <a:r>
                        <a:rPr lang="ar-SA" sz="1100" u="none" strike="noStrike" kern="1200" dirty="0" err="1">
                          <a:solidFill>
                            <a:schemeClr val="dk1"/>
                          </a:solidFill>
                          <a:effectLst/>
                          <a:latin typeface="IBM Plex Sans Arabic Light" panose="020B0403050203000203" pitchFamily="34" charset="-78"/>
                          <a:ea typeface="+mn-ea"/>
                          <a:cs typeface="IBM Plex Sans Arabic Light" panose="020B0403050203000203" pitchFamily="34" charset="-78"/>
                        </a:rPr>
                        <a:t>الغويري</a:t>
                      </a:r>
                      <a:r>
                        <a:rPr lang="ar-SA" sz="1100" u="none" strike="noStrike" kern="1200" dirty="0">
                          <a:solidFill>
                            <a:schemeClr val="dk1"/>
                          </a:solidFill>
                          <a:effectLst/>
                          <a:latin typeface="IBM Plex Sans Arabic Light" panose="020B0403050203000203" pitchFamily="34" charset="-78"/>
                          <a:ea typeface="+mn-ea"/>
                          <a:cs typeface="IBM Plex Sans Arabic Light" panose="020B0403050203000203" pitchFamily="34" charset="-78"/>
                        </a:rPr>
                        <a:t> دبلوم  </a:t>
                      </a:r>
                      <a:r>
                        <a:rPr lang="ar-SA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IBM Plex Sans Arabic Light" panose="020B0403050203000203" pitchFamily="34" charset="-78"/>
                          <a:cs typeface="IBM Plex Sans Arabic Light" panose="020B0403050203000203" pitchFamily="34" charset="-78"/>
                        </a:rPr>
                        <a:t>مستمر من 2025</a:t>
                      </a:r>
                      <a:endParaRPr lang="en-GB" sz="1100" u="none" strike="noStrike" kern="1200" dirty="0">
                        <a:solidFill>
                          <a:schemeClr val="dk1"/>
                        </a:solidFill>
                        <a:effectLst/>
                        <a:latin typeface="IBM Plex Sans Arabic Light" panose="020B0403050203000203" pitchFamily="34" charset="-78"/>
                        <a:ea typeface="+mn-ea"/>
                        <a:cs typeface="IBM Plex Sans Arabic Light" panose="020B0403050203000203" pitchFamily="34" charset="-78"/>
                      </a:endParaRP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GB" sz="1100" u="none" strike="noStrike" kern="1200" dirty="0">
                        <a:solidFill>
                          <a:schemeClr val="dk1"/>
                        </a:solidFill>
                        <a:effectLst/>
                        <a:latin typeface="IBM Plex Sans Arabic Light" panose="020B0403050203000203" pitchFamily="34" charset="-78"/>
                        <a:ea typeface="+mn-ea"/>
                        <a:cs typeface="IBM Plex Sans Arabic Light" panose="020B0403050203000203" pitchFamily="34" charset="-78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GB" sz="1100" u="none" strike="noStrike" kern="1200" dirty="0">
                        <a:solidFill>
                          <a:schemeClr val="dk1"/>
                        </a:solidFill>
                        <a:effectLst/>
                        <a:latin typeface="IBM Plex Sans Arabic Light" panose="020B0403050203000203" pitchFamily="34" charset="-78"/>
                        <a:ea typeface="+mn-ea"/>
                        <a:cs typeface="IBM Plex Sans Arabic Light" panose="020B0403050203000203" pitchFamily="34" charset="-78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04480930"/>
                  </a:ext>
                </a:extLst>
              </a:tr>
              <a:tr h="305111">
                <a:tc>
                  <a:txBody>
                    <a:bodyPr/>
                    <a:lstStyle/>
                    <a:p>
                      <a:pPr algn="r" rtl="0" fontAlgn="ctr"/>
                      <a:r>
                        <a:rPr lang="ar-SA" sz="1100" u="none" strike="noStrike" kern="1200" dirty="0">
                          <a:solidFill>
                            <a:schemeClr val="dk1"/>
                          </a:solidFill>
                          <a:effectLst/>
                          <a:highlight>
                            <a:srgbClr val="F1F5FF"/>
                          </a:highlight>
                          <a:latin typeface="IBM Plex Sans Arabic Light" panose="020B0403050203000203" pitchFamily="34" charset="-78"/>
                          <a:ea typeface="+mn-ea"/>
                          <a:cs typeface="IBM Plex Sans Arabic Light" panose="020B0403050203000203" pitchFamily="34" charset="-78"/>
                        </a:rPr>
                        <a:t> دبلوم </a:t>
                      </a:r>
                      <a:r>
                        <a:rPr lang="ar-SA" sz="1100" b="0" i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F1F5FF"/>
                          </a:highlight>
                          <a:latin typeface="IBM Plex Sans Arabic Light" panose="020B0403050203000203" pitchFamily="34" charset="-78"/>
                          <a:cs typeface="IBM Plex Sans Arabic Light" panose="020B0403050203000203" pitchFamily="34" charset="-78"/>
                        </a:rPr>
                        <a:t>مستمر من 2025</a:t>
                      </a:r>
                      <a:r>
                        <a:rPr lang="en-GB" sz="1100" u="none" strike="noStrike" kern="1200" dirty="0">
                          <a:solidFill>
                            <a:schemeClr val="dk1"/>
                          </a:solidFill>
                          <a:effectLst/>
                          <a:highlight>
                            <a:srgbClr val="F1F5FF"/>
                          </a:highlight>
                          <a:latin typeface="IBM Plex Sans Arabic Light" panose="020B0403050203000203" pitchFamily="34" charset="-78"/>
                          <a:ea typeface="+mn-ea"/>
                          <a:cs typeface="IBM Plex Sans Arabic Light" panose="020B0403050203000203" pitchFamily="34" charset="-78"/>
                        </a:rPr>
                        <a:t>ILF Consulting Services</a:t>
                      </a: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GB" sz="1100" u="none" strike="noStrike" kern="1200" dirty="0">
                        <a:solidFill>
                          <a:schemeClr val="dk1"/>
                        </a:solidFill>
                        <a:effectLst/>
                        <a:latin typeface="IBM Plex Sans Arabic Light" panose="020B0403050203000203" pitchFamily="34" charset="-78"/>
                        <a:ea typeface="+mn-ea"/>
                        <a:cs typeface="IBM Plex Sans Arabic Light" panose="020B0403050203000203" pitchFamily="34" charset="-78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GB" sz="1100" u="none" strike="noStrike" kern="1200" dirty="0">
                        <a:solidFill>
                          <a:schemeClr val="dk1"/>
                        </a:solidFill>
                        <a:effectLst/>
                        <a:latin typeface="IBM Plex Sans Arabic Light" panose="020B0403050203000203" pitchFamily="34" charset="-78"/>
                        <a:ea typeface="+mn-ea"/>
                        <a:cs typeface="IBM Plex Sans Arabic Light" panose="020B0403050203000203" pitchFamily="34" charset="-78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19774891"/>
                  </a:ext>
                </a:extLst>
              </a:tr>
              <a:tr h="305111">
                <a:tc>
                  <a:txBody>
                    <a:bodyPr/>
                    <a:lstStyle/>
                    <a:p>
                      <a:pPr algn="r" rtl="1" fontAlgn="ctr"/>
                      <a:r>
                        <a:rPr lang="en-US" sz="1100" u="none" strike="noStrike" kern="1200" dirty="0">
                          <a:solidFill>
                            <a:schemeClr val="dk1"/>
                          </a:solidFill>
                          <a:effectLst/>
                          <a:highlight>
                            <a:srgbClr val="F1F5FF"/>
                          </a:highlight>
                          <a:latin typeface="IBM Plex Sans Arabic Light" panose="020B0403050203000203" pitchFamily="34" charset="-78"/>
                          <a:ea typeface="+mn-ea"/>
                          <a:cs typeface="IBM Plex Sans Arabic Light" panose="020B0403050203000203" pitchFamily="34" charset="-78"/>
                        </a:rPr>
                        <a:t>Be Water</a:t>
                      </a:r>
                      <a:r>
                        <a:rPr lang="ar-SA" sz="1100" u="none" strike="noStrike" kern="1200" dirty="0">
                          <a:solidFill>
                            <a:schemeClr val="dk1"/>
                          </a:solidFill>
                          <a:effectLst/>
                          <a:highlight>
                            <a:srgbClr val="F1F5FF"/>
                          </a:highlight>
                          <a:latin typeface="IBM Plex Sans Arabic Light" panose="020B0403050203000203" pitchFamily="34" charset="-78"/>
                          <a:ea typeface="+mn-ea"/>
                          <a:cs typeface="IBM Plex Sans Arabic Light" panose="020B0403050203000203" pitchFamily="34" charset="-78"/>
                        </a:rPr>
                        <a:t> دبلوم </a:t>
                      </a:r>
                      <a:r>
                        <a:rPr lang="ar-SA" sz="1100" b="0" i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F1F5FF"/>
                          </a:highlight>
                          <a:latin typeface="IBM Plex Sans Arabic Light" panose="020B0403050203000203" pitchFamily="34" charset="-78"/>
                          <a:cs typeface="IBM Plex Sans Arabic Light" panose="020B0403050203000203" pitchFamily="34" charset="-78"/>
                        </a:rPr>
                        <a:t>مستمر من 2025</a:t>
                      </a:r>
                      <a:endParaRPr lang="ar-SA" sz="1100" u="none" strike="noStrike" kern="1200" dirty="0">
                        <a:solidFill>
                          <a:schemeClr val="dk1"/>
                        </a:solidFill>
                        <a:effectLst/>
                        <a:highlight>
                          <a:srgbClr val="F1F5FF"/>
                        </a:highlight>
                        <a:latin typeface="IBM Plex Sans Arabic Light" panose="020B0403050203000203" pitchFamily="34" charset="-78"/>
                        <a:ea typeface="+mn-ea"/>
                        <a:cs typeface="IBM Plex Sans Arabic Light" panose="020B0403050203000203" pitchFamily="34" charset="-78"/>
                      </a:endParaRP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GB" sz="1100" u="none" strike="noStrike" kern="1200" dirty="0">
                        <a:solidFill>
                          <a:schemeClr val="dk1"/>
                        </a:solidFill>
                        <a:effectLst/>
                        <a:latin typeface="IBM Plex Sans Arabic Light" panose="020B0403050203000203" pitchFamily="34" charset="-78"/>
                        <a:ea typeface="+mn-ea"/>
                        <a:cs typeface="IBM Plex Sans Arabic Light" panose="020B0403050203000203" pitchFamily="34" charset="-78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GB" sz="1100" u="none" strike="noStrike" kern="1200" dirty="0">
                        <a:solidFill>
                          <a:schemeClr val="dk1"/>
                        </a:solidFill>
                        <a:effectLst/>
                        <a:latin typeface="IBM Plex Sans Arabic Light" panose="020B0403050203000203" pitchFamily="34" charset="-78"/>
                        <a:ea typeface="+mn-ea"/>
                        <a:cs typeface="IBM Plex Sans Arabic Light" panose="020B0403050203000203" pitchFamily="34" charset="-78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50716254"/>
                  </a:ext>
                </a:extLst>
              </a:tr>
              <a:tr h="305111">
                <a:tc>
                  <a:txBody>
                    <a:bodyPr/>
                    <a:lstStyle/>
                    <a:p>
                      <a:pPr algn="r" rtl="1" fontAlgn="ctr"/>
                      <a:r>
                        <a:rPr lang="ar-SA" sz="1100" u="none" strike="noStrike" kern="1200" dirty="0">
                          <a:solidFill>
                            <a:schemeClr val="dk1"/>
                          </a:solidFill>
                          <a:effectLst/>
                          <a:highlight>
                            <a:srgbClr val="F1F5FF"/>
                          </a:highlight>
                          <a:latin typeface="IBM Plex Sans Arabic Light" panose="020B0403050203000203" pitchFamily="34" charset="-78"/>
                          <a:ea typeface="+mn-ea"/>
                          <a:cs typeface="IBM Plex Sans Arabic Light" panose="020B0403050203000203" pitchFamily="34" charset="-78"/>
                        </a:rPr>
                        <a:t>الخريف دبلوم </a:t>
                      </a:r>
                      <a:r>
                        <a:rPr lang="ar-SA" sz="1100" b="0" i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F1F5FF"/>
                          </a:highlight>
                          <a:latin typeface="IBM Plex Sans Arabic Light" panose="020B0403050203000203" pitchFamily="34" charset="-78"/>
                          <a:cs typeface="IBM Plex Sans Arabic Light" panose="020B0403050203000203" pitchFamily="34" charset="-78"/>
                        </a:rPr>
                        <a:t>مستمر من 2025</a:t>
                      </a:r>
                      <a:endParaRPr lang="ar-SA" sz="1100" u="none" strike="noStrike" kern="1200" dirty="0">
                        <a:solidFill>
                          <a:schemeClr val="dk1"/>
                        </a:solidFill>
                        <a:effectLst/>
                        <a:highlight>
                          <a:srgbClr val="F1F5FF"/>
                        </a:highlight>
                        <a:latin typeface="IBM Plex Sans Arabic Light" panose="020B0403050203000203" pitchFamily="34" charset="-78"/>
                        <a:ea typeface="+mn-ea"/>
                        <a:cs typeface="IBM Plex Sans Arabic Light" panose="020B0403050203000203" pitchFamily="34" charset="-78"/>
                      </a:endParaRP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GB" sz="1100" u="none" strike="noStrike" kern="1200" dirty="0">
                        <a:solidFill>
                          <a:schemeClr val="dk1"/>
                        </a:solidFill>
                        <a:effectLst/>
                        <a:latin typeface="IBM Plex Sans Arabic Light" panose="020B0403050203000203" pitchFamily="34" charset="-78"/>
                        <a:ea typeface="+mn-ea"/>
                        <a:cs typeface="IBM Plex Sans Arabic Light" panose="020B0403050203000203" pitchFamily="34" charset="-78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GB" sz="1100" u="none" strike="noStrike" kern="1200" dirty="0">
                        <a:solidFill>
                          <a:schemeClr val="dk1"/>
                        </a:solidFill>
                        <a:effectLst/>
                        <a:latin typeface="IBM Plex Sans Arabic Light" panose="020B0403050203000203" pitchFamily="34" charset="-78"/>
                        <a:ea typeface="+mn-ea"/>
                        <a:cs typeface="IBM Plex Sans Arabic Light" panose="020B0403050203000203" pitchFamily="34" charset="-78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44882398"/>
                  </a:ext>
                </a:extLst>
              </a:tr>
              <a:tr h="305111">
                <a:tc>
                  <a:txBody>
                    <a:bodyPr/>
                    <a:lstStyle/>
                    <a:p>
                      <a:pPr algn="r" rtl="0" fontAlgn="ctr"/>
                      <a:r>
                        <a:rPr lang="ar-SA" sz="1100" u="none" strike="noStrike" dirty="0">
                          <a:effectLst/>
                          <a:latin typeface="IBM Plex Sans Arabic Light" panose="020B0403050203000203" pitchFamily="34" charset="-78"/>
                          <a:cs typeface="IBM Plex Sans Arabic Light" panose="020B0403050203000203" pitchFamily="34" charset="-78"/>
                        </a:rPr>
                        <a:t> </a:t>
                      </a:r>
                      <a:r>
                        <a:rPr lang="ar-SA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IBM Plex Sans Arabic Light" panose="020B0403050203000203" pitchFamily="34" charset="-78"/>
                          <a:cs typeface="IBM Plex Sans Arabic Light" panose="020B0403050203000203" pitchFamily="34" charset="-78"/>
                        </a:rPr>
                        <a:t>مستمر من 2025</a:t>
                      </a:r>
                      <a:r>
                        <a:rPr lang="en-GB" sz="1100" u="none" strike="noStrike" dirty="0">
                          <a:effectLst/>
                          <a:latin typeface="IBM Plex Sans Arabic Light" panose="020B0403050203000203" pitchFamily="34" charset="-78"/>
                          <a:cs typeface="IBM Plex Sans Arabic Light" panose="020B0403050203000203" pitchFamily="34" charset="-78"/>
                        </a:rPr>
                        <a:t>KSB</a:t>
                      </a:r>
                      <a:endParaRPr lang="en-GB" sz="1100" b="0" i="0" u="none" strike="noStrike" dirty="0">
                        <a:solidFill>
                          <a:srgbClr val="000000"/>
                        </a:solidFill>
                        <a:effectLst/>
                        <a:latin typeface="IBM Plex Sans Arabic Light" panose="020B0403050203000203" pitchFamily="34" charset="-78"/>
                        <a:cs typeface="IBM Plex Sans Arabic Light" panose="020B0403050203000203" pitchFamily="34" charset="-78"/>
                      </a:endParaRP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GB" sz="1100" u="none" strike="noStrike" kern="1200" dirty="0">
                        <a:solidFill>
                          <a:schemeClr val="dk1"/>
                        </a:solidFill>
                        <a:effectLst/>
                        <a:latin typeface="IBM Plex Sans Arabic Light" panose="020B0403050203000203" pitchFamily="34" charset="-78"/>
                        <a:ea typeface="+mn-ea"/>
                        <a:cs typeface="IBM Plex Sans Arabic Light" panose="020B0403050203000203" pitchFamily="34" charset="-78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GB" sz="1100" u="none" strike="noStrike" kern="1200" dirty="0">
                        <a:solidFill>
                          <a:schemeClr val="dk1"/>
                        </a:solidFill>
                        <a:effectLst/>
                        <a:latin typeface="IBM Plex Sans Arabic Light" panose="020B0403050203000203" pitchFamily="34" charset="-78"/>
                        <a:ea typeface="+mn-ea"/>
                        <a:cs typeface="IBM Plex Sans Arabic Light" panose="020B0403050203000203" pitchFamily="34" charset="-78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75598311"/>
                  </a:ext>
                </a:extLst>
              </a:tr>
              <a:tr h="305111">
                <a:tc>
                  <a:txBody>
                    <a:bodyPr/>
                    <a:lstStyle/>
                    <a:p>
                      <a:pPr algn="r" rtl="1" fontAlgn="ctr"/>
                      <a:r>
                        <a:rPr lang="ar-SA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IBM Plex Sans Arabic Light" panose="020B0403050203000203" pitchFamily="34" charset="-78"/>
                          <a:cs typeface="IBM Plex Sans Arabic Light" panose="020B0403050203000203" pitchFamily="34" charset="-78"/>
                        </a:rPr>
                        <a:t>التنقية 6 مستمر من 2025</a:t>
                      </a: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GB" sz="1100" u="none" strike="noStrike" kern="1200" dirty="0">
                        <a:solidFill>
                          <a:schemeClr val="dk1"/>
                        </a:solidFill>
                        <a:effectLst/>
                        <a:latin typeface="IBM Plex Sans Arabic Light" panose="020B0403050203000203" pitchFamily="34" charset="-78"/>
                        <a:ea typeface="+mn-ea"/>
                        <a:cs typeface="IBM Plex Sans Arabic Light" panose="020B0403050203000203" pitchFamily="34" charset="-78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GB" sz="1100" u="none" strike="noStrike" kern="1200" dirty="0">
                        <a:solidFill>
                          <a:schemeClr val="dk1"/>
                        </a:solidFill>
                        <a:effectLst/>
                        <a:latin typeface="IBM Plex Sans Arabic Light" panose="020B0403050203000203" pitchFamily="34" charset="-78"/>
                        <a:ea typeface="+mn-ea"/>
                        <a:cs typeface="IBM Plex Sans Arabic Light" panose="020B0403050203000203" pitchFamily="34" charset="-78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10215984"/>
                  </a:ext>
                </a:extLst>
              </a:tr>
            </a:tbl>
          </a:graphicData>
        </a:graphic>
      </p:graphicFrame>
      <p:graphicFrame>
        <p:nvGraphicFramePr>
          <p:cNvPr id="37" name="Table 36">
            <a:extLst>
              <a:ext uri="{FF2B5EF4-FFF2-40B4-BE49-F238E27FC236}">
                <a16:creationId xmlns:a16="http://schemas.microsoft.com/office/drawing/2014/main" id="{E90F6D0C-5021-4DFC-8D1E-96156D0B916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8962289"/>
              </p:ext>
            </p:extLst>
          </p:nvPr>
        </p:nvGraphicFramePr>
        <p:xfrm>
          <a:off x="-10491" y="2744262"/>
          <a:ext cx="2802827" cy="1249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4942">
                  <a:extLst>
                    <a:ext uri="{9D8B030D-6E8A-4147-A177-3AD203B41FA5}">
                      <a16:colId xmlns:a16="http://schemas.microsoft.com/office/drawing/2014/main" val="1751093253"/>
                    </a:ext>
                  </a:extLst>
                </a:gridCol>
                <a:gridCol w="334942">
                  <a:extLst>
                    <a:ext uri="{9D8B030D-6E8A-4147-A177-3AD203B41FA5}">
                      <a16:colId xmlns:a16="http://schemas.microsoft.com/office/drawing/2014/main" val="1057709866"/>
                    </a:ext>
                  </a:extLst>
                </a:gridCol>
                <a:gridCol w="2132943">
                  <a:extLst>
                    <a:ext uri="{9D8B030D-6E8A-4147-A177-3AD203B41FA5}">
                      <a16:colId xmlns:a16="http://schemas.microsoft.com/office/drawing/2014/main" val="1451078690"/>
                    </a:ext>
                  </a:extLst>
                </a:gridCol>
              </a:tblGrid>
              <a:tr h="259450">
                <a:tc>
                  <a:txBody>
                    <a:bodyPr/>
                    <a:lstStyle/>
                    <a:p>
                      <a:pPr marL="0" algn="ctr" defTabSz="566987" rtl="0" eaLnBrk="1" latinLnBrk="0" hangingPunct="1"/>
                      <a:endParaRPr lang="en-US" sz="1600" b="1" kern="1200" dirty="0">
                        <a:solidFill>
                          <a:schemeClr val="bg1"/>
                        </a:solidFill>
                        <a:latin typeface="IBM Plex Sans Arabic" panose="020B0503050203000203" pitchFamily="34" charset="-78"/>
                        <a:ea typeface="+mn-ea"/>
                        <a:cs typeface="IBM Plex Sans Arabic" panose="020B0503050203000203" pitchFamily="34" charset="-78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566987" rtl="1" eaLnBrk="1" latinLnBrk="0" hangingPunct="1"/>
                      <a:endParaRPr lang="en-US" sz="500" dirty="0">
                        <a:solidFill>
                          <a:schemeClr val="bg1"/>
                        </a:solidFill>
                        <a:latin typeface="IBM Plex Sans Arabic" panose="020B0503050203000203" pitchFamily="34" charset="-78"/>
                        <a:cs typeface="IBM Plex Sans Arabic" panose="020B0503050203000203" pitchFamily="34" charset="-78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ar-SA" sz="1600" b="1" dirty="0">
                          <a:solidFill>
                            <a:schemeClr val="bg1"/>
                          </a:solidFill>
                          <a:latin typeface="IBM Plex Sans Arabic" panose="020B0503050203000203" pitchFamily="34" charset="-78"/>
                          <a:cs typeface="IBM Plex Sans Arabic" panose="020B0503050203000203" pitchFamily="34" charset="-78"/>
                        </a:rPr>
                        <a:t>التراكمي لجميع البرامج</a:t>
                      </a:r>
                      <a:endParaRPr lang="en-US" sz="1600" dirty="0">
                        <a:solidFill>
                          <a:schemeClr val="bg1"/>
                        </a:solidFill>
                        <a:latin typeface="IBM Plex Sans Arabic" panose="020B0503050203000203" pitchFamily="34" charset="-78"/>
                        <a:cs typeface="IBM Plex Sans Arabic" panose="020B0503050203000203" pitchFamily="34" charset="-78"/>
                      </a:endParaRPr>
                    </a:p>
                  </a:txBody>
                  <a:tcPr>
                    <a:solidFill>
                      <a:srgbClr val="4472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46802017"/>
                  </a:ext>
                </a:extLst>
              </a:tr>
              <a:tr h="353795">
                <a:tc>
                  <a:txBody>
                    <a:bodyPr/>
                    <a:lstStyle/>
                    <a:p>
                      <a:pPr algn="r"/>
                      <a:endParaRPr lang="en-US" sz="1400" b="1" i="0" kern="1200" dirty="0">
                        <a:solidFill>
                          <a:srgbClr val="0070C0"/>
                        </a:solidFill>
                        <a:latin typeface="IBM Plex Sans Arabic" panose="020B0503050203000203" pitchFamily="34" charset="-78"/>
                        <a:ea typeface="+mn-ea"/>
                        <a:cs typeface="IBM Plex Sans Arabic" panose="020B0503050203000203" pitchFamily="34" charset="-78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US" sz="400" b="1" i="0" dirty="0">
                        <a:solidFill>
                          <a:schemeClr val="bg1"/>
                        </a:solidFill>
                        <a:latin typeface="IBM Plex Sans Arabic" panose="020B0503050203000203" pitchFamily="34" charset="-78"/>
                        <a:cs typeface="IBM Plex Sans Arabic" panose="020B0503050203000203" pitchFamily="34" charset="-78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566987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SA" sz="2400" b="1" i="0" kern="1200" dirty="0">
                          <a:solidFill>
                            <a:srgbClr val="0070C0"/>
                          </a:solidFill>
                          <a:latin typeface="IBM Plex Sans Arabic" panose="020B0503050203000203" pitchFamily="34" charset="-78"/>
                          <a:ea typeface="+mn-ea"/>
                          <a:cs typeface="IBM Plex Sans Arabic" panose="020B0503050203000203" pitchFamily="34" charset="-78"/>
                        </a:rPr>
                        <a:t>285 </a:t>
                      </a:r>
                      <a:r>
                        <a:rPr lang="ar-SA" sz="1400" b="1" i="0" kern="1200" dirty="0">
                          <a:solidFill>
                            <a:srgbClr val="0070C0"/>
                          </a:solidFill>
                          <a:latin typeface="IBM Plex Sans Arabic" panose="020B0503050203000203" pitchFamily="34" charset="-78"/>
                          <a:ea typeface="+mn-ea"/>
                          <a:cs typeface="IBM Plex Sans Arabic" panose="020B0503050203000203" pitchFamily="34" charset="-78"/>
                        </a:rPr>
                        <a:t>دورة</a:t>
                      </a:r>
                    </a:p>
                  </a:txBody>
                  <a:tcPr>
                    <a:solidFill>
                      <a:srgbClr val="CFD5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12249062"/>
                  </a:ext>
                </a:extLst>
              </a:tr>
              <a:tr h="353795">
                <a:tc>
                  <a:txBody>
                    <a:bodyPr/>
                    <a:lstStyle/>
                    <a:p>
                      <a:pPr marL="0" algn="l" defTabSz="566987" rtl="0" eaLnBrk="1" latinLnBrk="0" hangingPunct="1"/>
                      <a:endParaRPr lang="en-US" sz="1400" b="1" i="0" kern="1200" dirty="0">
                        <a:solidFill>
                          <a:srgbClr val="0070C0"/>
                        </a:solidFill>
                        <a:latin typeface="IBM Plex Sans Arabic" panose="020B0503050203000203" pitchFamily="34" charset="-78"/>
                        <a:ea typeface="+mn-ea"/>
                        <a:cs typeface="IBM Plex Sans Arabic" panose="020B0503050203000203" pitchFamily="34" charset="-78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algn="r" defTabSz="566987" rtl="1" eaLnBrk="1" latinLnBrk="0" hangingPunct="1"/>
                      <a:endParaRPr lang="en-US" sz="400" b="1" i="0" dirty="0">
                        <a:solidFill>
                          <a:schemeClr val="bg1"/>
                        </a:solidFill>
                        <a:latin typeface="IBM Plex Sans Arabic" panose="020B0503050203000203" pitchFamily="34" charset="-78"/>
                        <a:cs typeface="IBM Plex Sans Arabic" panose="020B0503050203000203" pitchFamily="34" charset="-78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566987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SA" sz="2400" b="1" i="0" kern="1200">
                          <a:solidFill>
                            <a:srgbClr val="0070C0"/>
                          </a:solidFill>
                          <a:latin typeface="IBM Plex Sans Arabic" panose="020B0503050203000203" pitchFamily="34" charset="-78"/>
                          <a:ea typeface="+mn-ea"/>
                          <a:cs typeface="IBM Plex Sans Arabic" panose="020B0503050203000203" pitchFamily="34" charset="-78"/>
                        </a:rPr>
                        <a:t>4363 </a:t>
                      </a:r>
                      <a:r>
                        <a:rPr lang="ar-SA" sz="1400" b="1" i="0" kern="1200" dirty="0">
                          <a:solidFill>
                            <a:srgbClr val="0070C0"/>
                          </a:solidFill>
                          <a:latin typeface="IBM Plex Sans Arabic" panose="020B0503050203000203" pitchFamily="34" charset="-78"/>
                          <a:ea typeface="+mn-ea"/>
                          <a:cs typeface="IBM Plex Sans Arabic" panose="020B0503050203000203" pitchFamily="34" charset="-78"/>
                        </a:rPr>
                        <a:t>متدرب</a:t>
                      </a:r>
                      <a:endParaRPr lang="en-US" sz="1400" b="1" i="0" kern="1200" dirty="0">
                        <a:solidFill>
                          <a:srgbClr val="0070C0"/>
                        </a:solidFill>
                        <a:latin typeface="IBM Plex Sans Arabic" panose="020B0503050203000203" pitchFamily="34" charset="-78"/>
                        <a:ea typeface="+mn-ea"/>
                        <a:cs typeface="IBM Plex Sans Arabic" panose="020B0503050203000203" pitchFamily="34" charset="-78"/>
                      </a:endParaRPr>
                    </a:p>
                  </a:txBody>
                  <a:tcPr>
                    <a:solidFill>
                      <a:srgbClr val="E9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44575242"/>
                  </a:ext>
                </a:extLst>
              </a:tr>
            </a:tbl>
          </a:graphicData>
        </a:graphic>
      </p:graphicFrame>
      <p:sp>
        <p:nvSpPr>
          <p:cNvPr id="6" name="BJPseudoFooter">
            <a:extLst>
              <a:ext uri="{FF2B5EF4-FFF2-40B4-BE49-F238E27FC236}">
                <a16:creationId xmlns:a16="http://schemas.microsoft.com/office/drawing/2014/main" id="{11738213-FE81-DFDB-98F0-8AA1B432C7E2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3386140" y="10445592"/>
            <a:ext cx="787395" cy="246221"/>
          </a:xfrm>
          <a:prstGeom prst="rect">
            <a:avLst/>
          </a:prstGeom>
          <a:noFill/>
        </p:spPr>
        <p:txBody>
          <a:bodyPr vert="horz" wrap="none" rtlCol="0">
            <a:spAutoFit/>
          </a:bodyPr>
          <a:lstStyle/>
          <a:p>
            <a:pPr algn="ctr"/>
            <a:r>
              <a:rPr lang="en-US" sz="1000">
                <a:solidFill>
                  <a:srgbClr val="000000"/>
                </a:solidFill>
                <a:latin typeface="Times New Roman" panose="02020603050405020304" pitchFamily="18" charset="0"/>
              </a:rPr>
              <a:t>Public    </a:t>
            </a:r>
            <a:r>
              <a:rPr lang="ar-SA" sz="1000">
                <a:solidFill>
                  <a:srgbClr val="000000"/>
                </a:solidFill>
                <a:latin typeface="Times New Roman" panose="02020603050405020304" pitchFamily="18" charset="0"/>
              </a:rPr>
              <a:t>عام</a:t>
            </a:r>
            <a:endParaRPr lang="en-US" sz="10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697353147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DESIGN_ID_SWAACADEMY2" val="JpphCCrM"/>
  <p:tag name="ARTICULATE_PROJECT_OPEN" val="0"/>
  <p:tag name="ARTICULATE_SLIDE_COUNT" val="28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JHEADERFOOTERLABEL" val="TRUE"/>
  <p:tag name="BJHEADERFOOTERTEXTLABEL" val="Public    عام"/>
  <p:tag name="BJHEADERFOOTERTEXTMARKING" val="Public    عام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JHEADERFOOTERLABEL" val="TRUE"/>
  <p:tag name="BJHEADERFOOTERTEXTLABEL" val="Public    عام"/>
  <p:tag name="BJHEADERFOOTERTEXTMARKING" val="Public    عام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JHEADERFOOTERLABEL" val="TRUE"/>
  <p:tag name="BJHEADERFOOTERTEXTLABEL" val="Public    عام"/>
  <p:tag name="BJHEADERFOOTERTEXTMARKING" val="Public    عام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JHEADERFOOTERLABEL" val="TRUE"/>
  <p:tag name="BJHEADERFOOTERTEXTLABEL" val="Public    عام"/>
  <p:tag name="BJHEADERFOOTERTEXTMARKING" val="Public    عام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JHEADERFOOTERLABEL" val="TRUE"/>
  <p:tag name="BJHEADERFOOTERTEXTLABEL" val="Public    عام"/>
  <p:tag name="BJHEADERFOOTERTEXTMARKING" val="Public    عام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JHEADERFOOTERLABEL" val="TRUE"/>
  <p:tag name="BJHEADERFOOTERTEXTLABEL" val="Public    عام"/>
  <p:tag name="BJHEADERFOOTERTEXTMARKING" val="Public    عام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JHEADERFOOTERLABEL" val="TRUE"/>
  <p:tag name="BJHEADERFOOTERTEXTLABEL" val="Public    عام"/>
  <p:tag name="BJHEADERFOOTERTEXTMARKING" val="Public    عام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JHEADERFOOTERLABEL" val="TRUE"/>
  <p:tag name="BJHEADERFOOTERTEXTLABEL" val="Public    عام"/>
  <p:tag name="BJHEADERFOOTERTEXTMARKING" val="Public    عام"/>
</p:tagLst>
</file>

<file path=ppt/theme/theme1.xml><?xml version="1.0" encoding="utf-8"?>
<a:theme xmlns:a="http://schemas.openxmlformats.org/drawingml/2006/main" name="1_swaacademy2">
  <a:themeElements>
    <a:clrScheme name="SWA COLOR">
      <a:dk1>
        <a:srgbClr val="0070C0"/>
      </a:dk1>
      <a:lt1>
        <a:srgbClr val="FFFFFF"/>
      </a:lt1>
      <a:dk2>
        <a:srgbClr val="0070C0"/>
      </a:dk2>
      <a:lt2>
        <a:srgbClr val="FFFFFF"/>
      </a:lt2>
      <a:accent1>
        <a:srgbClr val="4472C4"/>
      </a:accent1>
      <a:accent2>
        <a:srgbClr val="8EAADB"/>
      </a:accent2>
      <a:accent3>
        <a:srgbClr val="A5A5A5"/>
      </a:accent3>
      <a:accent4>
        <a:srgbClr val="B4C6E7"/>
      </a:accent4>
      <a:accent5>
        <a:srgbClr val="5B9BD5"/>
      </a:accent5>
      <a:accent6>
        <a:srgbClr val="D6DCE4"/>
      </a:accent6>
      <a:hlink>
        <a:srgbClr val="A5A5A5"/>
      </a:hlink>
      <a:folHlink>
        <a:srgbClr val="000000"/>
      </a:folHlink>
    </a:clrScheme>
    <a:fontScheme name="SWA FONT">
      <a:majorFont>
        <a:latin typeface="Calibri Light"/>
        <a:ea typeface=""/>
        <a:cs typeface="SWCC 4- Bold"/>
      </a:majorFont>
      <a:minorFont>
        <a:latin typeface="Calibri"/>
        <a:ea typeface=""/>
        <a:cs typeface="SWCC 3- Medium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waacademy2" id="{0188B118-F3BD-FF45-BFFC-93D7E020B442}" vid="{783B1A9A-266A-F54A-AC21-EE09FA857873}"/>
    </a:ext>
  </a:extLst>
</a:theme>
</file>

<file path=ppt/theme/theme2.xml><?xml version="1.0" encoding="utf-8"?>
<a:theme xmlns:a="http://schemas.openxmlformats.org/drawingml/2006/main" name="نسق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نسق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item1.xml><?xml version="1.0" encoding="utf-8"?>
<sisl xmlns:xsd="http://www.w3.org/2001/XMLSchema" xmlns:xsi="http://www.w3.org/2001/XMLSchema-instance" xmlns="http://www.boldonjames.com/2008/01/sie/internal/label" sislVersion="0" policy="6fdbae9c-2438-45b8-abb0-4c49a55f8c90" origin="userSelected">
  <element uid="22f676af-bc56-4cb6-b526-48512d04feea" value=""/>
</sisl>
</file>

<file path=customXml/itemProps1.xml><?xml version="1.0" encoding="utf-8"?>
<ds:datastoreItem xmlns:ds="http://schemas.openxmlformats.org/officeDocument/2006/customXml" ds:itemID="{CBC15001-7D52-40C5-ADA1-F6242B76B053}">
  <ds:schemaRefs>
    <ds:schemaRef ds:uri="http://www.w3.org/2001/XMLSchema"/>
    <ds:schemaRef ds:uri="http://www.boldonjames.com/2008/01/sie/internal/label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138337</TotalTime>
  <Words>1550</Words>
  <Application>Microsoft Office PowerPoint</Application>
  <PresentationFormat>Custom</PresentationFormat>
  <Paragraphs>718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8" baseType="lpstr">
      <vt:lpstr>Arial</vt:lpstr>
      <vt:lpstr>Calibri</vt:lpstr>
      <vt:lpstr>IBM Plex Sans Arabic</vt:lpstr>
      <vt:lpstr>IBM Plex Sans Arabic Light</vt:lpstr>
      <vt:lpstr>IBM Plex Sans Arabic Medium</vt:lpstr>
      <vt:lpstr>IBM Plex Sans Arabic SemiBold</vt:lpstr>
      <vt:lpstr>SWCC</vt:lpstr>
      <vt:lpstr>SWCC 2-</vt:lpstr>
      <vt:lpstr>SWCC 4- Bold</vt:lpstr>
      <vt:lpstr>Times New Roman</vt:lpstr>
      <vt:lpstr>Wingdings</vt:lpstr>
      <vt:lpstr>1_swaacademy2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عرض تقديمي في PowerPoint</dc:title>
  <dc:creator>Mohammed Abdualruhman Ali Alshahri</dc:creator>
  <cp:lastModifiedBy>HB381@365mak.com</cp:lastModifiedBy>
  <cp:revision>1508</cp:revision>
  <dcterms:created xsi:type="dcterms:W3CDTF">2022-11-04T11:40:13Z</dcterms:created>
  <dcterms:modified xsi:type="dcterms:W3CDTF">2026-09-29T14:47:53Z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rticulateGUID">
    <vt:lpwstr>0A5B3247-C8DD-4690-B2F5-141407CF6200</vt:lpwstr>
  </property>
  <property fmtid="{D5CDD505-2E9C-101B-9397-08002B2CF9AE}" pid="3" name="ArticulatePath">
    <vt:lpwstr>https://swccgovsa-my.sharepoint.com/personal/u105947_swcc_gov_sa/Documents/مركز البيانات/التقارير والعروض/التقارير الاسبوعية/الاكاديمية/التقارير/2023/تقرير المهام والاعمال الأسبوعي للأكاديمية- 30042023</vt:lpwstr>
  </property>
  <property fmtid="{D5CDD505-2E9C-101B-9397-08002B2CF9AE}" pid="4" name="docIndexRef">
    <vt:lpwstr>17a19122-4af2-4dc1-a241-3ca3dc79e8fb</vt:lpwstr>
  </property>
  <property fmtid="{D5CDD505-2E9C-101B-9397-08002B2CF9AE}" pid="5" name="bjClsUserRVM">
    <vt:lpwstr>[]</vt:lpwstr>
  </property>
  <property fmtid="{D5CDD505-2E9C-101B-9397-08002B2CF9AE}" pid="6" name="bjSaver">
    <vt:lpwstr>SPDy6vioJSAkEgjOpTHWbo6cgAtURDWw</vt:lpwstr>
  </property>
  <property fmtid="{D5CDD505-2E9C-101B-9397-08002B2CF9AE}" pid="7" name="bjDocumentSecurityLabel">
    <vt:lpwstr>Public    عام</vt:lpwstr>
  </property>
  <property fmtid="{D5CDD505-2E9C-101B-9397-08002B2CF9AE}" pid="8" name="bjSlideMasterFooterText">
    <vt:lpwstr>Public    عام</vt:lpwstr>
  </property>
  <property fmtid="{D5CDD505-2E9C-101B-9397-08002B2CF9AE}" pid="9" name="bjDocumentLabelXML">
    <vt:lpwstr>&lt;?xml version="1.0" encoding="us-ascii"?&gt;&lt;sisl xmlns:xsd="http://www.w3.org/2001/XMLSchema" xmlns:xsi="http://www.w3.org/2001/XMLSchema-instance" sislVersion="0" policy="6fdbae9c-2438-45b8-abb0-4c49a55f8c90" origin="userSelected" xmlns="http://www.boldonj</vt:lpwstr>
  </property>
  <property fmtid="{D5CDD505-2E9C-101B-9397-08002B2CF9AE}" pid="10" name="bjDocumentLabelXML-0">
    <vt:lpwstr>ames.com/2008/01/sie/internal/label"&gt;&lt;element uid="22f676af-bc56-4cb6-b526-48512d04feea" value="" /&gt;&lt;/sisl&gt;</vt:lpwstr>
  </property>
</Properties>
</file>